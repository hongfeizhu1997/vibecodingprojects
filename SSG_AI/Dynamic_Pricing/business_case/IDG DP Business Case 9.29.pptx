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147480356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801611A-29C1-80F4-8B29-A6F8CAEC1728}" name="Thomas Kelley" initials="TK" userId="S::tkelley@Lenovo.com::5de2c3d3-bb9a-4ac9-bc3b-3189213caf22" providerId="AD"/>
  <p188:author id="{23AC48B2-1A8B-6871-D41F-CD2DCE212033}" name="Maureen Ahmad" initials="MA" userId="S::ahmadm@lenovo.com::652e1184-6afb-47f0-bd66-88218cb5d6f4" providerId="AD"/>
  <p188:author id="{D5D51FC8-E7D0-E35B-6ED6-A64B51464C04}" name="Alondra Magallanes" initials="AM" userId="S::amagallanes@lenovo.com::c82b7a57-b742-4fcb-9eb6-44ad2c219123" providerId="AD"/>
  <p188:author id="{313A95D0-2971-2AAA-A550-A3419BF50121}" name="Alex McNeilly" initials="AM" userId="S::amcneilly@Lenovo.com::73c50ffa-f250-49a7-ac35-f5b828b1c3bc" providerId="AD"/>
  <p188:author id="{BE8C1FD8-0383-0A5A-BFF9-43E17B167E58}" name="Lucy Rich1" initials="LR" userId="S::lrich@lenovo.com::cd878466-2710-4e38-b31a-686e011f8cf7" providerId="AD"/>
  <p188:author id="{EE656CF6-6D4A-F210-8900-68AE87D4B7CF}" name="Zhixin ZX8 Zhou" initials="ZZZ" userId="S::zhouzx8@Lenovo.com::62902d46-5f96-4991-8de3-0daeddc06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113"/>
    <a:srgbClr val="64131E"/>
    <a:srgbClr val="4D144A"/>
    <a:srgbClr val="FFFFFF"/>
    <a:srgbClr val="616161"/>
    <a:srgbClr val="71130E"/>
    <a:srgbClr val="430E12"/>
    <a:srgbClr val="3046AD"/>
    <a:srgbClr val="7F4E7D"/>
    <a:srgbClr val="871C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125F07-0B6D-44DD-BB42-311E0C3BFD2F}" v="28" dt="2026-09-30T13:42:04.913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107" d="100"/>
          <a:sy n="107" d="100"/>
        </p:scale>
        <p:origin x="558" y="312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1852" y="5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Burns1" userId="f0f761af-7244-4d03-a79c-e56669a152c6" providerId="ADAL" clId="{F78D6BBD-07A8-471F-888C-F7A9EE204819}"/>
    <pc:docChg chg="undo redo custSel addSld delSld modSld sldOrd modMainMaster delSection modSection">
      <pc:chgData name="Chris Burns1" userId="f0f761af-7244-4d03-a79c-e56669a152c6" providerId="ADAL" clId="{F78D6BBD-07A8-471F-888C-F7A9EE204819}" dt="2026-09-30T14:59:18.302" v="1831" actId="20577"/>
      <pc:docMkLst>
        <pc:docMk/>
      </pc:docMkLst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4273511970" sldId="364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279325029" sldId="373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722834837" sldId="376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51756395" sldId="377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129633264" sldId="378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690472590" sldId="379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146394102" sldId="380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236614778" sldId="381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086489264" sldId="404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316638800" sldId="2007578029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2429719" sldId="2147308103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1262356297" sldId="2147308104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438331098" sldId="2147470041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033695458" sldId="2147470042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282223951" sldId="2147470048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590642191" sldId="2147470050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294582205" sldId="2147470051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620600887" sldId="2147470052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576227205" sldId="2147471614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251550296" sldId="2147472106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85147815" sldId="2147472109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936474306" sldId="2147472111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869536971" sldId="2147472114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226034282" sldId="2147472115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315215669" sldId="2147472116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316536811" sldId="2147472117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711400899" sldId="2147472122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446317815" sldId="2147472123"/>
        </pc:sldMkLst>
      </pc:sldChg>
      <pc:sldChg chg="del ord">
        <pc:chgData name="Chris Burns1" userId="f0f761af-7244-4d03-a79c-e56669a152c6" providerId="ADAL" clId="{F78D6BBD-07A8-471F-888C-F7A9EE204819}" dt="2026-09-29T22:35:54.051" v="1" actId="47"/>
        <pc:sldMkLst>
          <pc:docMk/>
          <pc:sldMk cId="2849259923" sldId="2147472125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746864642" sldId="2147472128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14353829" sldId="2147472129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306579357" sldId="2147472130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905279329" sldId="2147472134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138122226" sldId="2147472139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14358844" sldId="2147472142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588218076" sldId="2147472143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722454395" sldId="2147472144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472078227" sldId="2147472145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510628800" sldId="2147472146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201762129" sldId="2147472147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049941361" sldId="2147472152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876055100" sldId="2147472153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700786421" sldId="2147472155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365536710" sldId="2147472156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245526084" sldId="2147472157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346109330" sldId="2147472158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290381975" sldId="2147472160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562449625" sldId="2147472161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356512651" sldId="2147472162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664968118" sldId="2147472163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7556182" sldId="2147472164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310509783" sldId="2147472165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234756816" sldId="2147472166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062111843" sldId="2147472167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133744736" sldId="2147472168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328006840" sldId="2147472169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695596502" sldId="2147472170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161174040" sldId="2147472171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700642699" sldId="2147472173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243720745" sldId="2147472174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994465060" sldId="2147472175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180462364" sldId="2147472176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160015259" sldId="2147472179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947670682" sldId="2147472182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537192395" sldId="2147472183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703463691" sldId="2147474343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511086351" sldId="2147474351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623910240" sldId="2147480308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710624931" sldId="2147480311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02753357" sldId="2147480313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888825515" sldId="2147480314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865102882" sldId="2147480315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4123184650" sldId="2147480316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312211731" sldId="2147480317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869899724" sldId="2147480320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923211309" sldId="2147480321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755841218" sldId="2147480322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782619417" sldId="2147480323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510072084" sldId="2147480324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721473526" sldId="2147480325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180388052" sldId="2147480329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895779647" sldId="2147480331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924637487" sldId="2147480332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925653032" sldId="2147480334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52189161" sldId="2147480335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1107096155" sldId="2147480336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274876905" sldId="2147480337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994345973" sldId="2147480338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080937261" sldId="2147480339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888488718" sldId="2147480344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834745241" sldId="2147480345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098668350" sldId="2147480346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553980386" sldId="2147480350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169359220" sldId="2147480351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512626023" sldId="2147480352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390682278" sldId="2147480353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977074619" sldId="2147480354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768810429" sldId="2147480355"/>
        </pc:sldMkLst>
      </pc:sldChg>
      <pc:sldChg chg="addSp delSp modSp mod modNotes">
        <pc:chgData name="Chris Burns1" userId="f0f761af-7244-4d03-a79c-e56669a152c6" providerId="ADAL" clId="{F78D6BBD-07A8-471F-888C-F7A9EE204819}" dt="2026-09-30T14:59:18.302" v="1831" actId="20577"/>
        <pc:sldMkLst>
          <pc:docMk/>
          <pc:sldMk cId="890499363" sldId="2147480356"/>
        </pc:sldMkLst>
        <pc:spChg chg="add del mod">
          <ac:chgData name="Chris Burns1" userId="f0f761af-7244-4d03-a79c-e56669a152c6" providerId="ADAL" clId="{F78D6BBD-07A8-471F-888C-F7A9EE204819}" dt="2026-09-29T22:36:45.052" v="75" actId="478"/>
          <ac:spMkLst>
            <pc:docMk/>
            <pc:sldMk cId="890499363" sldId="2147480356"/>
            <ac:spMk id="4" creationId="{4B45CA24-A500-0636-4B45-FC3D06C82641}"/>
          </ac:spMkLst>
        </pc:spChg>
        <pc:spChg chg="add del mod">
          <ac:chgData name="Chris Burns1" userId="f0f761af-7244-4d03-a79c-e56669a152c6" providerId="ADAL" clId="{F78D6BBD-07A8-471F-888C-F7A9EE204819}" dt="2026-09-29T22:36:55.109" v="78" actId="478"/>
          <ac:spMkLst>
            <pc:docMk/>
            <pc:sldMk cId="890499363" sldId="2147480356"/>
            <ac:spMk id="5" creationId="{3B016DF9-16AE-5B53-82BA-A8888470F077}"/>
          </ac:spMkLst>
        </pc:spChg>
        <pc:spChg chg="add del mod">
          <ac:chgData name="Chris Burns1" userId="f0f761af-7244-4d03-a79c-e56669a152c6" providerId="ADAL" clId="{F78D6BBD-07A8-471F-888C-F7A9EE204819}" dt="2026-09-29T22:36:55.109" v="78" actId="478"/>
          <ac:spMkLst>
            <pc:docMk/>
            <pc:sldMk cId="890499363" sldId="2147480356"/>
            <ac:spMk id="6" creationId="{C8EBE4B1-186B-9001-4B4A-A584F04DDB5C}"/>
          </ac:spMkLst>
        </pc:spChg>
        <pc:spChg chg="add del mod">
          <ac:chgData name="Chris Burns1" userId="f0f761af-7244-4d03-a79c-e56669a152c6" providerId="ADAL" clId="{F78D6BBD-07A8-471F-888C-F7A9EE204819}" dt="2026-09-29T22:36:55.109" v="78" actId="478"/>
          <ac:spMkLst>
            <pc:docMk/>
            <pc:sldMk cId="890499363" sldId="2147480356"/>
            <ac:spMk id="7" creationId="{F45DEE64-54DA-4875-7DA9-62943DE0CD98}"/>
          </ac:spMkLst>
        </pc:spChg>
        <pc:spChg chg="mod">
          <ac:chgData name="Chris Burns1" userId="f0f761af-7244-4d03-a79c-e56669a152c6" providerId="ADAL" clId="{F78D6BBD-07A8-471F-888C-F7A9EE204819}" dt="2026-09-29T22:36:41.927" v="73" actId="299"/>
          <ac:spMkLst>
            <pc:docMk/>
            <pc:sldMk cId="890499363" sldId="2147480356"/>
            <ac:spMk id="8" creationId="{A3947065-E1FA-4C6C-A139-DF9571E226D1}"/>
          </ac:spMkLst>
        </pc:spChg>
        <pc:spChg chg="add del mod">
          <ac:chgData name="Chris Burns1" userId="f0f761af-7244-4d03-a79c-e56669a152c6" providerId="ADAL" clId="{F78D6BBD-07A8-471F-888C-F7A9EE204819}" dt="2026-09-29T22:42:05.786" v="92" actId="22"/>
          <ac:spMkLst>
            <pc:docMk/>
            <pc:sldMk cId="890499363" sldId="2147480356"/>
            <ac:spMk id="16" creationId="{0F20051C-D547-9FFB-8D7D-5E76DF167CA9}"/>
          </ac:spMkLst>
        </pc:spChg>
        <pc:spChg chg="add del mod">
          <ac:chgData name="Chris Burns1" userId="f0f761af-7244-4d03-a79c-e56669a152c6" providerId="ADAL" clId="{F78D6BBD-07A8-471F-888C-F7A9EE204819}" dt="2026-09-29T22:42:05.786" v="92" actId="22"/>
          <ac:spMkLst>
            <pc:docMk/>
            <pc:sldMk cId="890499363" sldId="2147480356"/>
            <ac:spMk id="18" creationId="{6F3399EB-DB08-E6AB-171B-605A97257FD7}"/>
          </ac:spMkLst>
        </pc:spChg>
        <pc:spChg chg="add del mod">
          <ac:chgData name="Chris Burns1" userId="f0f761af-7244-4d03-a79c-e56669a152c6" providerId="ADAL" clId="{F78D6BBD-07A8-471F-888C-F7A9EE204819}" dt="2026-09-29T22:42:05.786" v="92" actId="22"/>
          <ac:spMkLst>
            <pc:docMk/>
            <pc:sldMk cId="890499363" sldId="2147480356"/>
            <ac:spMk id="20" creationId="{B4ADFF16-838B-1085-84A1-8BCF695775B7}"/>
          </ac:spMkLst>
        </pc:spChg>
        <pc:spChg chg="add del mod">
          <ac:chgData name="Chris Burns1" userId="f0f761af-7244-4d03-a79c-e56669a152c6" providerId="ADAL" clId="{F78D6BBD-07A8-471F-888C-F7A9EE204819}" dt="2026-09-29T22:42:05.786" v="92" actId="22"/>
          <ac:spMkLst>
            <pc:docMk/>
            <pc:sldMk cId="890499363" sldId="2147480356"/>
            <ac:spMk id="22" creationId="{BDB7093B-A9AD-C277-FE4A-2B41D7757D4A}"/>
          </ac:spMkLst>
        </pc:spChg>
        <pc:spChg chg="add del mod">
          <ac:chgData name="Chris Burns1" userId="f0f761af-7244-4d03-a79c-e56669a152c6" providerId="ADAL" clId="{F78D6BBD-07A8-471F-888C-F7A9EE204819}" dt="2026-09-29T22:42:05.786" v="92" actId="22"/>
          <ac:spMkLst>
            <pc:docMk/>
            <pc:sldMk cId="890499363" sldId="2147480356"/>
            <ac:spMk id="24" creationId="{91F3E38E-08D0-DA94-52ED-AFD1AFA09731}"/>
          </ac:spMkLst>
        </pc:spChg>
        <pc:spChg chg="add del mod">
          <ac:chgData name="Chris Burns1" userId="f0f761af-7244-4d03-a79c-e56669a152c6" providerId="ADAL" clId="{F78D6BBD-07A8-471F-888C-F7A9EE204819}" dt="2026-09-29T22:42:05.786" v="92" actId="22"/>
          <ac:spMkLst>
            <pc:docMk/>
            <pc:sldMk cId="890499363" sldId="2147480356"/>
            <ac:spMk id="26" creationId="{DFE0AF60-EF75-F062-9F61-FBB13558A0B2}"/>
          </ac:spMkLst>
        </pc:spChg>
        <pc:spChg chg="add mod">
          <ac:chgData name="Chris Burns1" userId="f0f761af-7244-4d03-a79c-e56669a152c6" providerId="ADAL" clId="{F78D6BBD-07A8-471F-888C-F7A9EE204819}" dt="2026-09-30T14:59:18.302" v="1831" actId="20577"/>
          <ac:spMkLst>
            <pc:docMk/>
            <pc:sldMk cId="890499363" sldId="2147480356"/>
            <ac:spMk id="27" creationId="{F7D9CC12-C1A2-86BB-9CCB-5CFAE25E3BB3}"/>
          </ac:spMkLst>
        </pc:spChg>
        <pc:spChg chg="del">
          <ac:chgData name="Chris Burns1" userId="f0f761af-7244-4d03-a79c-e56669a152c6" providerId="ADAL" clId="{F78D6BBD-07A8-471F-888C-F7A9EE204819}" dt="2026-09-29T22:36:55.109" v="78" actId="478"/>
          <ac:spMkLst>
            <pc:docMk/>
            <pc:sldMk cId="890499363" sldId="2147480356"/>
            <ac:spMk id="44" creationId="{B02F4E21-240B-6A01-DF57-8FDE2D85AEE7}"/>
          </ac:spMkLst>
        </pc:spChg>
        <pc:spChg chg="del">
          <ac:chgData name="Chris Burns1" userId="f0f761af-7244-4d03-a79c-e56669a152c6" providerId="ADAL" clId="{F78D6BBD-07A8-471F-888C-F7A9EE204819}" dt="2026-09-29T22:36:47.828" v="76" actId="478"/>
          <ac:spMkLst>
            <pc:docMk/>
            <pc:sldMk cId="890499363" sldId="2147480356"/>
            <ac:spMk id="49" creationId="{62EE5DED-0FED-2494-4F50-3A3ADC95CD2D}"/>
          </ac:spMkLst>
        </pc:spChg>
        <pc:spChg chg="del">
          <ac:chgData name="Chris Burns1" userId="f0f761af-7244-4d03-a79c-e56669a152c6" providerId="ADAL" clId="{F78D6BBD-07A8-471F-888C-F7A9EE204819}" dt="2026-09-29T22:37:05.602" v="81" actId="478"/>
          <ac:spMkLst>
            <pc:docMk/>
            <pc:sldMk cId="890499363" sldId="2147480356"/>
            <ac:spMk id="57" creationId="{8DA411E2-66F1-FDB9-C886-24242728B451}"/>
          </ac:spMkLst>
        </pc:spChg>
        <pc:spChg chg="del">
          <ac:chgData name="Chris Burns1" userId="f0f761af-7244-4d03-a79c-e56669a152c6" providerId="ADAL" clId="{F78D6BBD-07A8-471F-888C-F7A9EE204819}" dt="2026-09-29T22:36:47.828" v="76" actId="478"/>
          <ac:spMkLst>
            <pc:docMk/>
            <pc:sldMk cId="890499363" sldId="2147480356"/>
            <ac:spMk id="59" creationId="{752D527E-2B14-D2A9-74C3-610F141E6A36}"/>
          </ac:spMkLst>
        </pc:spChg>
        <pc:spChg chg="del">
          <ac:chgData name="Chris Burns1" userId="f0f761af-7244-4d03-a79c-e56669a152c6" providerId="ADAL" clId="{F78D6BBD-07A8-471F-888C-F7A9EE204819}" dt="2026-09-29T22:37:00.452" v="79" actId="478"/>
          <ac:spMkLst>
            <pc:docMk/>
            <pc:sldMk cId="890499363" sldId="2147480356"/>
            <ac:spMk id="67" creationId="{E1ABD8D4-BF6D-331D-EFB8-CEDAA300EF64}"/>
          </ac:spMkLst>
        </pc:spChg>
        <pc:spChg chg="del">
          <ac:chgData name="Chris Burns1" userId="f0f761af-7244-4d03-a79c-e56669a152c6" providerId="ADAL" clId="{F78D6BBD-07A8-471F-888C-F7A9EE204819}" dt="2026-09-29T22:36:47.828" v="76" actId="478"/>
          <ac:spMkLst>
            <pc:docMk/>
            <pc:sldMk cId="890499363" sldId="2147480356"/>
            <ac:spMk id="69" creationId="{564DBD24-F413-EC05-321A-FB6DD631F57D}"/>
          </ac:spMkLst>
        </pc:spChg>
        <pc:spChg chg="del">
          <ac:chgData name="Chris Burns1" userId="f0f761af-7244-4d03-a79c-e56669a152c6" providerId="ADAL" clId="{F78D6BBD-07A8-471F-888C-F7A9EE204819}" dt="2026-09-29T22:37:02.804" v="80" actId="478"/>
          <ac:spMkLst>
            <pc:docMk/>
            <pc:sldMk cId="890499363" sldId="2147480356"/>
            <ac:spMk id="79" creationId="{1247DACF-C36F-8C69-576F-793BF26C75E3}"/>
          </ac:spMkLst>
        </pc:spChg>
        <pc:spChg chg="del">
          <ac:chgData name="Chris Burns1" userId="f0f761af-7244-4d03-a79c-e56669a152c6" providerId="ADAL" clId="{F78D6BBD-07A8-471F-888C-F7A9EE204819}" dt="2026-09-29T22:36:47.828" v="76" actId="478"/>
          <ac:spMkLst>
            <pc:docMk/>
            <pc:sldMk cId="890499363" sldId="2147480356"/>
            <ac:spMk id="81" creationId="{2E92BE05-3EDE-A6FB-73D5-8BFA5F7DC1D0}"/>
          </ac:spMkLst>
        </pc:spChg>
        <pc:spChg chg="del">
          <ac:chgData name="Chris Burns1" userId="f0f761af-7244-4d03-a79c-e56669a152c6" providerId="ADAL" clId="{F78D6BBD-07A8-471F-888C-F7A9EE204819}" dt="2026-09-29T22:36:47.828" v="76" actId="478"/>
          <ac:spMkLst>
            <pc:docMk/>
            <pc:sldMk cId="890499363" sldId="2147480356"/>
            <ac:spMk id="110" creationId="{79284C54-13CC-B28E-4462-20191FB187E8}"/>
          </ac:spMkLst>
        </pc:spChg>
        <pc:spChg chg="del">
          <ac:chgData name="Chris Burns1" userId="f0f761af-7244-4d03-a79c-e56669a152c6" providerId="ADAL" clId="{F78D6BBD-07A8-471F-888C-F7A9EE204819}" dt="2026-09-29T22:36:47.828" v="76" actId="478"/>
          <ac:spMkLst>
            <pc:docMk/>
            <pc:sldMk cId="890499363" sldId="2147480356"/>
            <ac:spMk id="112" creationId="{E52E2E20-804B-76A5-7362-E6F6FF9A59AC}"/>
          </ac:spMkLst>
        </pc:spChg>
        <pc:spChg chg="del">
          <ac:chgData name="Chris Burns1" userId="f0f761af-7244-4d03-a79c-e56669a152c6" providerId="ADAL" clId="{F78D6BBD-07A8-471F-888C-F7A9EE204819}" dt="2026-09-29T22:36:47.828" v="76" actId="478"/>
          <ac:spMkLst>
            <pc:docMk/>
            <pc:sldMk cId="890499363" sldId="2147480356"/>
            <ac:spMk id="115" creationId="{FA6C8F80-0722-AF59-A7EA-A93BEC23E9CB}"/>
          </ac:spMkLst>
        </pc:spChg>
        <pc:spChg chg="del">
          <ac:chgData name="Chris Burns1" userId="f0f761af-7244-4d03-a79c-e56669a152c6" providerId="ADAL" clId="{F78D6BBD-07A8-471F-888C-F7A9EE204819}" dt="2026-09-29T22:36:47.828" v="76" actId="478"/>
          <ac:spMkLst>
            <pc:docMk/>
            <pc:sldMk cId="890499363" sldId="2147480356"/>
            <ac:spMk id="128" creationId="{7029F264-01ED-E852-4305-CDFABCF859FE}"/>
          </ac:spMkLst>
        </pc:spChg>
        <pc:spChg chg="del">
          <ac:chgData name="Chris Burns1" userId="f0f761af-7244-4d03-a79c-e56669a152c6" providerId="ADAL" clId="{F78D6BBD-07A8-471F-888C-F7A9EE204819}" dt="2026-09-29T22:36:47.828" v="76" actId="478"/>
          <ac:spMkLst>
            <pc:docMk/>
            <pc:sldMk cId="890499363" sldId="2147480356"/>
            <ac:spMk id="132" creationId="{239D699A-0B97-0A4C-DAC2-BC4177D28A78}"/>
          </ac:spMkLst>
        </pc:spChg>
        <pc:spChg chg="del">
          <ac:chgData name="Chris Burns1" userId="f0f761af-7244-4d03-a79c-e56669a152c6" providerId="ADAL" clId="{F78D6BBD-07A8-471F-888C-F7A9EE204819}" dt="2026-09-29T22:36:47.828" v="76" actId="478"/>
          <ac:spMkLst>
            <pc:docMk/>
            <pc:sldMk cId="890499363" sldId="2147480356"/>
            <ac:spMk id="138" creationId="{15CEFF98-6F9C-ABC4-BA99-9CB32124CAC6}"/>
          </ac:spMkLst>
        </pc:spChg>
        <pc:spChg chg="del">
          <ac:chgData name="Chris Burns1" userId="f0f761af-7244-4d03-a79c-e56669a152c6" providerId="ADAL" clId="{F78D6BBD-07A8-471F-888C-F7A9EE204819}" dt="2026-09-29T22:36:43.904" v="74" actId="478"/>
          <ac:spMkLst>
            <pc:docMk/>
            <pc:sldMk cId="890499363" sldId="2147480356"/>
            <ac:spMk id="139" creationId="{CE6852CC-CDD6-196E-7E45-1ED9845279C3}"/>
          </ac:spMkLst>
        </pc:spChg>
        <pc:graphicFrameChg chg="add mod ord modVis">
          <ac:chgData name="Chris Burns1" userId="f0f761af-7244-4d03-a79c-e56669a152c6" providerId="ADAL" clId="{F78D6BBD-07A8-471F-888C-F7A9EE204819}" dt="2026-09-29T22:36:38.356" v="43"/>
          <ac:graphicFrameMkLst>
            <pc:docMk/>
            <pc:sldMk cId="890499363" sldId="2147480356"/>
            <ac:graphicFrameMk id="2" creationId="{58F05122-E1A9-0B17-DC15-8CA57E3214C3}"/>
          </ac:graphicFrameMkLst>
        </pc:graphicFrameChg>
        <pc:picChg chg="add mod">
          <ac:chgData name="Chris Burns1" userId="f0f761af-7244-4d03-a79c-e56669a152c6" providerId="ADAL" clId="{F78D6BBD-07A8-471F-888C-F7A9EE204819}" dt="2026-09-29T23:36:15.483" v="1394" actId="1076"/>
          <ac:picMkLst>
            <pc:docMk/>
            <pc:sldMk cId="890499363" sldId="2147480356"/>
            <ac:picMk id="10" creationId="{169EFD3A-4F04-E43F-DA54-4FF5745374FC}"/>
          </ac:picMkLst>
        </pc:picChg>
      </pc:sldChg>
      <pc:sldChg chg="modSp add del mod modNotes">
        <pc:chgData name="Chris Burns1" userId="f0f761af-7244-4d03-a79c-e56669a152c6" providerId="ADAL" clId="{F78D6BBD-07A8-471F-888C-F7A9EE204819}" dt="2026-09-29T23:42:17.654" v="1447" actId="47"/>
        <pc:sldMkLst>
          <pc:docMk/>
          <pc:sldMk cId="1642894626" sldId="2147480357"/>
        </pc:sldMkLst>
        <pc:spChg chg="mod">
          <ac:chgData name="Chris Burns1" userId="f0f761af-7244-4d03-a79c-e56669a152c6" providerId="ADAL" clId="{F78D6BBD-07A8-471F-888C-F7A9EE204819}" dt="2026-09-29T23:41:08.942" v="1416" actId="5793"/>
          <ac:spMkLst>
            <pc:docMk/>
            <pc:sldMk cId="1642894626" sldId="2147480357"/>
            <ac:spMk id="27" creationId="{C508610F-C3B8-BC16-EE5F-2FDB882E43E8}"/>
          </ac:spMkLst>
        </pc:spChg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892760865" sldId="2147480357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755386599" sldId="2147480358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894210423" sldId="2147480361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368890405" sldId="2147480362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379510399" sldId="2147480363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965724280" sldId="2147480364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144857904" sldId="2147480365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3850020699" sldId="2147480366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768159079" sldId="2147480367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1588518355" sldId="2147480368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785723508" sldId="2147480369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1245540231" sldId="2147480391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526898069" sldId="2147480393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618140171" sldId="2147480396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83256356" sldId="2147480401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00947546" sldId="2147480402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890933790" sldId="2147480405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2210449628" sldId="2147480412"/>
        </pc:sldMkLst>
      </pc:sldChg>
      <pc:sldChg chg="del">
        <pc:chgData name="Chris Burns1" userId="f0f761af-7244-4d03-a79c-e56669a152c6" providerId="ADAL" clId="{F78D6BBD-07A8-471F-888C-F7A9EE204819}" dt="2026-09-29T22:36:09.801" v="2" actId="47"/>
        <pc:sldMkLst>
          <pc:docMk/>
          <pc:sldMk cId="1772501073" sldId="2147480416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221745823" sldId="2147480417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372441438" sldId="2147480443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405603572" sldId="2147480444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081946653" sldId="2147480446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4205139430" sldId="2147480455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293299478" sldId="2147480456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1101552564" sldId="2147480459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943247178" sldId="2147480460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4030358450" sldId="2147480462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4068659954" sldId="2147480465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147470222" sldId="2147480467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627795803" sldId="2147480469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1390037085" sldId="2147480470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169644404" sldId="2147480471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72430500" sldId="2147480472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1443864047" sldId="2147480473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827126568" sldId="2147480474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37480006" sldId="2147480475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1789157177" sldId="2147480476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3179712964" sldId="2147480478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4046987365" sldId="2147480483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1573534139" sldId="2147480485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1418304399" sldId="2147480486"/>
        </pc:sldMkLst>
      </pc:sldChg>
      <pc:sldChg chg="del">
        <pc:chgData name="Chris Burns1" userId="f0f761af-7244-4d03-a79c-e56669a152c6" providerId="ADAL" clId="{F78D6BBD-07A8-471F-888C-F7A9EE204819}" dt="2026-09-29T22:36:32.958" v="4" actId="47"/>
        <pc:sldMkLst>
          <pc:docMk/>
          <pc:sldMk cId="2938698762" sldId="2147480488"/>
        </pc:sldMkLst>
      </pc:sldChg>
      <pc:sldMasterChg chg="addSp modSp mod">
        <pc:chgData name="Chris Burns1" userId="f0f761af-7244-4d03-a79c-e56669a152c6" providerId="ADAL" clId="{F78D6BBD-07A8-471F-888C-F7A9EE204819}" dt="2026-09-29T22:36:38.275" v="28"/>
        <pc:sldMasterMkLst>
          <pc:docMk/>
          <pc:sldMasterMk cId="3633027268" sldId="2147483648"/>
        </pc:sldMasterMkLst>
        <pc:graphicFrameChg chg="add mod ord modVis">
          <ac:chgData name="Chris Burns1" userId="f0f761af-7244-4d03-a79c-e56669a152c6" providerId="ADAL" clId="{F78D6BBD-07A8-471F-888C-F7A9EE204819}" dt="2026-09-29T22:36:38.275" v="28"/>
          <ac:graphicFrameMkLst>
            <pc:docMk/>
            <pc:sldMasterMk cId="3633027268" sldId="2147483648"/>
            <ac:graphicFrameMk id="2" creationId="{9D431A27-EBF2-E0B4-5DCD-72B658C09D8A}"/>
          </ac:graphicFrameMkLst>
        </pc:graphicFrame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9/29/2026</a:t>
            </a:fld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2125740288" y="2147483647"/>
            <a:ext cx="6700837" cy="3771900"/>
          </a:xfrm>
          <a:ln>
            <a:solidFill>
              <a:srgbClr val="000000"/>
            </a:solidFill>
            <a:miter lim="800000"/>
          </a:ln>
        </p:spPr>
      </p:sp>
      <p:sp>
        <p:nvSpPr>
          <p:cNvPr id="9219" name="Notes Placeholder 2"/>
          <p:cNvSpPr>
            <a:spLocks noGrp="1" noRot="1" noChangeAspect="1" noChangeArrowheads="1"/>
          </p:cNvSpPr>
          <p:nvPr>
            <p:ph type="body" idx="1"/>
          </p:nvPr>
        </p:nvSpPr>
        <p:spPr bwMode="auto">
          <a:xfrm>
            <a:off x="2128291461" y="2147483647"/>
            <a:ext cx="1599086" cy="4411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9812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1CFF5BD6-17CC-00C1-ADCF-B04D6703F6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0413" y="0"/>
            <a:ext cx="7618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A0E3B-4CFE-F883-3C78-D9A6BE41AE0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12" y="995009"/>
            <a:ext cx="3427123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F96A18-152F-7D42-F172-C8D7F6B28F2C}"/>
              </a:ext>
            </a:extLst>
          </p:cNvPr>
          <p:cNvSpPr>
            <a:spLocks noGrp="1"/>
          </p:cNvSpPr>
          <p:nvPr>
            <p:ph sz="half" idx="1"/>
          </p:nvPr>
        </p:nvSpPr>
        <p:spPr bwMode="gray">
          <a:xfrm>
            <a:off x="760412" y="2815936"/>
            <a:ext cx="3427123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570413" y="0"/>
            <a:ext cx="7618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82470-3621-1323-235D-7DBA176E68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C11FB6FD-7B80-D920-2B92-D358B18446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0412" y="995009"/>
            <a:ext cx="3427123" cy="1436465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F150789-C64C-B456-4B9A-24AED7315FBB}"/>
              </a:ext>
            </a:extLst>
          </p:cNvPr>
          <p:cNvSpPr>
            <a:spLocks noGrp="1"/>
          </p:cNvSpPr>
          <p:nvPr>
            <p:ph sz="half" idx="1"/>
          </p:nvPr>
        </p:nvSpPr>
        <p:spPr bwMode="gray">
          <a:xfrm>
            <a:off x="760412" y="2815936"/>
            <a:ext cx="3427123" cy="3280064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66290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/>
              <a:t>Click to edit big idea, statement or subject</a:t>
            </a:r>
          </a:p>
        </p:txBody>
      </p: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rgbClr val="4D144A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584B0-B37E-E020-07A7-BAB961C43514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9DB8BCA-C082-90D7-926B-C6CF4AF09E1C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52B143C-EA30-88CF-4159-D3220D5243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2BD38F57-84A8-6CE5-5871-808CD68267F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7">
                <a:extLst>
                  <a:ext uri="{FF2B5EF4-FFF2-40B4-BE49-F238E27FC236}">
                    <a16:creationId xmlns:a16="http://schemas.microsoft.com/office/drawing/2014/main" id="{AA0572EA-FFDA-D8B6-A96C-DF4D0432044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8">
                <a:extLst>
                  <a:ext uri="{FF2B5EF4-FFF2-40B4-BE49-F238E27FC236}">
                    <a16:creationId xmlns:a16="http://schemas.microsoft.com/office/drawing/2014/main" id="{9BA36A6F-FB71-28DB-07CD-B21FF32CAA7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9">
                <a:extLst>
                  <a:ext uri="{FF2B5EF4-FFF2-40B4-BE49-F238E27FC236}">
                    <a16:creationId xmlns:a16="http://schemas.microsoft.com/office/drawing/2014/main" id="{44D95805-4759-1419-A377-A8CF32C8756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10">
                <a:extLst>
                  <a:ext uri="{FF2B5EF4-FFF2-40B4-BE49-F238E27FC236}">
                    <a16:creationId xmlns:a16="http://schemas.microsoft.com/office/drawing/2014/main" id="{2EDA3D6C-6EEF-5BB3-A5FE-991573A77F6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Freeform 11">
                <a:extLst>
                  <a:ext uri="{FF2B5EF4-FFF2-40B4-BE49-F238E27FC236}">
                    <a16:creationId xmlns:a16="http://schemas.microsoft.com/office/drawing/2014/main" id="{6D486C55-E23B-1872-D405-5DC8D2CA45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12">
                <a:extLst>
                  <a:ext uri="{FF2B5EF4-FFF2-40B4-BE49-F238E27FC236}">
                    <a16:creationId xmlns:a16="http://schemas.microsoft.com/office/drawing/2014/main" id="{B6A43306-05AB-DDD0-5F08-A0BE5CD451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Freeform 13">
                <a:extLst>
                  <a:ext uri="{FF2B5EF4-FFF2-40B4-BE49-F238E27FC236}">
                    <a16:creationId xmlns:a16="http://schemas.microsoft.com/office/drawing/2014/main" id="{D49034F6-E32B-0A8D-D89B-AA4488391FC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Freeform 14">
                <a:extLst>
                  <a:ext uri="{FF2B5EF4-FFF2-40B4-BE49-F238E27FC236}">
                    <a16:creationId xmlns:a16="http://schemas.microsoft.com/office/drawing/2014/main" id="{F7F6E1B7-B4ED-1699-C492-0032C5B8242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15">
                <a:extLst>
                  <a:ext uri="{FF2B5EF4-FFF2-40B4-BE49-F238E27FC236}">
                    <a16:creationId xmlns:a16="http://schemas.microsoft.com/office/drawing/2014/main" id="{114EE99C-9EC5-3C6C-64A0-3764DA0E337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ECCFB330-8F90-459F-B1B5-7717B235054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89A34987-E431-2A93-3D62-912217C1C04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Rectangle 18">
                <a:extLst>
                  <a:ext uri="{FF2B5EF4-FFF2-40B4-BE49-F238E27FC236}">
                    <a16:creationId xmlns:a16="http://schemas.microsoft.com/office/drawing/2014/main" id="{1F951D7F-BED8-991E-3496-7DA93E8148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Freeform 19">
                <a:extLst>
                  <a:ext uri="{FF2B5EF4-FFF2-40B4-BE49-F238E27FC236}">
                    <a16:creationId xmlns:a16="http://schemas.microsoft.com/office/drawing/2014/main" id="{272CCB53-F367-9D8A-5671-D442F70CF858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20">
                <a:extLst>
                  <a:ext uri="{FF2B5EF4-FFF2-40B4-BE49-F238E27FC236}">
                    <a16:creationId xmlns:a16="http://schemas.microsoft.com/office/drawing/2014/main" id="{ECF911E9-8158-C08D-23FE-13CCAFED78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21">
                <a:extLst>
                  <a:ext uri="{FF2B5EF4-FFF2-40B4-BE49-F238E27FC236}">
                    <a16:creationId xmlns:a16="http://schemas.microsoft.com/office/drawing/2014/main" id="{094B2A0F-EF14-8BE6-B468-54D6F6277E8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Freeform 22">
                <a:extLst>
                  <a:ext uri="{FF2B5EF4-FFF2-40B4-BE49-F238E27FC236}">
                    <a16:creationId xmlns:a16="http://schemas.microsoft.com/office/drawing/2014/main" id="{BD80DF37-D70A-5EC4-04A2-4E73C4038CB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23">
                <a:extLst>
                  <a:ext uri="{FF2B5EF4-FFF2-40B4-BE49-F238E27FC236}">
                    <a16:creationId xmlns:a16="http://schemas.microsoft.com/office/drawing/2014/main" id="{0D00C6D5-7EC4-0318-A93F-CD6F5C70842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Freeform 24">
                <a:extLst>
                  <a:ext uri="{FF2B5EF4-FFF2-40B4-BE49-F238E27FC236}">
                    <a16:creationId xmlns:a16="http://schemas.microsoft.com/office/drawing/2014/main" id="{AEB26B91-4BD3-875D-141D-DEA322007DD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Freeform 25">
                <a:extLst>
                  <a:ext uri="{FF2B5EF4-FFF2-40B4-BE49-F238E27FC236}">
                    <a16:creationId xmlns:a16="http://schemas.microsoft.com/office/drawing/2014/main" id="{4F49B36A-46DF-8CB3-3466-3A29AEB0F380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Rectangle 26">
                <a:extLst>
                  <a:ext uri="{FF2B5EF4-FFF2-40B4-BE49-F238E27FC236}">
                    <a16:creationId xmlns:a16="http://schemas.microsoft.com/office/drawing/2014/main" id="{F840654A-F47B-BC37-57E2-0E27690D56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9ADC6671-2EE5-8226-E787-2FB7A9BBA4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17537E70-E667-DC44-A43A-E53A50AD30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90A113E-9CD9-B2B2-74CC-01FC73534AA3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60FE0670-46BE-A30C-6A81-3F4ACF4BDA0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30">
                <a:extLst>
                  <a:ext uri="{FF2B5EF4-FFF2-40B4-BE49-F238E27FC236}">
                    <a16:creationId xmlns:a16="http://schemas.microsoft.com/office/drawing/2014/main" id="{6E17D649-B42A-09BD-CF61-B8C1A7112E9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31">
                <a:extLst>
                  <a:ext uri="{FF2B5EF4-FFF2-40B4-BE49-F238E27FC236}">
                    <a16:creationId xmlns:a16="http://schemas.microsoft.com/office/drawing/2014/main" id="{8687873F-7C76-382B-60A8-B49C4C184DB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32">
                <a:extLst>
                  <a:ext uri="{FF2B5EF4-FFF2-40B4-BE49-F238E27FC236}">
                    <a16:creationId xmlns:a16="http://schemas.microsoft.com/office/drawing/2014/main" id="{FBF838FB-60C5-AA46-F549-F323F6F945C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FA747742-768F-6F28-36C9-B9E27D07E2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34">
                <a:extLst>
                  <a:ext uri="{FF2B5EF4-FFF2-40B4-BE49-F238E27FC236}">
                    <a16:creationId xmlns:a16="http://schemas.microsoft.com/office/drawing/2014/main" id="{93DF03F5-A85B-C364-024C-8BB97454FB21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49994192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7F7FEAA-CD25-31FD-0E8A-E47145F5F9EB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764643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cell data - do not delete" hidden="1">
            <a:extLst>
              <a:ext uri="{FF2B5EF4-FFF2-40B4-BE49-F238E27FC236}">
                <a16:creationId xmlns:a16="http://schemas.microsoft.com/office/drawing/2014/main" id="{9D431A27-EBF2-E0B4-5DCD-72B658C09D8A}"/>
              </a:ext>
            </a:extLst>
          </p:cNvPr>
          <p:cNvGraphicFramePr>
            <a:graphicFrameLocks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14934023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2" imgW="606" imgH="608" progId="TCLayout.ActiveDocument.1">
                  <p:embed/>
                </p:oleObj>
              </mc:Choice>
              <mc:Fallback>
                <p:oleObj name="thinkcell Slide" r:id="rId32" imgW="606" imgH="608" progId="TCLayout.ActiveDocument.1">
                  <p:embed/>
                  <p:pic>
                    <p:nvPicPr>
                      <p:cNvPr id="2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9D431A27-EBF2-E0B4-5DCD-72B658C09D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3" r:id="rId2"/>
    <p:sldLayoutId id="2147483670" r:id="rId3"/>
    <p:sldLayoutId id="2147483740" r:id="rId4"/>
    <p:sldLayoutId id="2147483654" r:id="rId5"/>
    <p:sldLayoutId id="2147483725" r:id="rId6"/>
    <p:sldLayoutId id="2147483738" r:id="rId7"/>
    <p:sldLayoutId id="2147483739" r:id="rId8"/>
    <p:sldLayoutId id="2147483661" r:id="rId9"/>
    <p:sldLayoutId id="2147483726" r:id="rId10"/>
    <p:sldLayoutId id="2147483673" r:id="rId11"/>
    <p:sldLayoutId id="2147483727" r:id="rId12"/>
    <p:sldLayoutId id="2147483662" r:id="rId13"/>
    <p:sldLayoutId id="2147483728" r:id="rId14"/>
    <p:sldLayoutId id="2147483736" r:id="rId15"/>
    <p:sldLayoutId id="2147483737" r:id="rId16"/>
    <p:sldLayoutId id="2147483691" r:id="rId17"/>
    <p:sldLayoutId id="2147483729" r:id="rId18"/>
    <p:sldLayoutId id="2147483755" r:id="rId19"/>
    <p:sldLayoutId id="2147483765" r:id="rId20"/>
    <p:sldLayoutId id="2147483756" r:id="rId21"/>
    <p:sldLayoutId id="2147483722" r:id="rId22"/>
    <p:sldLayoutId id="2147483732" r:id="rId23"/>
    <p:sldLayoutId id="2147483657" r:id="rId24"/>
    <p:sldLayoutId id="2147483733" r:id="rId25"/>
    <p:sldLayoutId id="2147483659" r:id="rId26"/>
    <p:sldLayoutId id="2147483734" r:id="rId27"/>
    <p:sldLayoutId id="2147483763" r:id="rId28"/>
    <p:sldLayoutId id="2147483764" r:id="rId29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cell data - do not delete" hidden="1">
            <a:extLst>
              <a:ext uri="{FF2B5EF4-FFF2-40B4-BE49-F238E27FC236}">
                <a16:creationId xmlns:a16="http://schemas.microsoft.com/office/drawing/2014/main" id="{58F05122-E1A9-0B17-DC15-8CA57E3214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4832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606" imgH="608" progId="TCLayout.ActiveDocument.1">
                  <p:embed/>
                </p:oleObj>
              </mc:Choice>
              <mc:Fallback>
                <p:oleObj name="thinkcell Slide" r:id="rId4" imgW="606" imgH="608" progId="TCLayout.ActiveDocument.1">
                  <p:embed/>
                  <p:pic>
                    <p:nvPicPr>
                      <p:cNvPr id="2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58F05122-E1A9-0B17-DC15-8CA57E3214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A3947065-E1FA-4C6C-A139-DF9571E22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dirty="0"/>
              <a:t>IDG Dynamic Pricing Business Case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8620841-ABBE-414D-A352-06F83689FE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1218987" rtl="0" eaLnBrk="1" latinLnBrk="0" hangingPunct="1">
              <a:defRPr sz="1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>
                <a:solidFill>
                  <a:schemeClr val="tx1"/>
                </a:solidFill>
              </a:rPr>
              <a:pPr/>
              <a:t>1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9EFD3A-4F04-E43F-DA54-4FF5745374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995" y="1165397"/>
            <a:ext cx="5061315" cy="452720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7D9CC12-C1A2-86BB-9CCB-5CFAE25E3BB3}"/>
              </a:ext>
            </a:extLst>
          </p:cNvPr>
          <p:cNvSpPr txBox="1"/>
          <p:nvPr/>
        </p:nvSpPr>
        <p:spPr>
          <a:xfrm>
            <a:off x="5609968" y="1161417"/>
            <a:ext cx="605956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1" dirty="0">
                <a:latin typeface="Arial" pitchFamily="34" charset="0"/>
                <a:cs typeface="Arial" pitchFamily="34" charset="0"/>
              </a:rPr>
              <a:t>Preliminary Finding: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Dynamic Pricing drives $</a:t>
            </a:r>
            <a:r>
              <a:rPr lang="en-US" sz="1200" b="1" dirty="0">
                <a:latin typeface="Arial" pitchFamily="34" charset="0"/>
                <a:cs typeface="Arial" pitchFamily="34" charset="0"/>
              </a:rPr>
              <a:t>80M-$204M incremental bookings ($17-$25/CA) </a:t>
            </a:r>
            <a:r>
              <a:rPr lang="en-US" sz="1200" dirty="0">
                <a:latin typeface="Arial" pitchFamily="34" charset="0"/>
                <a:cs typeface="Arial" pitchFamily="34" charset="0"/>
              </a:rPr>
              <a:t>benefit dependent on in-scope services</a:t>
            </a:r>
            <a:endParaRPr lang="en-US" sz="400" dirty="0">
              <a:latin typeface="Arial" pitchFamily="34" charset="0"/>
              <a:cs typeface="Arial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Benefit from Premier offering.  Upgrades and Extension benefit immaterial at Dell target PR</a:t>
            </a:r>
            <a:endParaRPr lang="en-US" sz="400" dirty="0">
              <a:latin typeface="Arial" pitchFamily="34" charset="0"/>
              <a:cs typeface="Arial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AP Dell PR pricing results in lower Bookings due to Lenovo’s BM status in AP Geo.  Adjusted to minimal increase</a:t>
            </a:r>
          </a:p>
          <a:p>
            <a:pPr algn="l"/>
            <a:endParaRPr lang="en-US" sz="1400" b="1" dirty="0">
              <a:latin typeface="Arial" pitchFamily="34" charset="0"/>
              <a:cs typeface="Arial" pitchFamily="34" charset="0"/>
            </a:endParaRPr>
          </a:p>
          <a:p>
            <a:r>
              <a:rPr lang="en-US" sz="1800" b="1" dirty="0">
                <a:latin typeface="Arial" pitchFamily="34" charset="0"/>
                <a:cs typeface="Arial" pitchFamily="34" charset="0"/>
              </a:rPr>
              <a:t>Scope: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Commercial Products (NB, DT, 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ESS Services (Premier + Upgrades &amp; Extensions)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Standard &amp; Custom PN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sz="1800" b="1" dirty="0">
                <a:latin typeface="Arial" pitchFamily="34" charset="0"/>
                <a:cs typeface="Arial" pitchFamily="34" charset="0"/>
              </a:rPr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FY25/26 ACT restated from ESS to Pen Rate pricing 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Using FY25/26 HW AUR </a:t>
            </a:r>
            <a:r>
              <a:rPr lang="en-US" sz="12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 Higher $/CA expected with FY26/27 HW AUR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Japan &amp; Brazil Dell PR targets normalized for full Geo PR targets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rial" pitchFamily="34" charset="0"/>
              <a:cs typeface="Arial" pitchFamily="34" charset="0"/>
            </a:endParaRPr>
          </a:p>
          <a:p>
            <a:r>
              <a:rPr lang="en-US" sz="1800" b="1" dirty="0">
                <a:latin typeface="Arial" pitchFamily="34" charset="0"/>
                <a:cs typeface="Arial" pitchFamily="34" charset="0"/>
              </a:rPr>
              <a:t>Not Included </a:t>
            </a:r>
            <a:r>
              <a:rPr lang="en-US" sz="1400" i="1" dirty="0">
                <a:latin typeface="Arial" pitchFamily="34" charset="0"/>
                <a:cs typeface="Arial" pitchFamily="34" charset="0"/>
              </a:rPr>
              <a:t>(SSG Pricing inputs required for inclusion)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HW Cannibalization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Attach rate reduction on high-ASP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Attach rate increase on low-ASP products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 algn="l"/>
            <a:r>
              <a:rPr lang="en-US" sz="1800" b="1" dirty="0">
                <a:latin typeface="Arial" pitchFamily="34" charset="0"/>
                <a:cs typeface="Arial" pitchFamily="34" charset="0"/>
              </a:rPr>
              <a:t>Recommended Next Steps: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SSG Pricing review final business case with John S &amp; Andrej</a:t>
            </a:r>
          </a:p>
        </p:txBody>
      </p:sp>
    </p:spTree>
    <p:extLst>
      <p:ext uri="{BB962C8B-B14F-4D97-AF65-F5344CB8AC3E}">
        <p14:creationId xmlns:p14="http://schemas.microsoft.com/office/powerpoint/2010/main" val="890499363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_Slide-Library_082526" id="{1EAD6B3E-1949-4DEB-99DA-209D84705F5D}" vid="{288CBAAE-2EEA-4548-9AB4-A68A847206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D58EAE008B1E459EF4D9314D37AEFC" ma:contentTypeVersion="3" ma:contentTypeDescription="Create a new document." ma:contentTypeScope="" ma:versionID="c8364e6ca8fd07e5ee66ef404294ee74">
  <xsd:schema xmlns:xsd="http://www.w3.org/2001/XMLSchema" xmlns:xs="http://www.w3.org/2001/XMLSchema" xmlns:p="http://schemas.microsoft.com/office/2006/metadata/properties" xmlns:ns2="3f859194-26ca-4d33-a4ff-75da52590a5b" targetNamespace="http://schemas.microsoft.com/office/2006/metadata/properties" ma:root="true" ma:fieldsID="9c6a69655ba41eaa8b8378e6455d0c7f" ns2:_="">
    <xsd:import namespace="3f859194-26ca-4d33-a4ff-75da52590a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859194-26ca-4d33-a4ff-75da52590a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6CFE95-771C-4802-B140-C778003BEB93}">
  <ds:schemaRefs>
    <ds:schemaRef ds:uri="http://schemas.microsoft.com/sharepoint/v3"/>
    <ds:schemaRef ds:uri="http://purl.org/dc/terms/"/>
    <ds:schemaRef ds:uri="http://purl.org/dc/dcmitype/"/>
    <ds:schemaRef ds:uri="b888f069-4316-4301-b40e-a42e2759f60d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fbc213cb-2322-46ee-a57c-56e573321373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87C753F-B35E-48AC-AD09-B16389E4B0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859194-26ca-4d33-a4ff-75da52590a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Lenovo_Slide-Library</Template>
  <TotalTime>985</TotalTime>
  <Words>165</Words>
  <Application>Microsoft Office PowerPoint</Application>
  <PresentationFormat>Custom</PresentationFormat>
  <Paragraphs>24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Lenovo Master</vt:lpstr>
      <vt:lpstr>thinkcell Slide</vt:lpstr>
      <vt:lpstr>IDG Dynamic Pricing Business Case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Burns1</dc:creator>
  <cp:lastModifiedBy>Chris Burns1</cp:lastModifiedBy>
  <cp:revision>1</cp:revision>
  <dcterms:created xsi:type="dcterms:W3CDTF">2026-09-29T22:34:00Z</dcterms:created>
  <dcterms:modified xsi:type="dcterms:W3CDTF">2026-09-30T14:59:21Z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0x01010006D58EAE008B1E459EF4D9314D37AEFC</vt:lpwstr>
  </property>
</Properties>
</file>