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tags/tag3.xml" ContentType="application/vnd.openxmlformats-officedocument.presentationml.tags+xml"/>
  <Override PartName="/ppt/notesSlides/notesSlide1.xml" ContentType="application/vnd.openxmlformats-officedocument.presentationml.notesSlide+xml"/>
  <Override PartName="/ppt/tags/tag4.xml" ContentType="application/vnd.openxmlformats-officedocument.presentationml.tags+xml"/>
  <Override PartName="/ppt/notesSlides/notesSlide2.xml" ContentType="application/vnd.openxmlformats-officedocument.presentationml.notesSlide+xml"/>
  <Override PartName="/ppt/comments/modernComment_190_FC72C73A.xml" ContentType="application/vnd.ms-powerpoint.comments+xml"/>
  <Override PartName="/ppt/tags/tag5.xml" ContentType="application/vnd.openxmlformats-officedocument.presentationml.tags+xml"/>
  <Override PartName="/ppt/notesSlides/notesSlide3.xml" ContentType="application/vnd.openxmlformats-officedocument.presentationml.notesSlide+xml"/>
  <Override PartName="/ppt/comments/modernComment_192_8B127E27.xml" ContentType="application/vnd.ms-powerpoint.comments+xml"/>
  <Override PartName="/ppt/tags/tag6.xml" ContentType="application/vnd.openxmlformats-officedocument.presentationml.tags+xml"/>
  <Override PartName="/ppt/notesSlides/notesSlide4.xml" ContentType="application/vnd.openxmlformats-officedocument.presentationml.notesSlide+xml"/>
  <Override PartName="/ppt/comments/modernComment_185_66F132CA.xml" ContentType="application/vnd.ms-powerpoint.comments+xml"/>
  <Override PartName="/ppt/tags/tag7.xml" ContentType="application/vnd.openxmlformats-officedocument.presentationml.tags+xml"/>
  <Override PartName="/ppt/notesSlides/notesSlide5.xml" ContentType="application/vnd.openxmlformats-officedocument.presentationml.notesSlide+xml"/>
  <Override PartName="/ppt/tags/tag8.xml" ContentType="application/vnd.openxmlformats-officedocument.presentationml.tags+xml"/>
  <Override PartName="/ppt/notesSlides/notesSlide6.xml" ContentType="application/vnd.openxmlformats-officedocument.presentationml.notesSlide+xml"/>
  <Override PartName="/ppt/comments/modernComment_181_92D1CCCC.xml" ContentType="application/vnd.ms-powerpoint.comments+xml"/>
  <Override PartName="/ppt/tags/tag9.xml" ContentType="application/vnd.openxmlformats-officedocument.presentationml.tags+xml"/>
  <Override PartName="/ppt/notesSlides/notesSlide7.xml" ContentType="application/vnd.openxmlformats-officedocument.presentationml.notesSlide+xml"/>
  <Override PartName="/ppt/tags/tag10.xml" ContentType="application/vnd.openxmlformats-officedocument.presentationml.tags+xml"/>
  <Override PartName="/ppt/notesSlides/notesSlide8.xml" ContentType="application/vnd.openxmlformats-officedocument.presentationml.notesSlide+xml"/>
  <Override PartName="/ppt/tags/tag11.xml" ContentType="application/vnd.openxmlformats-officedocument.presentationml.tags+xml"/>
  <Override PartName="/ppt/notesSlides/notesSlide9.xml" ContentType="application/vnd.openxmlformats-officedocument.presentationml.notesSlide+xml"/>
  <Override PartName="/ppt/tags/tag12.xml" ContentType="application/vnd.openxmlformats-officedocument.presentationml.tags+xml"/>
  <Override PartName="/ppt/notesSlides/notesSlide10.xml" ContentType="application/vnd.openxmlformats-officedocument.presentationml.notesSlide+xml"/>
  <Override PartName="/ppt/tags/tag13.xml" ContentType="application/vnd.openxmlformats-officedocument.presentationml.tags+xml"/>
  <Override PartName="/ppt/notesSlides/notesSlide11.xml" ContentType="application/vnd.openxmlformats-officedocument.presentationml.notesSlide+xml"/>
  <Override PartName="/ppt/tags/tag14.xml" ContentType="application/vnd.openxmlformats-officedocument.presentationml.tags+xml"/>
  <Override PartName="/ppt/notesSlides/notesSlide12.xml" ContentType="application/vnd.openxmlformats-officedocument.presentationml.notesSlide+xml"/>
  <Override PartName="/ppt/tags/tag15.xml" ContentType="application/vnd.openxmlformats-officedocument.presentationml.tags+xml"/>
  <Override PartName="/ppt/notesSlides/notesSlide13.xml" ContentType="application/vnd.openxmlformats-officedocument.presentationml.notesSlide+xml"/>
  <Override PartName="/ppt/tags/tag16.xml" ContentType="application/vnd.openxmlformats-officedocument.presentationml.tags+xml"/>
  <Override PartName="/ppt/notesSlides/notesSlide14.xml" ContentType="application/vnd.openxmlformats-officedocument.presentationml.notesSlide+xml"/>
  <Override PartName="/ppt/tags/tag17.xml" ContentType="application/vnd.openxmlformats-officedocument.presentationml.tags+xml"/>
  <Override PartName="/ppt/notesSlides/notesSlide15.xml" ContentType="application/vnd.openxmlformats-officedocument.presentationml.notesSlide+xml"/>
  <Override PartName="/ppt/tags/tag18.xml" ContentType="application/vnd.openxmlformats-officedocument.presentationml.tags+xml"/>
  <Override PartName="/ppt/notesSlides/notesSlide16.xml" ContentType="application/vnd.openxmlformats-officedocument.presentationml.notesSlide+xml"/>
  <Override PartName="/ppt/tags/tag19.xml" ContentType="application/vnd.openxmlformats-officedocument.presentationml.tags+xml"/>
  <Override PartName="/ppt/notesSlides/notesSlide17.xml" ContentType="application/vnd.openxmlformats-officedocument.presentationml.notesSlide+xml"/>
  <Override PartName="/ppt/tags/tag20.xml" ContentType="application/vnd.openxmlformats-officedocument.presentationml.tags+xml"/>
  <Override PartName="/ppt/notesSlides/notesSlide18.xml" ContentType="application/vnd.openxmlformats-officedocument.presentationml.notesSlide+xml"/>
  <Override PartName="/ppt/tags/tag21.xml" ContentType="application/vnd.openxmlformats-officedocument.presentationml.tags+xml"/>
  <Override PartName="/ppt/notesSlides/notesSlide19.xml" ContentType="application/vnd.openxmlformats-officedocument.presentationml.notesSlide+xml"/>
  <Override PartName="/ppt/comments/modernComment_18C_9214C99D.xml" ContentType="application/vnd.ms-powerpoint.comments+xml"/>
  <Override PartName="/ppt/tags/tag22.xml" ContentType="application/vnd.openxmlformats-officedocument.presentationml.tags+xml"/>
  <Override PartName="/ppt/tags/tag23.xml" ContentType="application/vnd.openxmlformats-officedocument.presentationml.tags+xml"/>
  <Override PartName="/ppt/notesSlides/notesSlide2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6"/>
  </p:notesMasterIdLst>
  <p:sldIdLst>
    <p:sldId id="397" r:id="rId2"/>
    <p:sldId id="400" r:id="rId3"/>
    <p:sldId id="402" r:id="rId4"/>
    <p:sldId id="389" r:id="rId5"/>
    <p:sldId id="407" r:id="rId6"/>
    <p:sldId id="385" r:id="rId7"/>
    <p:sldId id="390" r:id="rId8"/>
    <p:sldId id="386" r:id="rId9"/>
    <p:sldId id="388" r:id="rId10"/>
    <p:sldId id="412" r:id="rId11"/>
    <p:sldId id="408" r:id="rId12"/>
    <p:sldId id="413" r:id="rId13"/>
    <p:sldId id="398" r:id="rId14"/>
    <p:sldId id="414" r:id="rId15"/>
    <p:sldId id="391" r:id="rId16"/>
    <p:sldId id="399" r:id="rId17"/>
    <p:sldId id="415" r:id="rId18"/>
    <p:sldId id="392" r:id="rId19"/>
    <p:sldId id="396" r:id="rId20"/>
    <p:sldId id="405" r:id="rId21"/>
    <p:sldId id="404" r:id="rId22"/>
    <p:sldId id="406" r:id="rId23"/>
    <p:sldId id="409" r:id="rId24"/>
    <p:sldId id="411" r:id="rId25"/>
  </p:sldIdLst>
  <p:sldSz cx="12192000" cy="6858000"/>
  <p:notesSz cx="6858000" cy="9144000"/>
  <p:custDataLst>
    <p:tags r:id="rId27"/>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034C96D-8FFA-7022-C3ED-C6D5788AF0BB}" name="James Higgins2" initials="JH" userId="S::jhiggins2@Lenovo.com::72a743c5-d9e7-4250-b246-f97fd68bf55a"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3291801-AC12-410C-9061-F16CAD203F97}" v="33" dt="2026-01-21T14:28:04.05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06" autoAdjust="0"/>
    <p:restoredTop sz="88663" autoAdjust="0"/>
  </p:normalViewPr>
  <p:slideViewPr>
    <p:cSldViewPr snapToGrid="0">
      <p:cViewPr varScale="1">
        <p:scale>
          <a:sx n="110" d="100"/>
          <a:sy n="110" d="100"/>
        </p:scale>
        <p:origin x="1317" y="28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8/10/relationships/authors" Targe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gs" Target="tags/tag1.xml"/><Relationship Id="rId30" Type="http://schemas.openxmlformats.org/officeDocument/2006/relationships/theme" Target="theme/theme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shan Aggarwal" userId="af6e3f23-8901-464f-8d6b-9d6eb79e11c2" providerId="ADAL" clId="{DC27878A-34F3-4457-BD30-BA94108807DC}"/>
    <pc:docChg chg="undo custSel addSld delSld modSld sldOrd">
      <pc:chgData name="Ishan Aggarwal" userId="af6e3f23-8901-464f-8d6b-9d6eb79e11c2" providerId="ADAL" clId="{DC27878A-34F3-4457-BD30-BA94108807DC}" dt="2026-01-21T14:28:13.250" v="1951" actId="20577"/>
      <pc:docMkLst>
        <pc:docMk/>
      </pc:docMkLst>
      <pc:sldChg chg="modSp mod">
        <pc:chgData name="Ishan Aggarwal" userId="af6e3f23-8901-464f-8d6b-9d6eb79e11c2" providerId="ADAL" clId="{DC27878A-34F3-4457-BD30-BA94108807DC}" dt="2026-01-21T14:24:53.818" v="1724" actId="20577"/>
        <pc:sldMkLst>
          <pc:docMk/>
          <pc:sldMk cId="2463222988" sldId="385"/>
        </pc:sldMkLst>
        <pc:spChg chg="mod">
          <ac:chgData name="Ishan Aggarwal" userId="af6e3f23-8901-464f-8d6b-9d6eb79e11c2" providerId="ADAL" clId="{DC27878A-34F3-4457-BD30-BA94108807DC}" dt="2026-01-21T14:24:53.818" v="1724" actId="20577"/>
          <ac:spMkLst>
            <pc:docMk/>
            <pc:sldMk cId="2463222988" sldId="385"/>
            <ac:spMk id="7" creationId="{E8A50A5C-5597-01F7-14ED-1EEFC35497CC}"/>
          </ac:spMkLst>
        </pc:spChg>
      </pc:sldChg>
      <pc:sldChg chg="modSp mod ord">
        <pc:chgData name="Ishan Aggarwal" userId="af6e3f23-8901-464f-8d6b-9d6eb79e11c2" providerId="ADAL" clId="{DC27878A-34F3-4457-BD30-BA94108807DC}" dt="2026-01-21T10:21:51.435" v="1374"/>
        <pc:sldMkLst>
          <pc:docMk/>
          <pc:sldMk cId="3045177259" sldId="386"/>
        </pc:sldMkLst>
        <pc:spChg chg="mod">
          <ac:chgData name="Ishan Aggarwal" userId="af6e3f23-8901-464f-8d6b-9d6eb79e11c2" providerId="ADAL" clId="{DC27878A-34F3-4457-BD30-BA94108807DC}" dt="2026-01-21T10:05:16.643" v="1272" actId="1076"/>
          <ac:spMkLst>
            <pc:docMk/>
            <pc:sldMk cId="3045177259" sldId="386"/>
            <ac:spMk id="7" creationId="{1F233B86-0B4C-602A-C306-DF77966B7D2A}"/>
          </ac:spMkLst>
        </pc:spChg>
      </pc:sldChg>
      <pc:sldChg chg="modSp mod">
        <pc:chgData name="Ishan Aggarwal" userId="af6e3f23-8901-464f-8d6b-9d6eb79e11c2" providerId="ADAL" clId="{DC27878A-34F3-4457-BD30-BA94108807DC}" dt="2026-01-21T09:44:42.140" v="1233" actId="113"/>
        <pc:sldMkLst>
          <pc:docMk/>
          <pc:sldMk cId="2809695790" sldId="388"/>
        </pc:sldMkLst>
        <pc:graphicFrameChg chg="modGraphic">
          <ac:chgData name="Ishan Aggarwal" userId="af6e3f23-8901-464f-8d6b-9d6eb79e11c2" providerId="ADAL" clId="{DC27878A-34F3-4457-BD30-BA94108807DC}" dt="2026-01-21T09:44:42.140" v="1233" actId="113"/>
          <ac:graphicFrameMkLst>
            <pc:docMk/>
            <pc:sldMk cId="2809695790" sldId="388"/>
            <ac:graphicFrameMk id="11" creationId="{756AB6F6-F2D6-BABB-ADA2-9FC2E78702FB}"/>
          </ac:graphicFrameMkLst>
        </pc:graphicFrameChg>
      </pc:sldChg>
      <pc:sldChg chg="modSp mod modShow">
        <pc:chgData name="Ishan Aggarwal" userId="af6e3f23-8901-464f-8d6b-9d6eb79e11c2" providerId="ADAL" clId="{DC27878A-34F3-4457-BD30-BA94108807DC}" dt="2026-01-21T10:20:35.817" v="1366" actId="729"/>
        <pc:sldMkLst>
          <pc:docMk/>
          <pc:sldMk cId="1727083210" sldId="389"/>
        </pc:sldMkLst>
        <pc:graphicFrameChg chg="modGraphic">
          <ac:chgData name="Ishan Aggarwal" userId="af6e3f23-8901-464f-8d6b-9d6eb79e11c2" providerId="ADAL" clId="{DC27878A-34F3-4457-BD30-BA94108807DC}" dt="2026-01-21T08:26:02.997" v="1106" actId="6549"/>
          <ac:graphicFrameMkLst>
            <pc:docMk/>
            <pc:sldMk cId="1727083210" sldId="389"/>
            <ac:graphicFrameMk id="3" creationId="{C23F49F0-801E-948B-C6E4-E16B1B11326A}"/>
          </ac:graphicFrameMkLst>
        </pc:graphicFrameChg>
      </pc:sldChg>
      <pc:sldChg chg="modSp mod">
        <pc:chgData name="Ishan Aggarwal" userId="af6e3f23-8901-464f-8d6b-9d6eb79e11c2" providerId="ADAL" clId="{DC27878A-34F3-4457-BD30-BA94108807DC}" dt="2026-01-21T10:20:51.979" v="1372" actId="20577"/>
        <pc:sldMkLst>
          <pc:docMk/>
          <pc:sldMk cId="109396875" sldId="390"/>
        </pc:sldMkLst>
        <pc:spChg chg="mod">
          <ac:chgData name="Ishan Aggarwal" userId="af6e3f23-8901-464f-8d6b-9d6eb79e11c2" providerId="ADAL" clId="{DC27878A-34F3-4457-BD30-BA94108807DC}" dt="2026-01-21T10:20:51.979" v="1372" actId="20577"/>
          <ac:spMkLst>
            <pc:docMk/>
            <pc:sldMk cId="109396875" sldId="390"/>
            <ac:spMk id="7" creationId="{FABFB7C1-D2B5-951F-1207-06F59A00FD6E}"/>
          </ac:spMkLst>
        </pc:spChg>
      </pc:sldChg>
      <pc:sldChg chg="modSp mod ord modCm">
        <pc:chgData name="Ishan Aggarwal" userId="af6e3f23-8901-464f-8d6b-9d6eb79e11c2" providerId="ADAL" clId="{DC27878A-34F3-4457-BD30-BA94108807DC}" dt="2026-01-21T10:09:14.590" v="1274"/>
        <pc:sldMkLst>
          <pc:docMk/>
          <pc:sldMk cId="2450835869" sldId="396"/>
        </pc:sldMkLst>
        <pc:spChg chg="mod">
          <ac:chgData name="Ishan Aggarwal" userId="af6e3f23-8901-464f-8d6b-9d6eb79e11c2" providerId="ADAL" clId="{DC27878A-34F3-4457-BD30-BA94108807DC}" dt="2026-01-21T08:26:25.280" v="1108" actId="6549"/>
          <ac:spMkLst>
            <pc:docMk/>
            <pc:sldMk cId="2450835869" sldId="396"/>
            <ac:spMk id="10" creationId="{56EF04C2-7EB5-FFB9-2145-870E79C832E0}"/>
          </ac:spMkLst>
        </pc:spChg>
        <pc:extLst>
          <p:ext xmlns:p="http://schemas.openxmlformats.org/presentationml/2006/main" uri="{D6D511B9-2390-475A-947B-AFAB55BFBCF1}">
            <pc226:cmChg xmlns:pc226="http://schemas.microsoft.com/office/powerpoint/2022/06/main/command" chg="mod">
              <pc226:chgData name="Ishan Aggarwal" userId="af6e3f23-8901-464f-8d6b-9d6eb79e11c2" providerId="ADAL" clId="{DC27878A-34F3-4457-BD30-BA94108807DC}" dt="2026-01-21T08:26:25.280" v="1108" actId="6549"/>
              <pc2:cmMkLst xmlns:pc2="http://schemas.microsoft.com/office/powerpoint/2019/9/main/command">
                <pc:docMk/>
                <pc:sldMk cId="2450835869" sldId="396"/>
                <pc2:cmMk id="{88A2554A-262A-4D7F-A401-1DC1F129A763}"/>
              </pc2:cmMkLst>
            </pc226:cmChg>
          </p:ext>
        </pc:extLst>
      </pc:sldChg>
      <pc:sldChg chg="modSp mod">
        <pc:chgData name="Ishan Aggarwal" userId="af6e3f23-8901-464f-8d6b-9d6eb79e11c2" providerId="ADAL" clId="{DC27878A-34F3-4457-BD30-BA94108807DC}" dt="2026-01-21T08:32:40.505" v="1150" actId="2161"/>
        <pc:sldMkLst>
          <pc:docMk/>
          <pc:sldMk cId="2300232272" sldId="399"/>
        </pc:sldMkLst>
        <pc:graphicFrameChg chg="mod modGraphic">
          <ac:chgData name="Ishan Aggarwal" userId="af6e3f23-8901-464f-8d6b-9d6eb79e11c2" providerId="ADAL" clId="{DC27878A-34F3-4457-BD30-BA94108807DC}" dt="2026-01-21T08:32:40.505" v="1150" actId="2161"/>
          <ac:graphicFrameMkLst>
            <pc:docMk/>
            <pc:sldMk cId="2300232272" sldId="399"/>
            <ac:graphicFrameMk id="13" creationId="{5F8F51E8-03BD-E211-4184-6B7C2558D674}"/>
          </ac:graphicFrameMkLst>
        </pc:graphicFrameChg>
      </pc:sldChg>
      <pc:sldChg chg="mod modShow">
        <pc:chgData name="Ishan Aggarwal" userId="af6e3f23-8901-464f-8d6b-9d6eb79e11c2" providerId="ADAL" clId="{DC27878A-34F3-4457-BD30-BA94108807DC}" dt="2026-01-21T10:20:19.917" v="1364" actId="729"/>
        <pc:sldMkLst>
          <pc:docMk/>
          <pc:sldMk cId="4235380538" sldId="400"/>
        </pc:sldMkLst>
      </pc:sldChg>
      <pc:sldChg chg="del">
        <pc:chgData name="Ishan Aggarwal" userId="af6e3f23-8901-464f-8d6b-9d6eb79e11c2" providerId="ADAL" clId="{DC27878A-34F3-4457-BD30-BA94108807DC}" dt="2026-01-21T08:33:04.064" v="1151" actId="47"/>
        <pc:sldMkLst>
          <pc:docMk/>
          <pc:sldMk cId="2513101408" sldId="401"/>
        </pc:sldMkLst>
      </pc:sldChg>
      <pc:sldChg chg="mod modShow">
        <pc:chgData name="Ishan Aggarwal" userId="af6e3f23-8901-464f-8d6b-9d6eb79e11c2" providerId="ADAL" clId="{DC27878A-34F3-4457-BD30-BA94108807DC}" dt="2026-01-21T10:20:21.724" v="1365" actId="729"/>
        <pc:sldMkLst>
          <pc:docMk/>
          <pc:sldMk cId="2333244967" sldId="402"/>
        </pc:sldMkLst>
      </pc:sldChg>
      <pc:sldChg chg="mod modShow">
        <pc:chgData name="Ishan Aggarwal" userId="af6e3f23-8901-464f-8d6b-9d6eb79e11c2" providerId="ADAL" clId="{DC27878A-34F3-4457-BD30-BA94108807DC}" dt="2026-01-21T10:20:17.134" v="1363" actId="729"/>
        <pc:sldMkLst>
          <pc:docMk/>
          <pc:sldMk cId="3773878428" sldId="407"/>
        </pc:sldMkLst>
      </pc:sldChg>
      <pc:sldChg chg="addSp modSp mod modNotesTx">
        <pc:chgData name="Ishan Aggarwal" userId="af6e3f23-8901-464f-8d6b-9d6eb79e11c2" providerId="ADAL" clId="{DC27878A-34F3-4457-BD30-BA94108807DC}" dt="2026-01-21T10:23:24.491" v="1439" actId="14100"/>
        <pc:sldMkLst>
          <pc:docMk/>
          <pc:sldMk cId="888705360" sldId="408"/>
        </pc:sldMkLst>
        <pc:spChg chg="add mod">
          <ac:chgData name="Ishan Aggarwal" userId="af6e3f23-8901-464f-8d6b-9d6eb79e11c2" providerId="ADAL" clId="{DC27878A-34F3-4457-BD30-BA94108807DC}" dt="2026-01-21T09:54:20.112" v="1265" actId="6549"/>
          <ac:spMkLst>
            <pc:docMk/>
            <pc:sldMk cId="888705360" sldId="408"/>
            <ac:spMk id="2" creationId="{2D00FB1F-0BD0-0E5B-B4D9-77C12B9F0B19}"/>
          </ac:spMkLst>
        </pc:spChg>
        <pc:spChg chg="mod">
          <ac:chgData name="Ishan Aggarwal" userId="af6e3f23-8901-464f-8d6b-9d6eb79e11c2" providerId="ADAL" clId="{DC27878A-34F3-4457-BD30-BA94108807DC}" dt="2026-01-21T10:23:24.491" v="1439" actId="14100"/>
          <ac:spMkLst>
            <pc:docMk/>
            <pc:sldMk cId="888705360" sldId="408"/>
            <ac:spMk id="7" creationId="{422C1BEE-4B7D-19CD-BF59-78E5CA446409}"/>
          </ac:spMkLst>
        </pc:spChg>
      </pc:sldChg>
      <pc:sldChg chg="modSp mod">
        <pc:chgData name="Ishan Aggarwal" userId="af6e3f23-8901-464f-8d6b-9d6eb79e11c2" providerId="ADAL" clId="{DC27878A-34F3-4457-BD30-BA94108807DC}" dt="2026-01-21T08:28:29.658" v="1118" actId="20577"/>
        <pc:sldMkLst>
          <pc:docMk/>
          <pc:sldMk cId="1183529815" sldId="413"/>
        </pc:sldMkLst>
        <pc:graphicFrameChg chg="modGraphic">
          <ac:chgData name="Ishan Aggarwal" userId="af6e3f23-8901-464f-8d6b-9d6eb79e11c2" providerId="ADAL" clId="{DC27878A-34F3-4457-BD30-BA94108807DC}" dt="2026-01-21T08:28:29.658" v="1118" actId="20577"/>
          <ac:graphicFrameMkLst>
            <pc:docMk/>
            <pc:sldMk cId="1183529815" sldId="413"/>
            <ac:graphicFrameMk id="2" creationId="{92C49F8C-ADC1-21A5-D2EE-EABAB524202D}"/>
          </ac:graphicFrameMkLst>
        </pc:graphicFrameChg>
      </pc:sldChg>
      <pc:sldChg chg="mod modShow">
        <pc:chgData name="Ishan Aggarwal" userId="af6e3f23-8901-464f-8d6b-9d6eb79e11c2" providerId="ADAL" clId="{DC27878A-34F3-4457-BD30-BA94108807DC}" dt="2026-01-21T10:22:26.230" v="1375" actId="729"/>
        <pc:sldMkLst>
          <pc:docMk/>
          <pc:sldMk cId="19744747" sldId="414"/>
        </pc:sldMkLst>
      </pc:sldChg>
      <pc:sldChg chg="addSp modSp new del mod">
        <pc:chgData name="Ishan Aggarwal" userId="af6e3f23-8901-464f-8d6b-9d6eb79e11c2" providerId="ADAL" clId="{DC27878A-34F3-4457-BD30-BA94108807DC}" dt="2026-01-21T12:57:19.685" v="1444" actId="47"/>
        <pc:sldMkLst>
          <pc:docMk/>
          <pc:sldMk cId="593459720" sldId="415"/>
        </pc:sldMkLst>
        <pc:spChg chg="add mod">
          <ac:chgData name="Ishan Aggarwal" userId="af6e3f23-8901-464f-8d6b-9d6eb79e11c2" providerId="ADAL" clId="{DC27878A-34F3-4457-BD30-BA94108807DC}" dt="2026-01-21T12:56:58.979" v="1443" actId="14100"/>
          <ac:spMkLst>
            <pc:docMk/>
            <pc:sldMk cId="593459720" sldId="415"/>
            <ac:spMk id="5" creationId="{0C17268C-AE73-33DA-7CAB-A1EC6802BE98}"/>
          </ac:spMkLst>
        </pc:spChg>
      </pc:sldChg>
      <pc:sldChg chg="addSp delSp modSp new mod">
        <pc:chgData name="Ishan Aggarwal" userId="af6e3f23-8901-464f-8d6b-9d6eb79e11c2" providerId="ADAL" clId="{DC27878A-34F3-4457-BD30-BA94108807DC}" dt="2026-01-21T14:28:13.250" v="1951" actId="20577"/>
        <pc:sldMkLst>
          <pc:docMk/>
          <pc:sldMk cId="3107786960" sldId="415"/>
        </pc:sldMkLst>
        <pc:spChg chg="mod">
          <ac:chgData name="Ishan Aggarwal" userId="af6e3f23-8901-464f-8d6b-9d6eb79e11c2" providerId="ADAL" clId="{DC27878A-34F3-4457-BD30-BA94108807DC}" dt="2026-01-21T14:09:07.439" v="1505" actId="948"/>
          <ac:spMkLst>
            <pc:docMk/>
            <pc:sldMk cId="3107786960" sldId="415"/>
            <ac:spMk id="2" creationId="{8B5C6E2E-DBD4-0B1D-9A14-D35EAEBCB6CB}"/>
          </ac:spMkLst>
        </pc:spChg>
        <pc:spChg chg="add del mod modVis">
          <ac:chgData name="Ishan Aggarwal" userId="af6e3f23-8901-464f-8d6b-9d6eb79e11c2" providerId="ADAL" clId="{DC27878A-34F3-4457-BD30-BA94108807DC}" dt="2026-01-21T14:09:05.006" v="1478"/>
          <ac:spMkLst>
            <pc:docMk/>
            <pc:sldMk cId="3107786960" sldId="415"/>
            <ac:spMk id="4" creationId="{310D00B8-2D12-46D1-8B04-8DA837D6E48F}"/>
          </ac:spMkLst>
        </pc:spChg>
        <pc:spChg chg="add del mod modVis">
          <ac:chgData name="Ishan Aggarwal" userId="af6e3f23-8901-464f-8d6b-9d6eb79e11c2" providerId="ADAL" clId="{DC27878A-34F3-4457-BD30-BA94108807DC}" dt="2026-01-21T14:09:07.452" v="1528"/>
          <ac:spMkLst>
            <pc:docMk/>
            <pc:sldMk cId="3107786960" sldId="415"/>
            <ac:spMk id="6" creationId="{10C0BF95-69DB-2901-1074-699D937E7102}"/>
          </ac:spMkLst>
        </pc:spChg>
        <pc:spChg chg="add mod">
          <ac:chgData name="Ishan Aggarwal" userId="af6e3f23-8901-464f-8d6b-9d6eb79e11c2" providerId="ADAL" clId="{DC27878A-34F3-4457-BD30-BA94108807DC}" dt="2026-01-21T14:11:15.575" v="1579" actId="1035"/>
          <ac:spMkLst>
            <pc:docMk/>
            <pc:sldMk cId="3107786960" sldId="415"/>
            <ac:spMk id="8" creationId="{8CA03A13-07E3-2128-8B82-D804B57E64EB}"/>
          </ac:spMkLst>
        </pc:spChg>
        <pc:spChg chg="add mod">
          <ac:chgData name="Ishan Aggarwal" userId="af6e3f23-8901-464f-8d6b-9d6eb79e11c2" providerId="ADAL" clId="{DC27878A-34F3-4457-BD30-BA94108807DC}" dt="2026-01-21T14:20:39.027" v="1665" actId="1035"/>
          <ac:spMkLst>
            <pc:docMk/>
            <pc:sldMk cId="3107786960" sldId="415"/>
            <ac:spMk id="10" creationId="{4EE6F452-4555-BE09-25B5-A606B2571244}"/>
          </ac:spMkLst>
        </pc:spChg>
        <pc:spChg chg="add mod">
          <ac:chgData name="Ishan Aggarwal" userId="af6e3f23-8901-464f-8d6b-9d6eb79e11c2" providerId="ADAL" clId="{DC27878A-34F3-4457-BD30-BA94108807DC}" dt="2026-01-21T14:28:13.250" v="1951" actId="20577"/>
          <ac:spMkLst>
            <pc:docMk/>
            <pc:sldMk cId="3107786960" sldId="415"/>
            <ac:spMk id="11" creationId="{E239B9E0-EAD9-4F41-4778-6CD60F7CE262}"/>
          </ac:spMkLst>
        </pc:spChg>
        <pc:spChg chg="add mod">
          <ac:chgData name="Ishan Aggarwal" userId="af6e3f23-8901-464f-8d6b-9d6eb79e11c2" providerId="ADAL" clId="{DC27878A-34F3-4457-BD30-BA94108807DC}" dt="2026-01-21T14:22:31.217" v="1709" actId="20577"/>
          <ac:spMkLst>
            <pc:docMk/>
            <pc:sldMk cId="3107786960" sldId="415"/>
            <ac:spMk id="12" creationId="{BF97F31A-2A19-A3EE-6323-95783BA0500B}"/>
          </ac:spMkLst>
        </pc:spChg>
        <pc:spChg chg="add">
          <ac:chgData name="Ishan Aggarwal" userId="af6e3f23-8901-464f-8d6b-9d6eb79e11c2" providerId="ADAL" clId="{DC27878A-34F3-4457-BD30-BA94108807DC}" dt="2026-01-21T14:23:36.113" v="1711"/>
          <ac:spMkLst>
            <pc:docMk/>
            <pc:sldMk cId="3107786960" sldId="415"/>
            <ac:spMk id="13" creationId="{0F82B628-83DE-E124-3FBF-D8412741EF3C}"/>
          </ac:spMkLst>
        </pc:spChg>
        <pc:spChg chg="add">
          <ac:chgData name="Ishan Aggarwal" userId="af6e3f23-8901-464f-8d6b-9d6eb79e11c2" providerId="ADAL" clId="{DC27878A-34F3-4457-BD30-BA94108807DC}" dt="2026-01-21T14:26:47.598" v="1923"/>
          <ac:spMkLst>
            <pc:docMk/>
            <pc:sldMk cId="3107786960" sldId="415"/>
            <ac:spMk id="14" creationId="{DEC22AC3-3D8A-B489-BFB1-529DBB2D506D}"/>
          </ac:spMkLst>
        </pc:spChg>
        <pc:graphicFrameChg chg="add mod ord modVis">
          <ac:chgData name="Ishan Aggarwal" userId="af6e3f23-8901-464f-8d6b-9d6eb79e11c2" providerId="ADAL" clId="{DC27878A-34F3-4457-BD30-BA94108807DC}" dt="2026-01-21T14:09:07.452" v="1530"/>
          <ac:graphicFrameMkLst>
            <pc:docMk/>
            <pc:sldMk cId="3107786960" sldId="415"/>
            <ac:graphicFrameMk id="5" creationId="{D2EE12F0-2C6C-6ED6-6BCC-143711D22274}"/>
          </ac:graphicFrameMkLst>
        </pc:graphicFrameChg>
        <pc:graphicFrameChg chg="add mod modGraphic">
          <ac:chgData name="Ishan Aggarwal" userId="af6e3f23-8901-464f-8d6b-9d6eb79e11c2" providerId="ADAL" clId="{DC27878A-34F3-4457-BD30-BA94108807DC}" dt="2026-01-21T14:11:24.572" v="1599" actId="20577"/>
          <ac:graphicFrameMkLst>
            <pc:docMk/>
            <pc:sldMk cId="3107786960" sldId="415"/>
            <ac:graphicFrameMk id="7" creationId="{F63F5A09-9CBA-DB0E-D6BF-00D049921987}"/>
          </ac:graphicFrameMkLst>
        </pc:graphicFrameChg>
        <pc:graphicFrameChg chg="add mod modGraphic">
          <ac:chgData name="Ishan Aggarwal" userId="af6e3f23-8901-464f-8d6b-9d6eb79e11c2" providerId="ADAL" clId="{DC27878A-34F3-4457-BD30-BA94108807DC}" dt="2026-01-21T14:20:39.027" v="1665" actId="1035"/>
          <ac:graphicFrameMkLst>
            <pc:docMk/>
            <pc:sldMk cId="3107786960" sldId="415"/>
            <ac:graphicFrameMk id="9" creationId="{DBD71721-5B4E-C08F-B81F-014588AC4D4B}"/>
          </ac:graphicFrameMkLst>
        </pc:graphicFrameChg>
      </pc:sldChg>
    </pc:docChg>
  </pc:docChgLst>
</pc:chgInfo>
</file>

<file path=ppt/comments/modernComment_18C_9214C99D.xml><?xml version="1.0" encoding="utf-8"?>
<p188:cmLst xmlns:a="http://schemas.openxmlformats.org/drawingml/2006/main" xmlns:r="http://schemas.openxmlformats.org/officeDocument/2006/relationships" xmlns:p188="http://schemas.microsoft.com/office/powerpoint/2018/8/main">
  <p188:cm id="{88A2554A-262A-4D7F-A401-1DC1F129A763}" authorId="{1034C96D-8FFA-7022-C3ED-C6D5788AF0BB}" created="2025-11-28T11:15:30.992">
    <ac:txMkLst xmlns:ac="http://schemas.microsoft.com/office/drawing/2013/main/command">
      <pc:docMk xmlns:pc="http://schemas.microsoft.com/office/powerpoint/2013/main/command"/>
      <pc:sldMk xmlns:pc="http://schemas.microsoft.com/office/powerpoint/2013/main/command" cId="2450835869" sldId="396"/>
      <ac:spMk id="10" creationId="{56EF04C2-7EB5-FFB9-2145-870E79C832E0}"/>
      <ac:txMk cp="60" len="67">
        <ac:context len="223" hash="2828759071"/>
      </ac:txMk>
    </ac:txMkLst>
    <p188:pos x="8213862" y="1418429"/>
    <p188:txBody>
      <a:bodyPr/>
      <a:lstStyle/>
      <a:p>
        <a:r>
          <a:rPr lang="en-US"/>
          <a:t>[@Ishan Aggarwal] especially for lower AUR HW. Worth calling it out?</a:t>
        </a:r>
      </a:p>
    </p188:txBody>
  </p188:cm>
</p188:cmLst>
</file>

<file path=ppt/comments/modernComment_181_92D1CCCC.xml><?xml version="1.0" encoding="utf-8"?>
<p188:cmLst xmlns:a="http://schemas.openxmlformats.org/drawingml/2006/main" xmlns:r="http://schemas.openxmlformats.org/officeDocument/2006/relationships" xmlns:p188="http://schemas.microsoft.com/office/powerpoint/2018/8/main">
  <p188:cm id="{8E1FD883-DEB8-455D-9F0C-EA36BD36BDA2}" authorId="{1034C96D-8FFA-7022-C3ED-C6D5788AF0BB}" created="2025-11-28T11:13:53.908">
    <ac:deMkLst xmlns:ac="http://schemas.microsoft.com/office/drawing/2013/main/command">
      <pc:docMk xmlns:pc="http://schemas.microsoft.com/office/powerpoint/2013/main/command"/>
      <pc:sldMk xmlns:pc="http://schemas.microsoft.com/office/powerpoint/2013/main/command" cId="2463222988" sldId="385"/>
      <ac:spMk id="7" creationId="{E8A50A5C-5597-01F7-14ED-1EEFC35497CC}"/>
    </ac:deMkLst>
    <p188:txBody>
      <a:bodyPr/>
      <a:lstStyle/>
      <a:p>
        <a:r>
          <a:rPr lang="en-US"/>
          <a:t>[@Ishan Aggarwal] Same comment as earlier, worth mentioning cost plus pricing which is suitable for channel, but not really online?</a:t>
        </a:r>
      </a:p>
    </p188:txBody>
  </p188:cm>
</p188:cmLst>
</file>

<file path=ppt/comments/modernComment_185_66F132CA.xml><?xml version="1.0" encoding="utf-8"?>
<p188:cmLst xmlns:a="http://schemas.openxmlformats.org/drawingml/2006/main" xmlns:r="http://schemas.openxmlformats.org/officeDocument/2006/relationships" xmlns:p188="http://schemas.microsoft.com/office/powerpoint/2018/8/main">
  <p188:cm id="{22088425-5E8B-4E49-BCFB-CA9A9B12AC78}" authorId="{1034C96D-8FFA-7022-C3ED-C6D5788AF0BB}" created="2025-11-28T11:12:33.649">
    <ac:deMkLst xmlns:ac="http://schemas.microsoft.com/office/drawing/2013/main/command">
      <pc:docMk xmlns:pc="http://schemas.microsoft.com/office/powerpoint/2013/main/command"/>
      <pc:sldMk xmlns:pc="http://schemas.microsoft.com/office/powerpoint/2013/main/command" cId="1727083210" sldId="389"/>
      <ac:graphicFrameMk id="3" creationId="{C23F49F0-801E-948B-C6E4-E16B1B11326A}"/>
    </ac:deMkLst>
    <p188:txBody>
      <a:bodyPr/>
      <a:lstStyle/>
      <a:p>
        <a:r>
          <a:rPr lang="en-US"/>
          <a:t>[@Ishan Aggarwal] It might be worth mentioning price is cost plus currently. Especially as John, Mary Goodwin mentioned this in reviews</a:t>
        </a:r>
      </a:p>
    </p188:txBody>
  </p188:cm>
</p188:cmLst>
</file>

<file path=ppt/comments/modernComment_190_FC72C73A.xml><?xml version="1.0" encoding="utf-8"?>
<p188:cmLst xmlns:a="http://schemas.openxmlformats.org/drawingml/2006/main" xmlns:r="http://schemas.openxmlformats.org/officeDocument/2006/relationships" xmlns:p188="http://schemas.microsoft.com/office/powerpoint/2018/8/main">
  <p188:cm id="{17EFFDEA-A5FE-4092-A186-B32EF362EEE2}" authorId="{1034C96D-8FFA-7022-C3ED-C6D5788AF0BB}" created="2025-11-28T11:16:06.160">
    <pc:sldMkLst xmlns:pc="http://schemas.microsoft.com/office/powerpoint/2013/main/command">
      <pc:docMk/>
      <pc:sldMk cId="4235380538" sldId="400"/>
    </pc:sldMkLst>
    <p188:txBody>
      <a:bodyPr/>
      <a:lstStyle/>
      <a:p>
        <a:r>
          <a:rPr lang="en-US"/>
          <a:t>[@Ishan Aggarwal] Worth doing same chart for consumer machines? Just so people do not think this is commercial only project?</a:t>
        </a:r>
      </a:p>
    </p188:txBody>
  </p188:cm>
</p188:cmLst>
</file>

<file path=ppt/comments/modernComment_192_8B127E27.xml><?xml version="1.0" encoding="utf-8"?>
<p188:cmLst xmlns:a="http://schemas.openxmlformats.org/drawingml/2006/main" xmlns:r="http://schemas.openxmlformats.org/officeDocument/2006/relationships" xmlns:p188="http://schemas.microsoft.com/office/powerpoint/2018/8/main">
  <p188:cm id="{DCF45C31-C29F-4FD7-8163-2F24B5150211}" authorId="{1034C96D-8FFA-7022-C3ED-C6D5788AF0BB}" created="2025-11-28T11:10:59.082">
    <pc:sldMkLst xmlns:pc="http://schemas.microsoft.com/office/powerpoint/2013/main/command">
      <pc:docMk/>
      <pc:sldMk cId="2333244967" sldId="402"/>
    </pc:sldMkLst>
    <p188:txBody>
      <a:bodyPr/>
      <a:lstStyle/>
      <a:p>
        <a:r>
          <a:rPr lang="en-US"/>
          <a:t>[@Ishan Aggarwal]  what is TB?</a:t>
        </a:r>
      </a:p>
    </p188:txBody>
  </p188:cm>
</p188:cmLst>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6A14A1C-6C31-4630-BA9E-7971EDCA9BCD}" type="doc">
      <dgm:prSet loTypeId="urn:microsoft.com/office/officeart/2005/8/layout/lProcess2" loCatId="list" qsTypeId="urn:microsoft.com/office/officeart/2005/8/quickstyle/3d4" qsCatId="3D" csTypeId="urn:microsoft.com/office/officeart/2005/8/colors/colorful1" csCatId="colorful" phldr="1"/>
      <dgm:spPr/>
      <dgm:t>
        <a:bodyPr/>
        <a:lstStyle/>
        <a:p>
          <a:endParaRPr lang="en-GB"/>
        </a:p>
      </dgm:t>
    </dgm:pt>
    <dgm:pt modelId="{70172EC6-F125-4BA2-B29B-6FE230148C21}">
      <dgm:prSet phldrT="[Text]" phldr="0"/>
      <dgm:spPr/>
      <dgm:t>
        <a:bodyPr/>
        <a:lstStyle/>
        <a:p>
          <a:r>
            <a:rPr lang="en-GB"/>
            <a:t>The Problem</a:t>
          </a:r>
        </a:p>
      </dgm:t>
    </dgm:pt>
    <dgm:pt modelId="{57AE5F15-7032-44B4-B07C-DC1FEF138EF3}" type="parTrans" cxnId="{8A1A334D-0560-41E4-A09A-B9A4F8EE2394}">
      <dgm:prSet/>
      <dgm:spPr/>
      <dgm:t>
        <a:bodyPr/>
        <a:lstStyle/>
        <a:p>
          <a:endParaRPr lang="en-GB"/>
        </a:p>
      </dgm:t>
    </dgm:pt>
    <dgm:pt modelId="{F4C26B43-81AD-4417-948F-76D1B30E07DF}" type="sibTrans" cxnId="{8A1A334D-0560-41E4-A09A-B9A4F8EE2394}">
      <dgm:prSet/>
      <dgm:spPr/>
      <dgm:t>
        <a:bodyPr/>
        <a:lstStyle/>
        <a:p>
          <a:endParaRPr lang="en-GB"/>
        </a:p>
      </dgm:t>
    </dgm:pt>
    <dgm:pt modelId="{99C46A06-E8DB-40C7-888A-6994A6E25818}">
      <dgm:prSet phldrT="[Text]"/>
      <dgm:spPr/>
      <dgm:t>
        <a:bodyPr/>
        <a:lstStyle/>
        <a:p>
          <a:pPr>
            <a:buNone/>
          </a:pPr>
          <a:r>
            <a:rPr lang="en-GB" b="1"/>
            <a:t>How much more a customer is willing to pay as term increases</a:t>
          </a:r>
          <a:endParaRPr lang="en-GB"/>
        </a:p>
      </dgm:t>
    </dgm:pt>
    <dgm:pt modelId="{CC7F0068-FA7E-4588-9CB6-CF25FF0A5AD5}" type="parTrans" cxnId="{907360E2-6548-4BFD-A6AB-082ECE718B12}">
      <dgm:prSet/>
      <dgm:spPr/>
      <dgm:t>
        <a:bodyPr/>
        <a:lstStyle/>
        <a:p>
          <a:endParaRPr lang="en-GB"/>
        </a:p>
      </dgm:t>
    </dgm:pt>
    <dgm:pt modelId="{7D5EB9D9-DB33-440B-824B-EB04FE2C8E91}" type="sibTrans" cxnId="{907360E2-6548-4BFD-A6AB-082ECE718B12}">
      <dgm:prSet/>
      <dgm:spPr/>
      <dgm:t>
        <a:bodyPr/>
        <a:lstStyle/>
        <a:p>
          <a:endParaRPr lang="en-GB"/>
        </a:p>
      </dgm:t>
    </dgm:pt>
    <dgm:pt modelId="{E1A88627-7606-4269-AE8D-1E5AE2EDB05C}">
      <dgm:prSet phldrT="[Text]"/>
      <dgm:spPr/>
      <dgm:t>
        <a:bodyPr/>
        <a:lstStyle/>
        <a:p>
          <a:pPr>
            <a:buNone/>
          </a:pPr>
          <a:r>
            <a:rPr lang="en-GB" b="1"/>
            <a:t>This increase is not linear</a:t>
          </a:r>
          <a:endParaRPr lang="en-GB"/>
        </a:p>
      </dgm:t>
    </dgm:pt>
    <dgm:pt modelId="{38058C91-7ADC-4FA0-B746-A5EDCECD13CC}" type="parTrans" cxnId="{12127DE0-1A6B-4F26-B494-1DB20A0A258D}">
      <dgm:prSet/>
      <dgm:spPr/>
      <dgm:t>
        <a:bodyPr/>
        <a:lstStyle/>
        <a:p>
          <a:endParaRPr lang="en-GB"/>
        </a:p>
      </dgm:t>
    </dgm:pt>
    <dgm:pt modelId="{8A0084EF-FC4F-4E2F-8A49-3DA3DE6D2866}" type="sibTrans" cxnId="{12127DE0-1A6B-4F26-B494-1DB20A0A258D}">
      <dgm:prSet/>
      <dgm:spPr/>
      <dgm:t>
        <a:bodyPr/>
        <a:lstStyle/>
        <a:p>
          <a:endParaRPr lang="en-GB"/>
        </a:p>
      </dgm:t>
    </dgm:pt>
    <dgm:pt modelId="{93503BB0-350C-4278-A922-262E26476365}">
      <dgm:prSet phldrT="[Text]" phldr="0"/>
      <dgm:spPr/>
      <dgm:t>
        <a:bodyPr/>
        <a:lstStyle/>
        <a:p>
          <a:r>
            <a:rPr lang="en-GB"/>
            <a:t>Why the log function</a:t>
          </a:r>
        </a:p>
      </dgm:t>
    </dgm:pt>
    <dgm:pt modelId="{B39A8CC1-4D0D-486D-A84F-6DC08027EFF4}" type="parTrans" cxnId="{39ABAC0D-7F47-4F15-8C8A-96477B1FE257}">
      <dgm:prSet/>
      <dgm:spPr/>
      <dgm:t>
        <a:bodyPr/>
        <a:lstStyle/>
        <a:p>
          <a:endParaRPr lang="en-GB"/>
        </a:p>
      </dgm:t>
    </dgm:pt>
    <dgm:pt modelId="{0BF9F06A-068E-4EB0-B574-5E720A9406BA}" type="sibTrans" cxnId="{39ABAC0D-7F47-4F15-8C8A-96477B1FE257}">
      <dgm:prSet/>
      <dgm:spPr/>
      <dgm:t>
        <a:bodyPr/>
        <a:lstStyle/>
        <a:p>
          <a:endParaRPr lang="en-GB"/>
        </a:p>
      </dgm:t>
    </dgm:pt>
    <dgm:pt modelId="{CD31D40C-1D91-437A-BD28-454712BE2205}">
      <dgm:prSet phldrT="[Text]" phldr="0"/>
      <dgm:spPr/>
      <dgm:t>
        <a:bodyPr/>
        <a:lstStyle/>
        <a:p>
          <a:r>
            <a:rPr lang="en-GB"/>
            <a:t>Perfectly matches the behavioural curve of “willingness to pay”</a:t>
          </a:r>
        </a:p>
      </dgm:t>
    </dgm:pt>
    <dgm:pt modelId="{26ABAC45-EDA6-4D92-8082-E0F69A9F0B42}" type="parTrans" cxnId="{4D7CE48F-98B3-4360-919D-B592C4E2666D}">
      <dgm:prSet/>
      <dgm:spPr/>
      <dgm:t>
        <a:bodyPr/>
        <a:lstStyle/>
        <a:p>
          <a:endParaRPr lang="en-GB"/>
        </a:p>
      </dgm:t>
    </dgm:pt>
    <dgm:pt modelId="{96707E2B-0FA8-45EC-BC84-6717A26E0A0A}" type="sibTrans" cxnId="{4D7CE48F-98B3-4360-919D-B592C4E2666D}">
      <dgm:prSet/>
      <dgm:spPr/>
      <dgm:t>
        <a:bodyPr/>
        <a:lstStyle/>
        <a:p>
          <a:endParaRPr lang="en-GB"/>
        </a:p>
      </dgm:t>
    </dgm:pt>
    <dgm:pt modelId="{8FB49B34-8978-430B-BB6A-EC1C272E4CD8}">
      <dgm:prSet phldrT="[Text]" phldr="0"/>
      <dgm:spPr/>
      <dgm:t>
        <a:bodyPr/>
        <a:lstStyle/>
        <a:p>
          <a:r>
            <a:rPr lang="en-GB"/>
            <a:t>Adjust it to make commercial sense</a:t>
          </a:r>
        </a:p>
      </dgm:t>
    </dgm:pt>
    <dgm:pt modelId="{5543BB0A-6672-4047-8C99-A3C67506A258}" type="parTrans" cxnId="{FC3EC9A9-5D2F-4FC7-9900-BF2B5FE345C2}">
      <dgm:prSet/>
      <dgm:spPr/>
      <dgm:t>
        <a:bodyPr/>
        <a:lstStyle/>
        <a:p>
          <a:endParaRPr lang="en-GB"/>
        </a:p>
      </dgm:t>
    </dgm:pt>
    <dgm:pt modelId="{D4E31596-EBC5-464E-AB83-AC7CAEF690FC}" type="sibTrans" cxnId="{FC3EC9A9-5D2F-4FC7-9900-BF2B5FE345C2}">
      <dgm:prSet/>
      <dgm:spPr/>
      <dgm:t>
        <a:bodyPr/>
        <a:lstStyle/>
        <a:p>
          <a:endParaRPr lang="en-GB"/>
        </a:p>
      </dgm:t>
    </dgm:pt>
    <dgm:pt modelId="{DAD924E0-9F98-4C11-B922-50929A3F3A3C}">
      <dgm:prSet phldrT="[Text]" phldr="0"/>
      <dgm:spPr/>
      <dgm:t>
        <a:bodyPr/>
        <a:lstStyle/>
        <a:p>
          <a:r>
            <a:rPr lang="en-GB"/>
            <a:t>The Constraints</a:t>
          </a:r>
        </a:p>
      </dgm:t>
    </dgm:pt>
    <dgm:pt modelId="{F899C60A-33CE-4F31-9303-5D511E53FA37}" type="parTrans" cxnId="{95DB256A-E9D4-425A-8C84-C81204F7244D}">
      <dgm:prSet/>
      <dgm:spPr/>
      <dgm:t>
        <a:bodyPr/>
        <a:lstStyle/>
        <a:p>
          <a:endParaRPr lang="en-GB"/>
        </a:p>
      </dgm:t>
    </dgm:pt>
    <dgm:pt modelId="{4024AB73-A4D9-4A2A-AD6C-93834FED636C}" type="sibTrans" cxnId="{95DB256A-E9D4-425A-8C84-C81204F7244D}">
      <dgm:prSet/>
      <dgm:spPr/>
      <dgm:t>
        <a:bodyPr/>
        <a:lstStyle/>
        <a:p>
          <a:endParaRPr lang="en-GB"/>
        </a:p>
      </dgm:t>
    </dgm:pt>
    <dgm:pt modelId="{4DF4A49C-705F-45BA-A91E-C02497EF8149}">
      <dgm:prSet phldrT="[Text]"/>
      <dgm:spPr/>
      <dgm:t>
        <a:bodyPr/>
        <a:lstStyle/>
        <a:p>
          <a:pPr>
            <a:buNone/>
          </a:pPr>
          <a:r>
            <a:rPr lang="en-GB" b="1"/>
            <a:t>Two anchor points, based on 1Y and 5Y</a:t>
          </a:r>
          <a:endParaRPr lang="en-GB"/>
        </a:p>
      </dgm:t>
    </dgm:pt>
    <dgm:pt modelId="{4DAF4D3E-20AB-4167-BA04-BFE99C99A565}" type="parTrans" cxnId="{8EE582FD-4CE5-46D0-8B85-65D4A31A29AA}">
      <dgm:prSet/>
      <dgm:spPr/>
      <dgm:t>
        <a:bodyPr/>
        <a:lstStyle/>
        <a:p>
          <a:endParaRPr lang="en-GB"/>
        </a:p>
      </dgm:t>
    </dgm:pt>
    <dgm:pt modelId="{BCEB86A8-BB49-4ACD-B19B-941A0D2B9A44}" type="sibTrans" cxnId="{8EE582FD-4CE5-46D0-8B85-65D4A31A29AA}">
      <dgm:prSet/>
      <dgm:spPr/>
      <dgm:t>
        <a:bodyPr/>
        <a:lstStyle/>
        <a:p>
          <a:endParaRPr lang="en-GB"/>
        </a:p>
      </dgm:t>
    </dgm:pt>
    <dgm:pt modelId="{C1016977-FBC7-4062-A781-66D98500D573}">
      <dgm:prSet phldrT="[Text]" phldr="0"/>
      <dgm:spPr/>
      <dgm:t>
        <a:bodyPr/>
        <a:lstStyle/>
        <a:p>
          <a:r>
            <a:rPr lang="en-GB"/>
            <a:t>Based on customer </a:t>
          </a:r>
          <a:r>
            <a:rPr lang="en-GB" err="1"/>
            <a:t>behavior</a:t>
          </a:r>
          <a:r>
            <a:rPr lang="en-GB"/>
            <a:t> and actual historical sales data</a:t>
          </a:r>
        </a:p>
      </dgm:t>
    </dgm:pt>
    <dgm:pt modelId="{E9637442-A3E3-456A-98E8-C83581A41BB2}" type="parTrans" cxnId="{9EA2704B-19CA-4FB6-BBE8-865BBD542F2B}">
      <dgm:prSet/>
      <dgm:spPr/>
      <dgm:t>
        <a:bodyPr/>
        <a:lstStyle/>
        <a:p>
          <a:endParaRPr lang="en-GB"/>
        </a:p>
      </dgm:t>
    </dgm:pt>
    <dgm:pt modelId="{E0DF6697-FC44-450F-A0BA-A503225762AB}" type="sibTrans" cxnId="{9EA2704B-19CA-4FB6-BBE8-865BBD542F2B}">
      <dgm:prSet/>
      <dgm:spPr/>
      <dgm:t>
        <a:bodyPr/>
        <a:lstStyle/>
        <a:p>
          <a:endParaRPr lang="en-GB"/>
        </a:p>
      </dgm:t>
    </dgm:pt>
    <dgm:pt modelId="{207E5E6B-5F2F-4536-BE64-D5995556E841}" type="pres">
      <dgm:prSet presAssocID="{A6A14A1C-6C31-4630-BA9E-7971EDCA9BCD}" presName="theList" presStyleCnt="0">
        <dgm:presLayoutVars>
          <dgm:dir/>
          <dgm:animLvl val="lvl"/>
          <dgm:resizeHandles val="exact"/>
        </dgm:presLayoutVars>
      </dgm:prSet>
      <dgm:spPr/>
    </dgm:pt>
    <dgm:pt modelId="{42B3EB56-DB54-4A10-872B-8E887D46E773}" type="pres">
      <dgm:prSet presAssocID="{70172EC6-F125-4BA2-B29B-6FE230148C21}" presName="compNode" presStyleCnt="0"/>
      <dgm:spPr/>
    </dgm:pt>
    <dgm:pt modelId="{591BE384-528F-403E-993F-1FC3301F103D}" type="pres">
      <dgm:prSet presAssocID="{70172EC6-F125-4BA2-B29B-6FE230148C21}" presName="aNode" presStyleLbl="bgShp" presStyleIdx="0" presStyleCnt="3"/>
      <dgm:spPr/>
    </dgm:pt>
    <dgm:pt modelId="{0B47B089-BF8E-4196-AC2C-C43FA79EF9F9}" type="pres">
      <dgm:prSet presAssocID="{70172EC6-F125-4BA2-B29B-6FE230148C21}" presName="textNode" presStyleLbl="bgShp" presStyleIdx="0" presStyleCnt="3"/>
      <dgm:spPr/>
    </dgm:pt>
    <dgm:pt modelId="{247B3CC3-1481-4E09-9A48-1C0A80C59149}" type="pres">
      <dgm:prSet presAssocID="{70172EC6-F125-4BA2-B29B-6FE230148C21}" presName="compChildNode" presStyleCnt="0"/>
      <dgm:spPr/>
    </dgm:pt>
    <dgm:pt modelId="{60FD77FC-D27D-45DC-8420-3BBE7E54FFA6}" type="pres">
      <dgm:prSet presAssocID="{70172EC6-F125-4BA2-B29B-6FE230148C21}" presName="theInnerList" presStyleCnt="0"/>
      <dgm:spPr/>
    </dgm:pt>
    <dgm:pt modelId="{F261533E-5AE6-431C-8AD8-C5B1FED5E84E}" type="pres">
      <dgm:prSet presAssocID="{99C46A06-E8DB-40C7-888A-6994A6E25818}" presName="childNode" presStyleLbl="node1" presStyleIdx="0" presStyleCnt="6">
        <dgm:presLayoutVars>
          <dgm:bulletEnabled val="1"/>
        </dgm:presLayoutVars>
      </dgm:prSet>
      <dgm:spPr/>
    </dgm:pt>
    <dgm:pt modelId="{55208423-88F4-450E-93A6-4276B6A43678}" type="pres">
      <dgm:prSet presAssocID="{99C46A06-E8DB-40C7-888A-6994A6E25818}" presName="aSpace2" presStyleCnt="0"/>
      <dgm:spPr/>
    </dgm:pt>
    <dgm:pt modelId="{0AECFF18-C404-4969-B4BA-01C540740453}" type="pres">
      <dgm:prSet presAssocID="{E1A88627-7606-4269-AE8D-1E5AE2EDB05C}" presName="childNode" presStyleLbl="node1" presStyleIdx="1" presStyleCnt="6">
        <dgm:presLayoutVars>
          <dgm:bulletEnabled val="1"/>
        </dgm:presLayoutVars>
      </dgm:prSet>
      <dgm:spPr/>
    </dgm:pt>
    <dgm:pt modelId="{1C950823-C679-4A34-8DFA-F88CB19F9712}" type="pres">
      <dgm:prSet presAssocID="{70172EC6-F125-4BA2-B29B-6FE230148C21}" presName="aSpace" presStyleCnt="0"/>
      <dgm:spPr/>
    </dgm:pt>
    <dgm:pt modelId="{1AB7F48D-B75A-44F1-B331-43B2A07030E0}" type="pres">
      <dgm:prSet presAssocID="{93503BB0-350C-4278-A922-262E26476365}" presName="compNode" presStyleCnt="0"/>
      <dgm:spPr/>
    </dgm:pt>
    <dgm:pt modelId="{186C009F-D2B0-4495-9DC6-C884C19984E3}" type="pres">
      <dgm:prSet presAssocID="{93503BB0-350C-4278-A922-262E26476365}" presName="aNode" presStyleLbl="bgShp" presStyleIdx="1" presStyleCnt="3"/>
      <dgm:spPr/>
    </dgm:pt>
    <dgm:pt modelId="{4DCD6580-A774-4995-B525-D9A63AB1A14C}" type="pres">
      <dgm:prSet presAssocID="{93503BB0-350C-4278-A922-262E26476365}" presName="textNode" presStyleLbl="bgShp" presStyleIdx="1" presStyleCnt="3"/>
      <dgm:spPr/>
    </dgm:pt>
    <dgm:pt modelId="{C652A509-7874-40D8-8711-0383757A5A37}" type="pres">
      <dgm:prSet presAssocID="{93503BB0-350C-4278-A922-262E26476365}" presName="compChildNode" presStyleCnt="0"/>
      <dgm:spPr/>
    </dgm:pt>
    <dgm:pt modelId="{BAA3E411-CC20-4178-8A54-2673F0867E47}" type="pres">
      <dgm:prSet presAssocID="{93503BB0-350C-4278-A922-262E26476365}" presName="theInnerList" presStyleCnt="0"/>
      <dgm:spPr/>
    </dgm:pt>
    <dgm:pt modelId="{EAED32E8-1117-4EA8-B39C-829A4F3BC20F}" type="pres">
      <dgm:prSet presAssocID="{CD31D40C-1D91-437A-BD28-454712BE2205}" presName="childNode" presStyleLbl="node1" presStyleIdx="2" presStyleCnt="6">
        <dgm:presLayoutVars>
          <dgm:bulletEnabled val="1"/>
        </dgm:presLayoutVars>
      </dgm:prSet>
      <dgm:spPr/>
    </dgm:pt>
    <dgm:pt modelId="{2ACA4BF8-1B71-4D0F-86DF-2018A46D5F2E}" type="pres">
      <dgm:prSet presAssocID="{CD31D40C-1D91-437A-BD28-454712BE2205}" presName="aSpace2" presStyleCnt="0"/>
      <dgm:spPr/>
    </dgm:pt>
    <dgm:pt modelId="{51DAD887-1B58-46E6-AAE2-D89BA7F11999}" type="pres">
      <dgm:prSet presAssocID="{8FB49B34-8978-430B-BB6A-EC1C272E4CD8}" presName="childNode" presStyleLbl="node1" presStyleIdx="3" presStyleCnt="6">
        <dgm:presLayoutVars>
          <dgm:bulletEnabled val="1"/>
        </dgm:presLayoutVars>
      </dgm:prSet>
      <dgm:spPr/>
    </dgm:pt>
    <dgm:pt modelId="{4F3D7633-4008-457E-B8CE-226267DF2F47}" type="pres">
      <dgm:prSet presAssocID="{93503BB0-350C-4278-A922-262E26476365}" presName="aSpace" presStyleCnt="0"/>
      <dgm:spPr/>
    </dgm:pt>
    <dgm:pt modelId="{5B7DE5A6-AE96-4C21-9399-8B522E7503F5}" type="pres">
      <dgm:prSet presAssocID="{DAD924E0-9F98-4C11-B922-50929A3F3A3C}" presName="compNode" presStyleCnt="0"/>
      <dgm:spPr/>
    </dgm:pt>
    <dgm:pt modelId="{66B14822-3340-42AE-B887-4CAB29EBA165}" type="pres">
      <dgm:prSet presAssocID="{DAD924E0-9F98-4C11-B922-50929A3F3A3C}" presName="aNode" presStyleLbl="bgShp" presStyleIdx="2" presStyleCnt="3"/>
      <dgm:spPr/>
    </dgm:pt>
    <dgm:pt modelId="{A0D077ED-C1CC-4817-B25B-525CD6D30724}" type="pres">
      <dgm:prSet presAssocID="{DAD924E0-9F98-4C11-B922-50929A3F3A3C}" presName="textNode" presStyleLbl="bgShp" presStyleIdx="2" presStyleCnt="3"/>
      <dgm:spPr/>
    </dgm:pt>
    <dgm:pt modelId="{96B3E09B-066B-4570-B23E-EA9738755340}" type="pres">
      <dgm:prSet presAssocID="{DAD924E0-9F98-4C11-B922-50929A3F3A3C}" presName="compChildNode" presStyleCnt="0"/>
      <dgm:spPr/>
    </dgm:pt>
    <dgm:pt modelId="{14E8A0AC-1841-45BC-B01A-B5FF7EFC7EC1}" type="pres">
      <dgm:prSet presAssocID="{DAD924E0-9F98-4C11-B922-50929A3F3A3C}" presName="theInnerList" presStyleCnt="0"/>
      <dgm:spPr/>
    </dgm:pt>
    <dgm:pt modelId="{1EA0E399-B26C-491A-AAA4-7066C5A5471E}" type="pres">
      <dgm:prSet presAssocID="{4DF4A49C-705F-45BA-A91E-C02497EF8149}" presName="childNode" presStyleLbl="node1" presStyleIdx="4" presStyleCnt="6">
        <dgm:presLayoutVars>
          <dgm:bulletEnabled val="1"/>
        </dgm:presLayoutVars>
      </dgm:prSet>
      <dgm:spPr/>
    </dgm:pt>
    <dgm:pt modelId="{FBDCD8A2-C956-47EC-BDA6-162E47AA46A0}" type="pres">
      <dgm:prSet presAssocID="{4DF4A49C-705F-45BA-A91E-C02497EF8149}" presName="aSpace2" presStyleCnt="0"/>
      <dgm:spPr/>
    </dgm:pt>
    <dgm:pt modelId="{D0BE05ED-5F27-4720-845A-EB74F152AAD3}" type="pres">
      <dgm:prSet presAssocID="{C1016977-FBC7-4062-A781-66D98500D573}" presName="childNode" presStyleLbl="node1" presStyleIdx="5" presStyleCnt="6">
        <dgm:presLayoutVars>
          <dgm:bulletEnabled val="1"/>
        </dgm:presLayoutVars>
      </dgm:prSet>
      <dgm:spPr/>
    </dgm:pt>
  </dgm:ptLst>
  <dgm:cxnLst>
    <dgm:cxn modelId="{B6E77701-F42A-499B-8686-DA09E59B5195}" type="presOf" srcId="{E1A88627-7606-4269-AE8D-1E5AE2EDB05C}" destId="{0AECFF18-C404-4969-B4BA-01C540740453}" srcOrd="0" destOrd="0" presId="urn:microsoft.com/office/officeart/2005/8/layout/lProcess2"/>
    <dgm:cxn modelId="{227CE306-1C1D-45D4-86E8-746FA49DAC71}" type="presOf" srcId="{70172EC6-F125-4BA2-B29B-6FE230148C21}" destId="{591BE384-528F-403E-993F-1FC3301F103D}" srcOrd="0" destOrd="0" presId="urn:microsoft.com/office/officeart/2005/8/layout/lProcess2"/>
    <dgm:cxn modelId="{39ABAC0D-7F47-4F15-8C8A-96477B1FE257}" srcId="{A6A14A1C-6C31-4630-BA9E-7971EDCA9BCD}" destId="{93503BB0-350C-4278-A922-262E26476365}" srcOrd="1" destOrd="0" parTransId="{B39A8CC1-4D0D-486D-A84F-6DC08027EFF4}" sibTransId="{0BF9F06A-068E-4EB0-B574-5E720A9406BA}"/>
    <dgm:cxn modelId="{55E68D10-700B-4C75-90BD-C3F2042F34C1}" type="presOf" srcId="{8FB49B34-8978-430B-BB6A-EC1C272E4CD8}" destId="{51DAD887-1B58-46E6-AAE2-D89BA7F11999}" srcOrd="0" destOrd="0" presId="urn:microsoft.com/office/officeart/2005/8/layout/lProcess2"/>
    <dgm:cxn modelId="{59239C2C-C063-44EE-A659-E885F4A97A3A}" type="presOf" srcId="{70172EC6-F125-4BA2-B29B-6FE230148C21}" destId="{0B47B089-BF8E-4196-AC2C-C43FA79EF9F9}" srcOrd="1" destOrd="0" presId="urn:microsoft.com/office/officeart/2005/8/layout/lProcess2"/>
    <dgm:cxn modelId="{1F6CBE3F-2CB4-4924-9F0D-EEC511E251AE}" type="presOf" srcId="{DAD924E0-9F98-4C11-B922-50929A3F3A3C}" destId="{66B14822-3340-42AE-B887-4CAB29EBA165}" srcOrd="0" destOrd="0" presId="urn:microsoft.com/office/officeart/2005/8/layout/lProcess2"/>
    <dgm:cxn modelId="{95DB256A-E9D4-425A-8C84-C81204F7244D}" srcId="{A6A14A1C-6C31-4630-BA9E-7971EDCA9BCD}" destId="{DAD924E0-9F98-4C11-B922-50929A3F3A3C}" srcOrd="2" destOrd="0" parTransId="{F899C60A-33CE-4F31-9303-5D511E53FA37}" sibTransId="{4024AB73-A4D9-4A2A-AD6C-93834FED636C}"/>
    <dgm:cxn modelId="{9EA2704B-19CA-4FB6-BBE8-865BBD542F2B}" srcId="{DAD924E0-9F98-4C11-B922-50929A3F3A3C}" destId="{C1016977-FBC7-4062-A781-66D98500D573}" srcOrd="1" destOrd="0" parTransId="{E9637442-A3E3-456A-98E8-C83581A41BB2}" sibTransId="{E0DF6697-FC44-450F-A0BA-A503225762AB}"/>
    <dgm:cxn modelId="{8A1A334D-0560-41E4-A09A-B9A4F8EE2394}" srcId="{A6A14A1C-6C31-4630-BA9E-7971EDCA9BCD}" destId="{70172EC6-F125-4BA2-B29B-6FE230148C21}" srcOrd="0" destOrd="0" parTransId="{57AE5F15-7032-44B4-B07C-DC1FEF138EF3}" sibTransId="{F4C26B43-81AD-4417-948F-76D1B30E07DF}"/>
    <dgm:cxn modelId="{74851F73-52E1-40D1-8944-5F9B44D17686}" type="presOf" srcId="{99C46A06-E8DB-40C7-888A-6994A6E25818}" destId="{F261533E-5AE6-431C-8AD8-C5B1FED5E84E}" srcOrd="0" destOrd="0" presId="urn:microsoft.com/office/officeart/2005/8/layout/lProcess2"/>
    <dgm:cxn modelId="{F4E9C655-8AA9-4CD4-B3B5-2A4D3B1D42D9}" type="presOf" srcId="{DAD924E0-9F98-4C11-B922-50929A3F3A3C}" destId="{A0D077ED-C1CC-4817-B25B-525CD6D30724}" srcOrd="1" destOrd="0" presId="urn:microsoft.com/office/officeart/2005/8/layout/lProcess2"/>
    <dgm:cxn modelId="{4A351676-1D8D-4EE5-8E4F-90CDB077C258}" type="presOf" srcId="{A6A14A1C-6C31-4630-BA9E-7971EDCA9BCD}" destId="{207E5E6B-5F2F-4536-BE64-D5995556E841}" srcOrd="0" destOrd="0" presId="urn:microsoft.com/office/officeart/2005/8/layout/lProcess2"/>
    <dgm:cxn modelId="{06044A7F-449D-4B47-9954-F203A8E2F582}" type="presOf" srcId="{93503BB0-350C-4278-A922-262E26476365}" destId="{4DCD6580-A774-4995-B525-D9A63AB1A14C}" srcOrd="1" destOrd="0" presId="urn:microsoft.com/office/officeart/2005/8/layout/lProcess2"/>
    <dgm:cxn modelId="{F5B74A8E-EF6C-4183-8A07-1B85E879402F}" type="presOf" srcId="{C1016977-FBC7-4062-A781-66D98500D573}" destId="{D0BE05ED-5F27-4720-845A-EB74F152AAD3}" srcOrd="0" destOrd="0" presId="urn:microsoft.com/office/officeart/2005/8/layout/lProcess2"/>
    <dgm:cxn modelId="{4D7CE48F-98B3-4360-919D-B592C4E2666D}" srcId="{93503BB0-350C-4278-A922-262E26476365}" destId="{CD31D40C-1D91-437A-BD28-454712BE2205}" srcOrd="0" destOrd="0" parTransId="{26ABAC45-EDA6-4D92-8082-E0F69A9F0B42}" sibTransId="{96707E2B-0FA8-45EC-BC84-6717A26E0A0A}"/>
    <dgm:cxn modelId="{FC3EC9A9-5D2F-4FC7-9900-BF2B5FE345C2}" srcId="{93503BB0-350C-4278-A922-262E26476365}" destId="{8FB49B34-8978-430B-BB6A-EC1C272E4CD8}" srcOrd="1" destOrd="0" parTransId="{5543BB0A-6672-4047-8C99-A3C67506A258}" sibTransId="{D4E31596-EBC5-464E-AB83-AC7CAEF690FC}"/>
    <dgm:cxn modelId="{E7AAE2B7-9749-4FF6-ACE5-F438F8ED9C6E}" type="presOf" srcId="{CD31D40C-1D91-437A-BD28-454712BE2205}" destId="{EAED32E8-1117-4EA8-B39C-829A4F3BC20F}" srcOrd="0" destOrd="0" presId="urn:microsoft.com/office/officeart/2005/8/layout/lProcess2"/>
    <dgm:cxn modelId="{202B80C6-DFBF-47EC-BE79-3D8C974AF614}" type="presOf" srcId="{4DF4A49C-705F-45BA-A91E-C02497EF8149}" destId="{1EA0E399-B26C-491A-AAA4-7066C5A5471E}" srcOrd="0" destOrd="0" presId="urn:microsoft.com/office/officeart/2005/8/layout/lProcess2"/>
    <dgm:cxn modelId="{12127DE0-1A6B-4F26-B494-1DB20A0A258D}" srcId="{70172EC6-F125-4BA2-B29B-6FE230148C21}" destId="{E1A88627-7606-4269-AE8D-1E5AE2EDB05C}" srcOrd="1" destOrd="0" parTransId="{38058C91-7ADC-4FA0-B746-A5EDCECD13CC}" sibTransId="{8A0084EF-FC4F-4E2F-8A49-3DA3DE6D2866}"/>
    <dgm:cxn modelId="{907360E2-6548-4BFD-A6AB-082ECE718B12}" srcId="{70172EC6-F125-4BA2-B29B-6FE230148C21}" destId="{99C46A06-E8DB-40C7-888A-6994A6E25818}" srcOrd="0" destOrd="0" parTransId="{CC7F0068-FA7E-4588-9CB6-CF25FF0A5AD5}" sibTransId="{7D5EB9D9-DB33-440B-824B-EB04FE2C8E91}"/>
    <dgm:cxn modelId="{8EE582FD-4CE5-46D0-8B85-65D4A31A29AA}" srcId="{DAD924E0-9F98-4C11-B922-50929A3F3A3C}" destId="{4DF4A49C-705F-45BA-A91E-C02497EF8149}" srcOrd="0" destOrd="0" parTransId="{4DAF4D3E-20AB-4167-BA04-BFE99C99A565}" sibTransId="{BCEB86A8-BB49-4ACD-B19B-941A0D2B9A44}"/>
    <dgm:cxn modelId="{E691D5FD-FDDE-42DA-BFAC-D7302240A053}" type="presOf" srcId="{93503BB0-350C-4278-A922-262E26476365}" destId="{186C009F-D2B0-4495-9DC6-C884C19984E3}" srcOrd="0" destOrd="0" presId="urn:microsoft.com/office/officeart/2005/8/layout/lProcess2"/>
    <dgm:cxn modelId="{CA2160CC-AF50-4399-B145-4263BF979574}" type="presParOf" srcId="{207E5E6B-5F2F-4536-BE64-D5995556E841}" destId="{42B3EB56-DB54-4A10-872B-8E887D46E773}" srcOrd="0" destOrd="0" presId="urn:microsoft.com/office/officeart/2005/8/layout/lProcess2"/>
    <dgm:cxn modelId="{57CC97E5-C5CD-49AB-9AE5-BC486A9F60CD}" type="presParOf" srcId="{42B3EB56-DB54-4A10-872B-8E887D46E773}" destId="{591BE384-528F-403E-993F-1FC3301F103D}" srcOrd="0" destOrd="0" presId="urn:microsoft.com/office/officeart/2005/8/layout/lProcess2"/>
    <dgm:cxn modelId="{9711B91D-B49A-4A18-8AF5-1879865A8E96}" type="presParOf" srcId="{42B3EB56-DB54-4A10-872B-8E887D46E773}" destId="{0B47B089-BF8E-4196-AC2C-C43FA79EF9F9}" srcOrd="1" destOrd="0" presId="urn:microsoft.com/office/officeart/2005/8/layout/lProcess2"/>
    <dgm:cxn modelId="{D0F2F74C-39A1-43B1-B0D4-732D07FA7230}" type="presParOf" srcId="{42B3EB56-DB54-4A10-872B-8E887D46E773}" destId="{247B3CC3-1481-4E09-9A48-1C0A80C59149}" srcOrd="2" destOrd="0" presId="urn:microsoft.com/office/officeart/2005/8/layout/lProcess2"/>
    <dgm:cxn modelId="{0A15BFAB-D3DF-477C-A42B-FA3F6F8243E8}" type="presParOf" srcId="{247B3CC3-1481-4E09-9A48-1C0A80C59149}" destId="{60FD77FC-D27D-45DC-8420-3BBE7E54FFA6}" srcOrd="0" destOrd="0" presId="urn:microsoft.com/office/officeart/2005/8/layout/lProcess2"/>
    <dgm:cxn modelId="{BBFA96CE-F97C-4F1A-AC65-CE1875375749}" type="presParOf" srcId="{60FD77FC-D27D-45DC-8420-3BBE7E54FFA6}" destId="{F261533E-5AE6-431C-8AD8-C5B1FED5E84E}" srcOrd="0" destOrd="0" presId="urn:microsoft.com/office/officeart/2005/8/layout/lProcess2"/>
    <dgm:cxn modelId="{38D011BD-8E7C-4604-941E-7580CEACFC5A}" type="presParOf" srcId="{60FD77FC-D27D-45DC-8420-3BBE7E54FFA6}" destId="{55208423-88F4-450E-93A6-4276B6A43678}" srcOrd="1" destOrd="0" presId="urn:microsoft.com/office/officeart/2005/8/layout/lProcess2"/>
    <dgm:cxn modelId="{139824C3-67CF-42F7-952D-62937844ECBF}" type="presParOf" srcId="{60FD77FC-D27D-45DC-8420-3BBE7E54FFA6}" destId="{0AECFF18-C404-4969-B4BA-01C540740453}" srcOrd="2" destOrd="0" presId="urn:microsoft.com/office/officeart/2005/8/layout/lProcess2"/>
    <dgm:cxn modelId="{31F16B70-F333-497C-8881-82FD512E7903}" type="presParOf" srcId="{207E5E6B-5F2F-4536-BE64-D5995556E841}" destId="{1C950823-C679-4A34-8DFA-F88CB19F9712}" srcOrd="1" destOrd="0" presId="urn:microsoft.com/office/officeart/2005/8/layout/lProcess2"/>
    <dgm:cxn modelId="{2AD51F69-C61A-4568-9D98-7203C4D9611C}" type="presParOf" srcId="{207E5E6B-5F2F-4536-BE64-D5995556E841}" destId="{1AB7F48D-B75A-44F1-B331-43B2A07030E0}" srcOrd="2" destOrd="0" presId="urn:microsoft.com/office/officeart/2005/8/layout/lProcess2"/>
    <dgm:cxn modelId="{852A3BF0-C570-42F8-B3C8-C7BFFC2A5B00}" type="presParOf" srcId="{1AB7F48D-B75A-44F1-B331-43B2A07030E0}" destId="{186C009F-D2B0-4495-9DC6-C884C19984E3}" srcOrd="0" destOrd="0" presId="urn:microsoft.com/office/officeart/2005/8/layout/lProcess2"/>
    <dgm:cxn modelId="{45935C20-0568-4EDD-9C36-57F752910C5D}" type="presParOf" srcId="{1AB7F48D-B75A-44F1-B331-43B2A07030E0}" destId="{4DCD6580-A774-4995-B525-D9A63AB1A14C}" srcOrd="1" destOrd="0" presId="urn:microsoft.com/office/officeart/2005/8/layout/lProcess2"/>
    <dgm:cxn modelId="{B6DC4038-4D01-4D27-AAEB-FD8532AA2765}" type="presParOf" srcId="{1AB7F48D-B75A-44F1-B331-43B2A07030E0}" destId="{C652A509-7874-40D8-8711-0383757A5A37}" srcOrd="2" destOrd="0" presId="urn:microsoft.com/office/officeart/2005/8/layout/lProcess2"/>
    <dgm:cxn modelId="{0A54823C-5E77-4B92-A948-529D4761047D}" type="presParOf" srcId="{C652A509-7874-40D8-8711-0383757A5A37}" destId="{BAA3E411-CC20-4178-8A54-2673F0867E47}" srcOrd="0" destOrd="0" presId="urn:microsoft.com/office/officeart/2005/8/layout/lProcess2"/>
    <dgm:cxn modelId="{DE5F7945-7323-4B6D-9BFC-026312E508B3}" type="presParOf" srcId="{BAA3E411-CC20-4178-8A54-2673F0867E47}" destId="{EAED32E8-1117-4EA8-B39C-829A4F3BC20F}" srcOrd="0" destOrd="0" presId="urn:microsoft.com/office/officeart/2005/8/layout/lProcess2"/>
    <dgm:cxn modelId="{C84EF252-D5EA-4655-B55C-00828F4BB5E0}" type="presParOf" srcId="{BAA3E411-CC20-4178-8A54-2673F0867E47}" destId="{2ACA4BF8-1B71-4D0F-86DF-2018A46D5F2E}" srcOrd="1" destOrd="0" presId="urn:microsoft.com/office/officeart/2005/8/layout/lProcess2"/>
    <dgm:cxn modelId="{43E06FF1-3582-4C7F-A39B-FF4783D4ED4C}" type="presParOf" srcId="{BAA3E411-CC20-4178-8A54-2673F0867E47}" destId="{51DAD887-1B58-46E6-AAE2-D89BA7F11999}" srcOrd="2" destOrd="0" presId="urn:microsoft.com/office/officeart/2005/8/layout/lProcess2"/>
    <dgm:cxn modelId="{8F862B7E-BE90-46C4-AFB3-CBDE9C2A24B2}" type="presParOf" srcId="{207E5E6B-5F2F-4536-BE64-D5995556E841}" destId="{4F3D7633-4008-457E-B8CE-226267DF2F47}" srcOrd="3" destOrd="0" presId="urn:microsoft.com/office/officeart/2005/8/layout/lProcess2"/>
    <dgm:cxn modelId="{4450F910-6DE4-4DA7-8B16-D949C4755C1A}" type="presParOf" srcId="{207E5E6B-5F2F-4536-BE64-D5995556E841}" destId="{5B7DE5A6-AE96-4C21-9399-8B522E7503F5}" srcOrd="4" destOrd="0" presId="urn:microsoft.com/office/officeart/2005/8/layout/lProcess2"/>
    <dgm:cxn modelId="{172D2604-83BA-4A54-A320-AD36364FC5ED}" type="presParOf" srcId="{5B7DE5A6-AE96-4C21-9399-8B522E7503F5}" destId="{66B14822-3340-42AE-B887-4CAB29EBA165}" srcOrd="0" destOrd="0" presId="urn:microsoft.com/office/officeart/2005/8/layout/lProcess2"/>
    <dgm:cxn modelId="{EF2F71B5-9A95-4A5F-A834-B0800BDFABF4}" type="presParOf" srcId="{5B7DE5A6-AE96-4C21-9399-8B522E7503F5}" destId="{A0D077ED-C1CC-4817-B25B-525CD6D30724}" srcOrd="1" destOrd="0" presId="urn:microsoft.com/office/officeart/2005/8/layout/lProcess2"/>
    <dgm:cxn modelId="{AAC722D9-5D5E-4A46-A6C3-1F1172C5A658}" type="presParOf" srcId="{5B7DE5A6-AE96-4C21-9399-8B522E7503F5}" destId="{96B3E09B-066B-4570-B23E-EA9738755340}" srcOrd="2" destOrd="0" presId="urn:microsoft.com/office/officeart/2005/8/layout/lProcess2"/>
    <dgm:cxn modelId="{7E247BAC-FCB2-4423-847B-F9588B96EB96}" type="presParOf" srcId="{96B3E09B-066B-4570-B23E-EA9738755340}" destId="{14E8A0AC-1841-45BC-B01A-B5FF7EFC7EC1}" srcOrd="0" destOrd="0" presId="urn:microsoft.com/office/officeart/2005/8/layout/lProcess2"/>
    <dgm:cxn modelId="{89032971-FB1B-47EA-933A-1BF8B6445746}" type="presParOf" srcId="{14E8A0AC-1841-45BC-B01A-B5FF7EFC7EC1}" destId="{1EA0E399-B26C-491A-AAA4-7066C5A5471E}" srcOrd="0" destOrd="0" presId="urn:microsoft.com/office/officeart/2005/8/layout/lProcess2"/>
    <dgm:cxn modelId="{CF5C8636-993D-441C-BB6D-DA1CA26B9F4E}" type="presParOf" srcId="{14E8A0AC-1841-45BC-B01A-B5FF7EFC7EC1}" destId="{FBDCD8A2-C956-47EC-BDA6-162E47AA46A0}" srcOrd="1" destOrd="0" presId="urn:microsoft.com/office/officeart/2005/8/layout/lProcess2"/>
    <dgm:cxn modelId="{D105E732-1C77-4DE9-83EC-747E1731E5DE}" type="presParOf" srcId="{14E8A0AC-1841-45BC-B01A-B5FF7EFC7EC1}" destId="{D0BE05ED-5F27-4720-845A-EB74F152AAD3}" srcOrd="2" destOrd="0" presId="urn:microsoft.com/office/officeart/2005/8/layout/lProcess2"/>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91BE384-528F-403E-993F-1FC3301F103D}">
      <dsp:nvSpPr>
        <dsp:cNvPr id="0" name=""/>
        <dsp:cNvSpPr/>
      </dsp:nvSpPr>
      <dsp:spPr>
        <a:xfrm>
          <a:off x="878" y="0"/>
          <a:ext cx="2283067" cy="4566317"/>
        </a:xfrm>
        <a:prstGeom prst="roundRect">
          <a:avLst>
            <a:gd name="adj" fmla="val 10000"/>
          </a:avLst>
        </a:prstGeom>
        <a:solidFill>
          <a:schemeClr val="accent2">
            <a:tint val="40000"/>
            <a:hueOff val="0"/>
            <a:satOff val="0"/>
            <a:lumOff val="0"/>
            <a:alphaOff val="0"/>
          </a:schemeClr>
        </a:solidFill>
        <a:ln>
          <a:noFill/>
        </a:ln>
        <a:effectLst/>
        <a:scene3d>
          <a:camera prst="orthographicFront"/>
          <a:lightRig rig="chilly" dir="t"/>
        </a:scene3d>
        <a:sp3d z="-12700" extrusionH="1700" prstMaterial="translucentPowder">
          <a:bevelT w="25400" h="6350" prst="softRound"/>
          <a:bevelB w="0" h="0" prst="convex"/>
        </a:sp3d>
      </dsp:spPr>
      <dsp:style>
        <a:lnRef idx="0">
          <a:scrgbClr r="0" g="0" b="0"/>
        </a:lnRef>
        <a:fillRef idx="1">
          <a:scrgbClr r="0" g="0" b="0"/>
        </a:fillRef>
        <a:effectRef idx="0">
          <a:scrgbClr r="0" g="0" b="0"/>
        </a:effectRef>
        <a:fontRef idx="minor"/>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GB" sz="3100" kern="1200"/>
            <a:t>The Problem</a:t>
          </a:r>
        </a:p>
      </dsp:txBody>
      <dsp:txXfrm>
        <a:off x="878" y="0"/>
        <a:ext cx="2283067" cy="1369895"/>
      </dsp:txXfrm>
    </dsp:sp>
    <dsp:sp modelId="{F261533E-5AE6-431C-8AD8-C5B1FED5E84E}">
      <dsp:nvSpPr>
        <dsp:cNvPr id="0" name=""/>
        <dsp:cNvSpPr/>
      </dsp:nvSpPr>
      <dsp:spPr>
        <a:xfrm>
          <a:off x="229184" y="1371232"/>
          <a:ext cx="1826454" cy="1376807"/>
        </a:xfrm>
        <a:prstGeom prst="roundRect">
          <a:avLst>
            <a:gd name="adj" fmla="val 10000"/>
          </a:avLst>
        </a:prstGeom>
        <a:solidFill>
          <a:schemeClr val="accent2">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a:lnSpc>
              <a:spcPct val="90000"/>
            </a:lnSpc>
            <a:spcBef>
              <a:spcPct val="0"/>
            </a:spcBef>
            <a:spcAft>
              <a:spcPct val="35000"/>
            </a:spcAft>
            <a:buNone/>
          </a:pPr>
          <a:r>
            <a:rPr lang="en-GB" sz="1600" b="1" kern="1200"/>
            <a:t>How much more a customer is willing to pay as term increases</a:t>
          </a:r>
          <a:endParaRPr lang="en-GB" sz="1600" kern="1200"/>
        </a:p>
      </dsp:txBody>
      <dsp:txXfrm>
        <a:off x="269509" y="1411557"/>
        <a:ext cx="1745804" cy="1296157"/>
      </dsp:txXfrm>
    </dsp:sp>
    <dsp:sp modelId="{0AECFF18-C404-4969-B4BA-01C540740453}">
      <dsp:nvSpPr>
        <dsp:cNvPr id="0" name=""/>
        <dsp:cNvSpPr/>
      </dsp:nvSpPr>
      <dsp:spPr>
        <a:xfrm>
          <a:off x="229184" y="2959856"/>
          <a:ext cx="1826454" cy="1376807"/>
        </a:xfrm>
        <a:prstGeom prst="roundRect">
          <a:avLst>
            <a:gd name="adj" fmla="val 10000"/>
          </a:avLst>
        </a:prstGeom>
        <a:solidFill>
          <a:schemeClr val="accent3">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a:lnSpc>
              <a:spcPct val="90000"/>
            </a:lnSpc>
            <a:spcBef>
              <a:spcPct val="0"/>
            </a:spcBef>
            <a:spcAft>
              <a:spcPct val="35000"/>
            </a:spcAft>
            <a:buNone/>
          </a:pPr>
          <a:r>
            <a:rPr lang="en-GB" sz="1600" b="1" kern="1200"/>
            <a:t>This increase is not linear</a:t>
          </a:r>
          <a:endParaRPr lang="en-GB" sz="1600" kern="1200"/>
        </a:p>
      </dsp:txBody>
      <dsp:txXfrm>
        <a:off x="269509" y="3000181"/>
        <a:ext cx="1745804" cy="1296157"/>
      </dsp:txXfrm>
    </dsp:sp>
    <dsp:sp modelId="{186C009F-D2B0-4495-9DC6-C884C19984E3}">
      <dsp:nvSpPr>
        <dsp:cNvPr id="0" name=""/>
        <dsp:cNvSpPr/>
      </dsp:nvSpPr>
      <dsp:spPr>
        <a:xfrm>
          <a:off x="2455175" y="0"/>
          <a:ext cx="2283067" cy="4566317"/>
        </a:xfrm>
        <a:prstGeom prst="roundRect">
          <a:avLst>
            <a:gd name="adj" fmla="val 10000"/>
          </a:avLst>
        </a:prstGeom>
        <a:solidFill>
          <a:schemeClr val="accent2">
            <a:tint val="40000"/>
            <a:hueOff val="0"/>
            <a:satOff val="0"/>
            <a:lumOff val="0"/>
            <a:alphaOff val="0"/>
          </a:schemeClr>
        </a:solidFill>
        <a:ln>
          <a:noFill/>
        </a:ln>
        <a:effectLst/>
        <a:scene3d>
          <a:camera prst="orthographicFront"/>
          <a:lightRig rig="chilly" dir="t"/>
        </a:scene3d>
        <a:sp3d z="-12700" extrusionH="1700" prstMaterial="translucentPowder">
          <a:bevelT w="25400" h="6350" prst="softRound"/>
          <a:bevelB w="0" h="0" prst="convex"/>
        </a:sp3d>
      </dsp:spPr>
      <dsp:style>
        <a:lnRef idx="0">
          <a:scrgbClr r="0" g="0" b="0"/>
        </a:lnRef>
        <a:fillRef idx="1">
          <a:scrgbClr r="0" g="0" b="0"/>
        </a:fillRef>
        <a:effectRef idx="0">
          <a:scrgbClr r="0" g="0" b="0"/>
        </a:effectRef>
        <a:fontRef idx="minor"/>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GB" sz="3100" kern="1200"/>
            <a:t>Why the log function</a:t>
          </a:r>
        </a:p>
      </dsp:txBody>
      <dsp:txXfrm>
        <a:off x="2455175" y="0"/>
        <a:ext cx="2283067" cy="1369895"/>
      </dsp:txXfrm>
    </dsp:sp>
    <dsp:sp modelId="{EAED32E8-1117-4EA8-B39C-829A4F3BC20F}">
      <dsp:nvSpPr>
        <dsp:cNvPr id="0" name=""/>
        <dsp:cNvSpPr/>
      </dsp:nvSpPr>
      <dsp:spPr>
        <a:xfrm>
          <a:off x="2683482" y="1371232"/>
          <a:ext cx="1826454" cy="1376807"/>
        </a:xfrm>
        <a:prstGeom prst="roundRect">
          <a:avLst>
            <a:gd name="adj" fmla="val 10000"/>
          </a:avLst>
        </a:prstGeom>
        <a:solidFill>
          <a:schemeClr val="accent4">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a:lnSpc>
              <a:spcPct val="90000"/>
            </a:lnSpc>
            <a:spcBef>
              <a:spcPct val="0"/>
            </a:spcBef>
            <a:spcAft>
              <a:spcPct val="35000"/>
            </a:spcAft>
            <a:buNone/>
          </a:pPr>
          <a:r>
            <a:rPr lang="en-GB" sz="1600" kern="1200"/>
            <a:t>Perfectly matches the behavioural curve of “willingness to pay”</a:t>
          </a:r>
        </a:p>
      </dsp:txBody>
      <dsp:txXfrm>
        <a:off x="2723807" y="1411557"/>
        <a:ext cx="1745804" cy="1296157"/>
      </dsp:txXfrm>
    </dsp:sp>
    <dsp:sp modelId="{51DAD887-1B58-46E6-AAE2-D89BA7F11999}">
      <dsp:nvSpPr>
        <dsp:cNvPr id="0" name=""/>
        <dsp:cNvSpPr/>
      </dsp:nvSpPr>
      <dsp:spPr>
        <a:xfrm>
          <a:off x="2683482" y="2959856"/>
          <a:ext cx="1826454" cy="1376807"/>
        </a:xfrm>
        <a:prstGeom prst="roundRect">
          <a:avLst>
            <a:gd name="adj" fmla="val 10000"/>
          </a:avLst>
        </a:prstGeom>
        <a:solidFill>
          <a:schemeClr val="accent5">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a:lnSpc>
              <a:spcPct val="90000"/>
            </a:lnSpc>
            <a:spcBef>
              <a:spcPct val="0"/>
            </a:spcBef>
            <a:spcAft>
              <a:spcPct val="35000"/>
            </a:spcAft>
            <a:buNone/>
          </a:pPr>
          <a:r>
            <a:rPr lang="en-GB" sz="1600" kern="1200"/>
            <a:t>Adjust it to make commercial sense</a:t>
          </a:r>
        </a:p>
      </dsp:txBody>
      <dsp:txXfrm>
        <a:off x="2723807" y="3000181"/>
        <a:ext cx="1745804" cy="1296157"/>
      </dsp:txXfrm>
    </dsp:sp>
    <dsp:sp modelId="{66B14822-3340-42AE-B887-4CAB29EBA165}">
      <dsp:nvSpPr>
        <dsp:cNvPr id="0" name=""/>
        <dsp:cNvSpPr/>
      </dsp:nvSpPr>
      <dsp:spPr>
        <a:xfrm>
          <a:off x="4909473" y="0"/>
          <a:ext cx="2283067" cy="4566317"/>
        </a:xfrm>
        <a:prstGeom prst="roundRect">
          <a:avLst>
            <a:gd name="adj" fmla="val 10000"/>
          </a:avLst>
        </a:prstGeom>
        <a:solidFill>
          <a:schemeClr val="accent2">
            <a:tint val="40000"/>
            <a:hueOff val="0"/>
            <a:satOff val="0"/>
            <a:lumOff val="0"/>
            <a:alphaOff val="0"/>
          </a:schemeClr>
        </a:solidFill>
        <a:ln>
          <a:noFill/>
        </a:ln>
        <a:effectLst/>
        <a:scene3d>
          <a:camera prst="orthographicFront"/>
          <a:lightRig rig="chilly" dir="t"/>
        </a:scene3d>
        <a:sp3d z="-12700" extrusionH="1700" prstMaterial="translucentPowder">
          <a:bevelT w="25400" h="6350" prst="softRound"/>
          <a:bevelB w="0" h="0" prst="convex"/>
        </a:sp3d>
      </dsp:spPr>
      <dsp:style>
        <a:lnRef idx="0">
          <a:scrgbClr r="0" g="0" b="0"/>
        </a:lnRef>
        <a:fillRef idx="1">
          <a:scrgbClr r="0" g="0" b="0"/>
        </a:fillRef>
        <a:effectRef idx="0">
          <a:scrgbClr r="0" g="0" b="0"/>
        </a:effectRef>
        <a:fontRef idx="minor"/>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GB" sz="3100" kern="1200"/>
            <a:t>The Constraints</a:t>
          </a:r>
        </a:p>
      </dsp:txBody>
      <dsp:txXfrm>
        <a:off x="4909473" y="0"/>
        <a:ext cx="2283067" cy="1369895"/>
      </dsp:txXfrm>
    </dsp:sp>
    <dsp:sp modelId="{1EA0E399-B26C-491A-AAA4-7066C5A5471E}">
      <dsp:nvSpPr>
        <dsp:cNvPr id="0" name=""/>
        <dsp:cNvSpPr/>
      </dsp:nvSpPr>
      <dsp:spPr>
        <a:xfrm>
          <a:off x="5137780" y="1371232"/>
          <a:ext cx="1826454" cy="1376807"/>
        </a:xfrm>
        <a:prstGeom prst="roundRect">
          <a:avLst>
            <a:gd name="adj" fmla="val 10000"/>
          </a:avLst>
        </a:prstGeom>
        <a:solidFill>
          <a:schemeClr val="accent6">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a:lnSpc>
              <a:spcPct val="90000"/>
            </a:lnSpc>
            <a:spcBef>
              <a:spcPct val="0"/>
            </a:spcBef>
            <a:spcAft>
              <a:spcPct val="35000"/>
            </a:spcAft>
            <a:buNone/>
          </a:pPr>
          <a:r>
            <a:rPr lang="en-GB" sz="1600" b="1" kern="1200"/>
            <a:t>Two anchor points, based on 1Y and 5Y</a:t>
          </a:r>
          <a:endParaRPr lang="en-GB" sz="1600" kern="1200"/>
        </a:p>
      </dsp:txBody>
      <dsp:txXfrm>
        <a:off x="5178105" y="1411557"/>
        <a:ext cx="1745804" cy="1296157"/>
      </dsp:txXfrm>
    </dsp:sp>
    <dsp:sp modelId="{D0BE05ED-5F27-4720-845A-EB74F152AAD3}">
      <dsp:nvSpPr>
        <dsp:cNvPr id="0" name=""/>
        <dsp:cNvSpPr/>
      </dsp:nvSpPr>
      <dsp:spPr>
        <a:xfrm>
          <a:off x="5137780" y="2959856"/>
          <a:ext cx="1826454" cy="1376807"/>
        </a:xfrm>
        <a:prstGeom prst="roundRect">
          <a:avLst>
            <a:gd name="adj" fmla="val 10000"/>
          </a:avLst>
        </a:prstGeom>
        <a:solidFill>
          <a:schemeClr val="accent2">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a:lnSpc>
              <a:spcPct val="90000"/>
            </a:lnSpc>
            <a:spcBef>
              <a:spcPct val="0"/>
            </a:spcBef>
            <a:spcAft>
              <a:spcPct val="35000"/>
            </a:spcAft>
            <a:buNone/>
          </a:pPr>
          <a:r>
            <a:rPr lang="en-GB" sz="1600" kern="1200"/>
            <a:t>Based on customer </a:t>
          </a:r>
          <a:r>
            <a:rPr lang="en-GB" sz="1600" kern="1200" err="1"/>
            <a:t>behavior</a:t>
          </a:r>
          <a:r>
            <a:rPr lang="en-GB" sz="1600" kern="1200"/>
            <a:t> and actual historical sales data</a:t>
          </a:r>
        </a:p>
      </dsp:txBody>
      <dsp:txXfrm>
        <a:off x="5178105" y="3000181"/>
        <a:ext cx="1745804" cy="1296157"/>
      </dsp:txXfrm>
    </dsp:sp>
  </dsp:spTree>
</dsp:drawing>
</file>

<file path=ppt/diagrams/layout1.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CB938B2-7BA9-489A-83FF-20D570E95BB2}" type="datetimeFigureOut">
              <a:rPr lang="en-GB" smtClean="0"/>
              <a:t>21/01/2026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D5E69F3-3191-4B3E-8FFC-D2165302EE95}" type="slidenum">
              <a:rPr lang="en-GB" smtClean="0"/>
              <a:t>‹#›</a:t>
            </a:fld>
            <a:endParaRPr lang="en-GB"/>
          </a:p>
        </p:txBody>
      </p:sp>
    </p:spTree>
    <p:extLst>
      <p:ext uri="{BB962C8B-B14F-4D97-AF65-F5344CB8AC3E}">
        <p14:creationId xmlns:p14="http://schemas.microsoft.com/office/powerpoint/2010/main" val="18353057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B3F003-9A2A-AA2E-BBB3-E25CF2D4F1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64C3C7-35CE-35F2-0043-E9351FAAD4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C18489-E2BD-39CD-59E1-56EC4DFC6193}"/>
              </a:ext>
            </a:extLst>
          </p:cNvPr>
          <p:cNvSpPr>
            <a:spLocks noGrp="1"/>
          </p:cNvSpPr>
          <p:nvPr>
            <p:ph type="body" idx="1"/>
          </p:nvPr>
        </p:nvSpPr>
        <p:spPr/>
        <p:txBody>
          <a:bodyPr/>
          <a:lstStyle/>
          <a:p>
            <a:endParaRPr lang="en-GB" b="0"/>
          </a:p>
        </p:txBody>
      </p:sp>
      <p:sp>
        <p:nvSpPr>
          <p:cNvPr id="4" name="Slide Number Placeholder 3">
            <a:extLst>
              <a:ext uri="{FF2B5EF4-FFF2-40B4-BE49-F238E27FC236}">
                <a16:creationId xmlns:a16="http://schemas.microsoft.com/office/drawing/2014/main" id="{74C479A7-3894-964D-3232-D59310E3D2F6}"/>
              </a:ext>
            </a:extLst>
          </p:cNvPr>
          <p:cNvSpPr>
            <a:spLocks noGrp="1"/>
          </p:cNvSpPr>
          <p:nvPr>
            <p:ph type="sldNum" sz="quarter" idx="5"/>
          </p:nvPr>
        </p:nvSpPr>
        <p:spPr/>
        <p:txBody>
          <a:bodyPr/>
          <a:lstStyle/>
          <a:p>
            <a:pPr marL="0" marR="0" lvl="0" indent="0" algn="r" defTabSz="1218987" rtl="0" eaLnBrk="1" fontAlgn="auto" latinLnBrk="0" hangingPunct="1">
              <a:lnSpc>
                <a:spcPct val="100000"/>
              </a:lnSpc>
              <a:spcBef>
                <a:spcPts val="0"/>
              </a:spcBef>
              <a:spcAft>
                <a:spcPts val="0"/>
              </a:spcAft>
              <a:buClrTx/>
              <a:buSzTx/>
              <a:buFontTx/>
              <a:buNone/>
              <a:tabLst/>
              <a:defRPr/>
            </a:pPr>
            <a:fld id="{4AED87EB-65D7-4500-873C-410831173A82}" type="slidenum">
              <a:rPr kumimoji="0" lang="en-US" sz="800" b="0" i="0" u="none" strike="noStrike" kern="1200" cap="none" spc="0" normalizeH="0" baseline="0" noProof="0" smtClean="0">
                <a:ln>
                  <a:noFill/>
                </a:ln>
                <a:solidFill>
                  <a:prstClr val="black"/>
                </a:solidFill>
                <a:effectLst/>
                <a:uLnTx/>
                <a:uFillTx/>
                <a:latin typeface="Arial" pitchFamily="34" charset="0"/>
                <a:ea typeface="+mn-ea"/>
                <a:cs typeface="Arial" pitchFamily="34" charset="0"/>
              </a:rPr>
              <a:pPr marL="0" marR="0" lvl="0" indent="0" algn="r" defTabSz="1218987" rtl="0" eaLnBrk="1" fontAlgn="auto" latinLnBrk="0" hangingPunct="1">
                <a:lnSpc>
                  <a:spcPct val="100000"/>
                </a:lnSpc>
                <a:spcBef>
                  <a:spcPts val="0"/>
                </a:spcBef>
                <a:spcAft>
                  <a:spcPts val="0"/>
                </a:spcAft>
                <a:buClrTx/>
                <a:buSzTx/>
                <a:buFontTx/>
                <a:buNone/>
                <a:tabLst/>
                <a:defRPr/>
              </a:pPr>
              <a:t>1</a:t>
            </a:fld>
            <a:endParaRPr kumimoji="0" lang="en-US" sz="800" b="0" i="0" u="none" strike="noStrike" kern="1200" cap="none" spc="0" normalizeH="0" baseline="0" noProof="0">
              <a:ln>
                <a:noFill/>
              </a:ln>
              <a:solidFill>
                <a:prstClr val="black"/>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38297389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06048D-E18C-7837-ABBD-AE2B58AB8F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2F330D-090D-2E00-461A-3D62718E3B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F50D42-E07A-5478-8EB0-4AAC12B07639}"/>
              </a:ext>
            </a:extLst>
          </p:cNvPr>
          <p:cNvSpPr>
            <a:spLocks noGrp="1"/>
          </p:cNvSpPr>
          <p:nvPr>
            <p:ph type="body" idx="1"/>
          </p:nvPr>
        </p:nvSpPr>
        <p:spPr/>
        <p:txBody>
          <a:bodyPr/>
          <a:lstStyle/>
          <a:p>
            <a:r>
              <a:rPr lang="en-GB"/>
              <a:t>Static pricing by tier fails to scale with device value. From Entry to WS, hardware AUR nearly triples while service pricing flattens — eroding attach value at the top end</a:t>
            </a:r>
            <a:endParaRPr lang="en-GB" b="0"/>
          </a:p>
        </p:txBody>
      </p:sp>
      <p:sp>
        <p:nvSpPr>
          <p:cNvPr id="4" name="Slide Number Placeholder 3">
            <a:extLst>
              <a:ext uri="{FF2B5EF4-FFF2-40B4-BE49-F238E27FC236}">
                <a16:creationId xmlns:a16="http://schemas.microsoft.com/office/drawing/2014/main" id="{3AE16934-D971-1341-7FF4-5CD6E2DE8734}"/>
              </a:ext>
            </a:extLst>
          </p:cNvPr>
          <p:cNvSpPr>
            <a:spLocks noGrp="1"/>
          </p:cNvSpPr>
          <p:nvPr>
            <p:ph type="sldNum" sz="quarter" idx="5"/>
          </p:nvPr>
        </p:nvSpPr>
        <p:spPr/>
        <p:txBody>
          <a:bodyPr/>
          <a:lstStyle/>
          <a:p>
            <a:pPr marL="0" marR="0" lvl="0" indent="0" algn="r" defTabSz="1218987" rtl="0" eaLnBrk="1" fontAlgn="auto" latinLnBrk="0" hangingPunct="1">
              <a:lnSpc>
                <a:spcPct val="100000"/>
              </a:lnSpc>
              <a:spcBef>
                <a:spcPts val="0"/>
              </a:spcBef>
              <a:spcAft>
                <a:spcPts val="0"/>
              </a:spcAft>
              <a:buClrTx/>
              <a:buSzTx/>
              <a:buFontTx/>
              <a:buNone/>
              <a:tabLst/>
              <a:defRPr/>
            </a:pPr>
            <a:fld id="{4AED87EB-65D7-4500-873C-410831173A82}" type="slidenum">
              <a:rPr kumimoji="0" lang="en-US" sz="800" b="0" i="0" u="none" strike="noStrike" kern="1200" cap="none" spc="0" normalizeH="0" baseline="0" noProof="0" smtClean="0">
                <a:ln>
                  <a:noFill/>
                </a:ln>
                <a:solidFill>
                  <a:prstClr val="black"/>
                </a:solidFill>
                <a:effectLst/>
                <a:uLnTx/>
                <a:uFillTx/>
                <a:latin typeface="Arial" pitchFamily="34" charset="0"/>
                <a:ea typeface="+mn-ea"/>
                <a:cs typeface="Arial" pitchFamily="34" charset="0"/>
              </a:rPr>
              <a:pPr marL="0" marR="0" lvl="0" indent="0" algn="r" defTabSz="1218987" rtl="0" eaLnBrk="1" fontAlgn="auto" latinLnBrk="0" hangingPunct="1">
                <a:lnSpc>
                  <a:spcPct val="100000"/>
                </a:lnSpc>
                <a:spcBef>
                  <a:spcPts val="0"/>
                </a:spcBef>
                <a:spcAft>
                  <a:spcPts val="0"/>
                </a:spcAft>
                <a:buClrTx/>
                <a:buSzTx/>
                <a:buFontTx/>
                <a:buNone/>
                <a:tabLst/>
                <a:defRPr/>
              </a:pPr>
              <a:t>2</a:t>
            </a:fld>
            <a:endParaRPr kumimoji="0" lang="en-US" sz="800" b="0" i="0" u="none" strike="noStrike" kern="1200" cap="none" spc="0" normalizeH="0" baseline="0" noProof="0">
              <a:ln>
                <a:noFill/>
              </a:ln>
              <a:solidFill>
                <a:prstClr val="black"/>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16276867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4332ED-D5E8-FC1E-14E3-BF9E043FF3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369861-ED55-A648-4274-76FBF2FCDE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C4917F-484D-85D1-A34C-B6714D9C9CFC}"/>
              </a:ext>
            </a:extLst>
          </p:cNvPr>
          <p:cNvSpPr>
            <a:spLocks noGrp="1"/>
          </p:cNvSpPr>
          <p:nvPr>
            <p:ph type="body" idx="1"/>
          </p:nvPr>
        </p:nvSpPr>
        <p:spPr/>
        <p:txBody>
          <a:bodyPr/>
          <a:lstStyle/>
          <a:p>
            <a:r>
              <a:rPr lang="en-GB"/>
              <a:t>Pricing bands are now directly indexed to hardware value</a:t>
            </a:r>
          </a:p>
          <a:p>
            <a:br>
              <a:rPr lang="en-GB"/>
            </a:br>
            <a:r>
              <a:rPr lang="en-GB"/>
              <a:t>Each step adds ~20–25% in service price, mirroring device worth.</a:t>
            </a:r>
            <a:br>
              <a:rPr lang="en-GB"/>
            </a:br>
            <a:endParaRPr lang="en-GB"/>
          </a:p>
          <a:p>
            <a:r>
              <a:rPr lang="en-GB"/>
              <a:t>PSP maintains a 1.35–1.40× premium consistently across bands, widening slightly for higher-end hardware where support intensity and customer expectation rise</a:t>
            </a:r>
            <a:endParaRPr lang="en-GB" b="0"/>
          </a:p>
        </p:txBody>
      </p:sp>
      <p:sp>
        <p:nvSpPr>
          <p:cNvPr id="4" name="Slide Number Placeholder 3">
            <a:extLst>
              <a:ext uri="{FF2B5EF4-FFF2-40B4-BE49-F238E27FC236}">
                <a16:creationId xmlns:a16="http://schemas.microsoft.com/office/drawing/2014/main" id="{5F04C867-0519-27F9-E1FA-65C68057DE9A}"/>
              </a:ext>
            </a:extLst>
          </p:cNvPr>
          <p:cNvSpPr>
            <a:spLocks noGrp="1"/>
          </p:cNvSpPr>
          <p:nvPr>
            <p:ph type="sldNum" sz="quarter" idx="5"/>
          </p:nvPr>
        </p:nvSpPr>
        <p:spPr/>
        <p:txBody>
          <a:bodyPr/>
          <a:lstStyle/>
          <a:p>
            <a:pPr marL="0" marR="0" lvl="0" indent="0" algn="r" defTabSz="1218987" rtl="0" eaLnBrk="1" fontAlgn="auto" latinLnBrk="0" hangingPunct="1">
              <a:lnSpc>
                <a:spcPct val="100000"/>
              </a:lnSpc>
              <a:spcBef>
                <a:spcPts val="0"/>
              </a:spcBef>
              <a:spcAft>
                <a:spcPts val="0"/>
              </a:spcAft>
              <a:buClrTx/>
              <a:buSzTx/>
              <a:buFontTx/>
              <a:buNone/>
              <a:tabLst/>
              <a:defRPr/>
            </a:pPr>
            <a:fld id="{4AED87EB-65D7-4500-873C-410831173A82}" type="slidenum">
              <a:rPr kumimoji="0" lang="en-US" sz="800" b="0" i="0" u="none" strike="noStrike" kern="1200" cap="none" spc="0" normalizeH="0" baseline="0" noProof="0" smtClean="0">
                <a:ln>
                  <a:noFill/>
                </a:ln>
                <a:solidFill>
                  <a:prstClr val="black"/>
                </a:solidFill>
                <a:effectLst/>
                <a:uLnTx/>
                <a:uFillTx/>
                <a:latin typeface="Arial" pitchFamily="34" charset="0"/>
                <a:ea typeface="+mn-ea"/>
                <a:cs typeface="Arial" pitchFamily="34" charset="0"/>
              </a:rPr>
              <a:pPr marL="0" marR="0" lvl="0" indent="0" algn="r" defTabSz="1218987" rtl="0" eaLnBrk="1" fontAlgn="auto" latinLnBrk="0" hangingPunct="1">
                <a:lnSpc>
                  <a:spcPct val="100000"/>
                </a:lnSpc>
                <a:spcBef>
                  <a:spcPts val="0"/>
                </a:spcBef>
                <a:spcAft>
                  <a:spcPts val="0"/>
                </a:spcAft>
                <a:buClrTx/>
                <a:buSzTx/>
                <a:buFontTx/>
                <a:buNone/>
                <a:tabLst/>
                <a:defRPr/>
              </a:pPr>
              <a:t>3</a:t>
            </a:fld>
            <a:endParaRPr kumimoji="0" lang="en-US" sz="800" b="0" i="0" u="none" strike="noStrike" kern="1200" cap="none" spc="0" normalizeH="0" baseline="0" noProof="0">
              <a:ln>
                <a:noFill/>
              </a:ln>
              <a:solidFill>
                <a:prstClr val="black"/>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21293561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0BE744-E868-BE19-B017-8815DA2DEF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E06F10-5257-CAFF-9082-5460D4F31D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300BD6-FBEC-6C08-C6DE-31A9CFE78C77}"/>
              </a:ext>
            </a:extLst>
          </p:cNvPr>
          <p:cNvSpPr>
            <a:spLocks noGrp="1"/>
          </p:cNvSpPr>
          <p:nvPr>
            <p:ph type="body" idx="1"/>
          </p:nvPr>
        </p:nvSpPr>
        <p:spPr/>
        <p:txBody>
          <a:bodyPr/>
          <a:lstStyle/>
          <a:p>
            <a:endParaRPr lang="en-GB" b="0"/>
          </a:p>
        </p:txBody>
      </p:sp>
      <p:sp>
        <p:nvSpPr>
          <p:cNvPr id="4" name="Slide Number Placeholder 3">
            <a:extLst>
              <a:ext uri="{FF2B5EF4-FFF2-40B4-BE49-F238E27FC236}">
                <a16:creationId xmlns:a16="http://schemas.microsoft.com/office/drawing/2014/main" id="{319F0113-5F81-C5A6-C75D-F9C69B678A0C}"/>
              </a:ext>
            </a:extLst>
          </p:cNvPr>
          <p:cNvSpPr>
            <a:spLocks noGrp="1"/>
          </p:cNvSpPr>
          <p:nvPr>
            <p:ph type="sldNum" sz="quarter" idx="5"/>
          </p:nvPr>
        </p:nvSpPr>
        <p:spPr/>
        <p:txBody>
          <a:bodyPr/>
          <a:lstStyle/>
          <a:p>
            <a:pPr marL="0" marR="0" lvl="0" indent="0" algn="r" defTabSz="1218987" rtl="0" eaLnBrk="1" fontAlgn="auto" latinLnBrk="0" hangingPunct="1">
              <a:lnSpc>
                <a:spcPct val="100000"/>
              </a:lnSpc>
              <a:spcBef>
                <a:spcPts val="0"/>
              </a:spcBef>
              <a:spcAft>
                <a:spcPts val="0"/>
              </a:spcAft>
              <a:buClrTx/>
              <a:buSzTx/>
              <a:buFontTx/>
              <a:buNone/>
              <a:tabLst/>
              <a:defRPr/>
            </a:pPr>
            <a:fld id="{4AED87EB-65D7-4500-873C-410831173A82}" type="slidenum">
              <a:rPr kumimoji="0" lang="en-US" sz="800" b="0" i="0" u="none" strike="noStrike" kern="1200" cap="none" spc="0" normalizeH="0" baseline="0" noProof="0" smtClean="0">
                <a:ln>
                  <a:noFill/>
                </a:ln>
                <a:solidFill>
                  <a:prstClr val="black"/>
                </a:solidFill>
                <a:effectLst/>
                <a:uLnTx/>
                <a:uFillTx/>
                <a:latin typeface="Arial" pitchFamily="34" charset="0"/>
                <a:ea typeface="+mn-ea"/>
                <a:cs typeface="Arial" pitchFamily="34" charset="0"/>
              </a:rPr>
              <a:pPr marL="0" marR="0" lvl="0" indent="0" algn="r" defTabSz="1218987" rtl="0" eaLnBrk="1" fontAlgn="auto" latinLnBrk="0" hangingPunct="1">
                <a:lnSpc>
                  <a:spcPct val="100000"/>
                </a:lnSpc>
                <a:spcBef>
                  <a:spcPts val="0"/>
                </a:spcBef>
                <a:spcAft>
                  <a:spcPts val="0"/>
                </a:spcAft>
                <a:buClrTx/>
                <a:buSzTx/>
                <a:buFontTx/>
                <a:buNone/>
                <a:tabLst/>
                <a:defRPr/>
              </a:pPr>
              <a:t>4</a:t>
            </a:fld>
            <a:endParaRPr kumimoji="0" lang="en-US" sz="800" b="0" i="0" u="none" strike="noStrike" kern="1200" cap="none" spc="0" normalizeH="0" baseline="0" noProof="0">
              <a:ln>
                <a:noFill/>
              </a:ln>
              <a:solidFill>
                <a:prstClr val="black"/>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15237775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Dell is scaling service prices far faster than hardware prices as configuration value increases. Across a single Dell Pro Max 14, moving from base to higher-spec models shows modest hardware jumps but disproportionate jumps in 3-year ProSupport pricing. Hardware rises 33 to 41 percent across tiers while service pricing spikes 33 to 92 percent. Dell is effectively indexing service price to device value, extracting more yield from higher AUR machines and protecting margin. This is the exact pricing discipline we’re missing today.</a:t>
            </a:r>
          </a:p>
        </p:txBody>
      </p:sp>
      <p:sp>
        <p:nvSpPr>
          <p:cNvPr id="4" name="Slide Number Placeholder 3"/>
          <p:cNvSpPr>
            <a:spLocks noGrp="1"/>
          </p:cNvSpPr>
          <p:nvPr>
            <p:ph type="sldNum" sz="quarter" idx="5"/>
          </p:nvPr>
        </p:nvSpPr>
        <p:spPr/>
        <p:txBody>
          <a:bodyPr/>
          <a:lstStyle/>
          <a:p>
            <a:fld id="{BD5E69F3-3191-4B3E-8FFC-D2165302EE95}" type="slidenum">
              <a:rPr lang="en-GB" smtClean="0"/>
              <a:t>5</a:t>
            </a:fld>
            <a:endParaRPr lang="en-GB"/>
          </a:p>
        </p:txBody>
      </p:sp>
    </p:spTree>
    <p:extLst>
      <p:ext uri="{BB962C8B-B14F-4D97-AF65-F5344CB8AC3E}">
        <p14:creationId xmlns:p14="http://schemas.microsoft.com/office/powerpoint/2010/main" val="17897737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91B6CB-9BA6-23A1-DD0A-426A42B611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56025F-3438-785D-2A07-8B70A1503D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F38E63-A93B-EB17-7382-42C10C8EA4E6}"/>
              </a:ext>
            </a:extLst>
          </p:cNvPr>
          <p:cNvSpPr>
            <a:spLocks noGrp="1"/>
          </p:cNvSpPr>
          <p:nvPr>
            <p:ph type="body" idx="1"/>
          </p:nvPr>
        </p:nvSpPr>
        <p:spPr/>
        <p:txBody>
          <a:bodyPr/>
          <a:lstStyle/>
          <a:p>
            <a:endParaRPr lang="en-GB" b="0"/>
          </a:p>
        </p:txBody>
      </p:sp>
      <p:sp>
        <p:nvSpPr>
          <p:cNvPr id="4" name="Slide Number Placeholder 3">
            <a:extLst>
              <a:ext uri="{FF2B5EF4-FFF2-40B4-BE49-F238E27FC236}">
                <a16:creationId xmlns:a16="http://schemas.microsoft.com/office/drawing/2014/main" id="{D583AD60-CF05-F44E-4B6A-9CBEA2E6AF45}"/>
              </a:ext>
            </a:extLst>
          </p:cNvPr>
          <p:cNvSpPr>
            <a:spLocks noGrp="1"/>
          </p:cNvSpPr>
          <p:nvPr>
            <p:ph type="sldNum" sz="quarter" idx="5"/>
          </p:nvPr>
        </p:nvSpPr>
        <p:spPr/>
        <p:txBody>
          <a:bodyPr/>
          <a:lstStyle/>
          <a:p>
            <a:pPr marL="0" marR="0" lvl="0" indent="0" algn="r" defTabSz="1218987" rtl="0" eaLnBrk="1" fontAlgn="auto" latinLnBrk="0" hangingPunct="1">
              <a:lnSpc>
                <a:spcPct val="100000"/>
              </a:lnSpc>
              <a:spcBef>
                <a:spcPts val="0"/>
              </a:spcBef>
              <a:spcAft>
                <a:spcPts val="0"/>
              </a:spcAft>
              <a:buClrTx/>
              <a:buSzTx/>
              <a:buFontTx/>
              <a:buNone/>
              <a:tabLst/>
              <a:defRPr/>
            </a:pPr>
            <a:fld id="{4AED87EB-65D7-4500-873C-410831173A82}" type="slidenum">
              <a:rPr kumimoji="0" lang="en-US" sz="800" b="0" i="0" u="none" strike="noStrike" kern="1200" cap="none" spc="0" normalizeH="0" baseline="0" noProof="0" smtClean="0">
                <a:ln>
                  <a:noFill/>
                </a:ln>
                <a:solidFill>
                  <a:prstClr val="black"/>
                </a:solidFill>
                <a:effectLst/>
                <a:uLnTx/>
                <a:uFillTx/>
                <a:latin typeface="Arial" pitchFamily="34" charset="0"/>
                <a:ea typeface="+mn-ea"/>
                <a:cs typeface="Arial" pitchFamily="34" charset="0"/>
              </a:rPr>
              <a:pPr marL="0" marR="0" lvl="0" indent="0" algn="r" defTabSz="1218987" rtl="0" eaLnBrk="1" fontAlgn="auto" latinLnBrk="0" hangingPunct="1">
                <a:lnSpc>
                  <a:spcPct val="100000"/>
                </a:lnSpc>
                <a:spcBef>
                  <a:spcPts val="0"/>
                </a:spcBef>
                <a:spcAft>
                  <a:spcPts val="0"/>
                </a:spcAft>
                <a:buClrTx/>
                <a:buSzTx/>
                <a:buFontTx/>
                <a:buNone/>
                <a:tabLst/>
                <a:defRPr/>
              </a:pPr>
              <a:t>6</a:t>
            </a:fld>
            <a:endParaRPr kumimoji="0" lang="en-US" sz="800" b="0" i="0" u="none" strike="noStrike" kern="1200" cap="none" spc="0" normalizeH="0" baseline="0" noProof="0">
              <a:ln>
                <a:noFill/>
              </a:ln>
              <a:solidFill>
                <a:prstClr val="black"/>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20462893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87D8AA-B509-554C-0373-2D92E90025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1C3F0A-3B06-2F4A-7F37-60BB7D4F5E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F79FBB-13A2-2E9E-6696-E5E8A6A775BA}"/>
              </a:ext>
            </a:extLst>
          </p:cNvPr>
          <p:cNvSpPr>
            <a:spLocks noGrp="1"/>
          </p:cNvSpPr>
          <p:nvPr>
            <p:ph type="body" idx="1"/>
          </p:nvPr>
        </p:nvSpPr>
        <p:spPr/>
        <p:txBody>
          <a:bodyPr/>
          <a:lstStyle/>
          <a:p>
            <a:endParaRPr lang="en-GB" b="0"/>
          </a:p>
        </p:txBody>
      </p:sp>
      <p:sp>
        <p:nvSpPr>
          <p:cNvPr id="4" name="Slide Number Placeholder 3">
            <a:extLst>
              <a:ext uri="{FF2B5EF4-FFF2-40B4-BE49-F238E27FC236}">
                <a16:creationId xmlns:a16="http://schemas.microsoft.com/office/drawing/2014/main" id="{F48C6950-8BA1-CA82-AB19-0EE469959D22}"/>
              </a:ext>
            </a:extLst>
          </p:cNvPr>
          <p:cNvSpPr>
            <a:spLocks noGrp="1"/>
          </p:cNvSpPr>
          <p:nvPr>
            <p:ph type="sldNum" sz="quarter" idx="5"/>
          </p:nvPr>
        </p:nvSpPr>
        <p:spPr/>
        <p:txBody>
          <a:bodyPr/>
          <a:lstStyle/>
          <a:p>
            <a:pPr marL="0" marR="0" lvl="0" indent="0" algn="r" defTabSz="1218987" rtl="0" eaLnBrk="1" fontAlgn="auto" latinLnBrk="0" hangingPunct="1">
              <a:lnSpc>
                <a:spcPct val="100000"/>
              </a:lnSpc>
              <a:spcBef>
                <a:spcPts val="0"/>
              </a:spcBef>
              <a:spcAft>
                <a:spcPts val="0"/>
              </a:spcAft>
              <a:buClrTx/>
              <a:buSzTx/>
              <a:buFontTx/>
              <a:buNone/>
              <a:tabLst/>
              <a:defRPr/>
            </a:pPr>
            <a:fld id="{4AED87EB-65D7-4500-873C-410831173A82}" type="slidenum">
              <a:rPr kumimoji="0" lang="en-US" sz="800" b="0" i="0" u="none" strike="noStrike" kern="1200" cap="none" spc="0" normalizeH="0" baseline="0" noProof="0" smtClean="0">
                <a:ln>
                  <a:noFill/>
                </a:ln>
                <a:solidFill>
                  <a:prstClr val="black"/>
                </a:solidFill>
                <a:effectLst/>
                <a:uLnTx/>
                <a:uFillTx/>
                <a:latin typeface="Arial" pitchFamily="34" charset="0"/>
                <a:ea typeface="+mn-ea"/>
                <a:cs typeface="Arial" pitchFamily="34" charset="0"/>
              </a:rPr>
              <a:pPr marL="0" marR="0" lvl="0" indent="0" algn="r" defTabSz="1218987" rtl="0" eaLnBrk="1" fontAlgn="auto" latinLnBrk="0" hangingPunct="1">
                <a:lnSpc>
                  <a:spcPct val="100000"/>
                </a:lnSpc>
                <a:spcBef>
                  <a:spcPts val="0"/>
                </a:spcBef>
                <a:spcAft>
                  <a:spcPts val="0"/>
                </a:spcAft>
                <a:buClrTx/>
                <a:buSzTx/>
                <a:buFontTx/>
                <a:buNone/>
                <a:tabLst/>
                <a:defRPr/>
              </a:pPr>
              <a:t>7</a:t>
            </a:fld>
            <a:endParaRPr kumimoji="0" lang="en-US" sz="800" b="0" i="0" u="none" strike="noStrike" kern="1200" cap="none" spc="0" normalizeH="0" baseline="0" noProof="0">
              <a:ln>
                <a:noFill/>
              </a:ln>
              <a:solidFill>
                <a:prstClr val="black"/>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16052236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666B63-2DCA-EB43-CC97-E222463247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E545C0-35E7-A104-7ED7-361FED312B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B68F90-6B7A-DE47-33DF-C3661A282330}"/>
              </a:ext>
            </a:extLst>
          </p:cNvPr>
          <p:cNvSpPr>
            <a:spLocks noGrp="1"/>
          </p:cNvSpPr>
          <p:nvPr>
            <p:ph type="body" idx="1"/>
          </p:nvPr>
        </p:nvSpPr>
        <p:spPr/>
        <p:txBody>
          <a:bodyPr/>
          <a:lstStyle/>
          <a:p>
            <a:endParaRPr lang="en-GB" b="0" i="0" dirty="0"/>
          </a:p>
        </p:txBody>
      </p:sp>
      <p:sp>
        <p:nvSpPr>
          <p:cNvPr id="4" name="Slide Number Placeholder 3">
            <a:extLst>
              <a:ext uri="{FF2B5EF4-FFF2-40B4-BE49-F238E27FC236}">
                <a16:creationId xmlns:a16="http://schemas.microsoft.com/office/drawing/2014/main" id="{96897EBE-DF0E-0E0E-5C14-2499780ACAF5}"/>
              </a:ext>
            </a:extLst>
          </p:cNvPr>
          <p:cNvSpPr>
            <a:spLocks noGrp="1"/>
          </p:cNvSpPr>
          <p:nvPr>
            <p:ph type="sldNum" sz="quarter" idx="5"/>
          </p:nvPr>
        </p:nvSpPr>
        <p:spPr/>
        <p:txBody>
          <a:bodyPr/>
          <a:lstStyle/>
          <a:p>
            <a:pPr marL="0" marR="0" lvl="0" indent="0" algn="r" defTabSz="1218987" rtl="0" eaLnBrk="1" fontAlgn="auto" latinLnBrk="0" hangingPunct="1">
              <a:lnSpc>
                <a:spcPct val="100000"/>
              </a:lnSpc>
              <a:spcBef>
                <a:spcPts val="0"/>
              </a:spcBef>
              <a:spcAft>
                <a:spcPts val="0"/>
              </a:spcAft>
              <a:buClrTx/>
              <a:buSzTx/>
              <a:buFontTx/>
              <a:buNone/>
              <a:tabLst/>
              <a:defRPr/>
            </a:pPr>
            <a:fld id="{4AED87EB-65D7-4500-873C-410831173A82}" type="slidenum">
              <a:rPr kumimoji="0" lang="en-US" sz="800" b="0" i="0" u="none" strike="noStrike" kern="1200" cap="none" spc="0" normalizeH="0" baseline="0" noProof="0" smtClean="0">
                <a:ln>
                  <a:noFill/>
                </a:ln>
                <a:solidFill>
                  <a:prstClr val="black"/>
                </a:solidFill>
                <a:effectLst/>
                <a:uLnTx/>
                <a:uFillTx/>
                <a:latin typeface="Arial" pitchFamily="34" charset="0"/>
                <a:ea typeface="+mn-ea"/>
                <a:cs typeface="Arial" pitchFamily="34" charset="0"/>
              </a:rPr>
              <a:pPr marL="0" marR="0" lvl="0" indent="0" algn="r" defTabSz="1218987" rtl="0" eaLnBrk="1" fontAlgn="auto" latinLnBrk="0" hangingPunct="1">
                <a:lnSpc>
                  <a:spcPct val="100000"/>
                </a:lnSpc>
                <a:spcBef>
                  <a:spcPts val="0"/>
                </a:spcBef>
                <a:spcAft>
                  <a:spcPts val="0"/>
                </a:spcAft>
                <a:buClrTx/>
                <a:buSzTx/>
                <a:buFontTx/>
                <a:buNone/>
                <a:tabLst/>
                <a:defRPr/>
              </a:pPr>
              <a:t>8</a:t>
            </a:fld>
            <a:endParaRPr kumimoji="0" lang="en-US" sz="800" b="0" i="0" u="none" strike="noStrike" kern="1200" cap="none" spc="0" normalizeH="0" baseline="0" noProof="0">
              <a:ln>
                <a:noFill/>
              </a:ln>
              <a:solidFill>
                <a:prstClr val="black"/>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679213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5BEE45-91F7-90E7-37AF-CCC9FFA1EB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10DF24-3EDF-7D09-DA9F-A625743807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F3A221-69A1-FDA4-D539-C78E3F880319}"/>
              </a:ext>
            </a:extLst>
          </p:cNvPr>
          <p:cNvSpPr>
            <a:spLocks noGrp="1"/>
          </p:cNvSpPr>
          <p:nvPr>
            <p:ph type="body" idx="1"/>
          </p:nvPr>
        </p:nvSpPr>
        <p:spPr/>
        <p:txBody>
          <a:bodyPr/>
          <a:lstStyle/>
          <a:p>
            <a:r>
              <a:rPr lang="en-GB"/>
              <a:t>Pricing bands are now directly indexed to hardware value</a:t>
            </a:r>
          </a:p>
          <a:p>
            <a:br>
              <a:rPr lang="en-GB"/>
            </a:br>
            <a:r>
              <a:rPr lang="en-GB"/>
              <a:t>Each step adds ~20–25% in service price, mirroring device worth.</a:t>
            </a:r>
            <a:br>
              <a:rPr lang="en-GB"/>
            </a:br>
            <a:endParaRPr lang="en-GB"/>
          </a:p>
          <a:p>
            <a:r>
              <a:rPr lang="en-GB"/>
              <a:t>PSP maintains a 1.35–1.40× premium consistently across bands, widening slightly for higher-end hardware where support intensity and customer expectation rise</a:t>
            </a:r>
            <a:endParaRPr lang="en-GB" b="0"/>
          </a:p>
        </p:txBody>
      </p:sp>
      <p:sp>
        <p:nvSpPr>
          <p:cNvPr id="4" name="Slide Number Placeholder 3">
            <a:extLst>
              <a:ext uri="{FF2B5EF4-FFF2-40B4-BE49-F238E27FC236}">
                <a16:creationId xmlns:a16="http://schemas.microsoft.com/office/drawing/2014/main" id="{AFB4F2CD-4089-CC24-AEDA-A15C3B67C241}"/>
              </a:ext>
            </a:extLst>
          </p:cNvPr>
          <p:cNvSpPr>
            <a:spLocks noGrp="1"/>
          </p:cNvSpPr>
          <p:nvPr>
            <p:ph type="sldNum" sz="quarter" idx="5"/>
          </p:nvPr>
        </p:nvSpPr>
        <p:spPr/>
        <p:txBody>
          <a:bodyPr/>
          <a:lstStyle/>
          <a:p>
            <a:pPr marL="0" marR="0" lvl="0" indent="0" algn="r" defTabSz="1218987" rtl="0" eaLnBrk="1" fontAlgn="auto" latinLnBrk="0" hangingPunct="1">
              <a:lnSpc>
                <a:spcPct val="100000"/>
              </a:lnSpc>
              <a:spcBef>
                <a:spcPts val="0"/>
              </a:spcBef>
              <a:spcAft>
                <a:spcPts val="0"/>
              </a:spcAft>
              <a:buClrTx/>
              <a:buSzTx/>
              <a:buFontTx/>
              <a:buNone/>
              <a:tabLst/>
              <a:defRPr/>
            </a:pPr>
            <a:fld id="{4AED87EB-65D7-4500-873C-410831173A82}" type="slidenum">
              <a:rPr kumimoji="0" lang="en-US" sz="800" b="0" i="0" u="none" strike="noStrike" kern="1200" cap="none" spc="0" normalizeH="0" baseline="0" noProof="0" smtClean="0">
                <a:ln>
                  <a:noFill/>
                </a:ln>
                <a:solidFill>
                  <a:prstClr val="black"/>
                </a:solidFill>
                <a:effectLst/>
                <a:uLnTx/>
                <a:uFillTx/>
                <a:latin typeface="Arial" pitchFamily="34" charset="0"/>
                <a:ea typeface="+mn-ea"/>
                <a:cs typeface="Arial" pitchFamily="34" charset="0"/>
              </a:rPr>
              <a:pPr marL="0" marR="0" lvl="0" indent="0" algn="r" defTabSz="1218987" rtl="0" eaLnBrk="1" fontAlgn="auto" latinLnBrk="0" hangingPunct="1">
                <a:lnSpc>
                  <a:spcPct val="100000"/>
                </a:lnSpc>
                <a:spcBef>
                  <a:spcPts val="0"/>
                </a:spcBef>
                <a:spcAft>
                  <a:spcPts val="0"/>
                </a:spcAft>
                <a:buClrTx/>
                <a:buSzTx/>
                <a:buFontTx/>
                <a:buNone/>
                <a:tabLst/>
                <a:defRPr/>
              </a:pPr>
              <a:t>9</a:t>
            </a:fld>
            <a:endParaRPr kumimoji="0" lang="en-US" sz="800" b="0" i="0" u="none" strike="noStrike" kern="1200" cap="none" spc="0" normalizeH="0" baseline="0" noProof="0">
              <a:ln>
                <a:noFill/>
              </a:ln>
              <a:solidFill>
                <a:prstClr val="black"/>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7945433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6058C7-094F-8ACE-192B-1C06E0D672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AC598C-665E-9335-2607-AC62D1B814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959F6F-1EF4-5393-FE35-A93BF00AE24B}"/>
              </a:ext>
            </a:extLst>
          </p:cNvPr>
          <p:cNvSpPr>
            <a:spLocks noGrp="1"/>
          </p:cNvSpPr>
          <p:nvPr>
            <p:ph type="body" idx="1"/>
          </p:nvPr>
        </p:nvSpPr>
        <p:spPr/>
        <p:txBody>
          <a:bodyPr/>
          <a:lstStyle/>
          <a:p>
            <a:r>
              <a:rPr lang="en-GB"/>
              <a:t>Pricing bands are now directly indexed to hardware value</a:t>
            </a:r>
          </a:p>
          <a:p>
            <a:br>
              <a:rPr lang="en-GB"/>
            </a:br>
            <a:r>
              <a:rPr lang="en-GB"/>
              <a:t>Each step adds ~20–25% in service price, mirroring device worth.</a:t>
            </a:r>
            <a:br>
              <a:rPr lang="en-GB"/>
            </a:br>
            <a:endParaRPr lang="en-GB"/>
          </a:p>
          <a:p>
            <a:r>
              <a:rPr lang="en-GB"/>
              <a:t>PSP maintains a 1.35–1.40× premium consistently across bands, widening slightly for higher-end hardware where support intensity and customer expectation rise</a:t>
            </a:r>
            <a:endParaRPr lang="en-GB" b="0"/>
          </a:p>
        </p:txBody>
      </p:sp>
      <p:sp>
        <p:nvSpPr>
          <p:cNvPr id="4" name="Slide Number Placeholder 3">
            <a:extLst>
              <a:ext uri="{FF2B5EF4-FFF2-40B4-BE49-F238E27FC236}">
                <a16:creationId xmlns:a16="http://schemas.microsoft.com/office/drawing/2014/main" id="{671ACB2E-D9C8-A8B5-054B-04DA5D3532EF}"/>
              </a:ext>
            </a:extLst>
          </p:cNvPr>
          <p:cNvSpPr>
            <a:spLocks noGrp="1"/>
          </p:cNvSpPr>
          <p:nvPr>
            <p:ph type="sldNum" sz="quarter" idx="5"/>
          </p:nvPr>
        </p:nvSpPr>
        <p:spPr/>
        <p:txBody>
          <a:bodyPr/>
          <a:lstStyle/>
          <a:p>
            <a:pPr marL="0" marR="0" lvl="0" indent="0" algn="r" defTabSz="1218987" rtl="0" eaLnBrk="1" fontAlgn="auto" latinLnBrk="0" hangingPunct="1">
              <a:lnSpc>
                <a:spcPct val="100000"/>
              </a:lnSpc>
              <a:spcBef>
                <a:spcPts val="0"/>
              </a:spcBef>
              <a:spcAft>
                <a:spcPts val="0"/>
              </a:spcAft>
              <a:buClrTx/>
              <a:buSzTx/>
              <a:buFontTx/>
              <a:buNone/>
              <a:tabLst/>
              <a:defRPr/>
            </a:pPr>
            <a:fld id="{4AED87EB-65D7-4500-873C-410831173A82}" type="slidenum">
              <a:rPr kumimoji="0" lang="en-US" sz="800" b="0" i="0" u="none" strike="noStrike" kern="1200" cap="none" spc="0" normalizeH="0" baseline="0" noProof="0" smtClean="0">
                <a:ln>
                  <a:noFill/>
                </a:ln>
                <a:solidFill>
                  <a:prstClr val="black"/>
                </a:solidFill>
                <a:effectLst/>
                <a:uLnTx/>
                <a:uFillTx/>
                <a:latin typeface="Arial" pitchFamily="34" charset="0"/>
                <a:ea typeface="+mn-ea"/>
                <a:cs typeface="Arial" pitchFamily="34" charset="0"/>
              </a:rPr>
              <a:pPr marL="0" marR="0" lvl="0" indent="0" algn="r" defTabSz="1218987" rtl="0" eaLnBrk="1" fontAlgn="auto" latinLnBrk="0" hangingPunct="1">
                <a:lnSpc>
                  <a:spcPct val="100000"/>
                </a:lnSpc>
                <a:spcBef>
                  <a:spcPts val="0"/>
                </a:spcBef>
                <a:spcAft>
                  <a:spcPts val="0"/>
                </a:spcAft>
                <a:buClrTx/>
                <a:buSzTx/>
                <a:buFontTx/>
                <a:buNone/>
                <a:tabLst/>
                <a:defRPr/>
              </a:pPr>
              <a:t>10</a:t>
            </a:fld>
            <a:endParaRPr kumimoji="0" lang="en-US" sz="800" b="0" i="0" u="none" strike="noStrike" kern="1200" cap="none" spc="0" normalizeH="0" baseline="0" noProof="0">
              <a:ln>
                <a:noFill/>
              </a:ln>
              <a:solidFill>
                <a:prstClr val="black"/>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36263767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26CBA9-E1AA-5FD0-FC90-DFC7DF9F9A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31933A-CE01-07B7-12F3-C9B1028E24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A6E54B-1F1A-8602-ACFB-3499C96BE9D1}"/>
              </a:ext>
            </a:extLst>
          </p:cNvPr>
          <p:cNvSpPr>
            <a:spLocks noGrp="1"/>
          </p:cNvSpPr>
          <p:nvPr>
            <p:ph type="body" idx="1"/>
          </p:nvPr>
        </p:nvSpPr>
        <p:spPr/>
        <p:txBody>
          <a:bodyPr/>
          <a:lstStyle/>
          <a:p>
            <a:r>
              <a:rPr lang="en-GB" dirty="0"/>
              <a:t>α represents the steady slope of rising support cost after year three — think </a:t>
            </a:r>
            <a:r>
              <a:rPr lang="en-GB" dirty="0" err="1"/>
              <a:t>labor</a:t>
            </a:r>
            <a:r>
              <a:rPr lang="en-GB" dirty="0"/>
              <a:t> and parts inflation.</a:t>
            </a:r>
            <a:br>
              <a:rPr lang="en-GB" dirty="0"/>
            </a:br>
            <a:r>
              <a:rPr lang="en-GB" dirty="0"/>
              <a:t>γ is a small kicker that activates beyond year four, representing end-of-life failure risk and parts scarcity.</a:t>
            </a:r>
            <a:br>
              <a:rPr lang="en-GB" dirty="0"/>
            </a:br>
            <a:r>
              <a:rPr lang="en-GB" dirty="0"/>
              <a:t>Together, they make the PSP curve behave like our actual service cost profile — smooth early, steep at the tail.”</a:t>
            </a:r>
          </a:p>
          <a:p>
            <a:endParaRPr lang="en-GB" b="0" i="0"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Factor:</a:t>
            </a:r>
            <a:r>
              <a:rPr lang="en-GB" b="1" dirty="0"/>
              <a:t>α (steady cost rise)</a:t>
            </a:r>
            <a:br>
              <a:rPr lang="en-GB" dirty="0"/>
            </a:br>
            <a:r>
              <a:rPr lang="en-GB" dirty="0"/>
              <a:t>What it captures: The gradual, predictable increase in service cost after year 3 — </a:t>
            </a:r>
            <a:r>
              <a:rPr lang="en-GB" dirty="0" err="1"/>
              <a:t>labor</a:t>
            </a:r>
            <a:r>
              <a:rPr lang="en-GB" dirty="0"/>
              <a:t> inflation, small parts attrition, more frequent claims</a:t>
            </a:r>
            <a:br>
              <a:rPr lang="en-GB" dirty="0"/>
            </a:br>
            <a:r>
              <a:rPr lang="en-GB" dirty="0"/>
              <a:t>Why it matters: Applies broadly to all higher-touch services (Onsite, PS, PSP)</a:t>
            </a:r>
          </a:p>
          <a:p>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Factor:</a:t>
            </a:r>
            <a:r>
              <a:rPr lang="el-GR" dirty="0"/>
              <a:t>γ (</a:t>
            </a:r>
            <a:r>
              <a:rPr lang="en-GB" dirty="0"/>
              <a:t>tail risk bump)</a:t>
            </a:r>
            <a:br>
              <a:rPr lang="en-GB" dirty="0"/>
            </a:br>
            <a:r>
              <a:rPr lang="en-GB" dirty="0"/>
              <a:t>What it captures: The </a:t>
            </a:r>
            <a:r>
              <a:rPr lang="en-GB" b="1" dirty="0"/>
              <a:t>nonlinear</a:t>
            </a:r>
            <a:r>
              <a:rPr lang="en-GB" dirty="0"/>
              <a:t> jump in risk that happens beyond year 4 — aging hardware, sealed-battery replacements, EOL parts scarcity, higher logistics cost</a:t>
            </a:r>
            <a:br>
              <a:rPr lang="en-GB" dirty="0"/>
            </a:br>
            <a:r>
              <a:rPr lang="en-GB" dirty="0"/>
              <a:t>Why : Mostly affects PSP (especially ADP and battery coverage)</a:t>
            </a:r>
          </a:p>
          <a:p>
            <a:endParaRPr lang="en-GB" b="0" i="0" dirty="0"/>
          </a:p>
        </p:txBody>
      </p:sp>
      <p:sp>
        <p:nvSpPr>
          <p:cNvPr id="4" name="Slide Number Placeholder 3">
            <a:extLst>
              <a:ext uri="{FF2B5EF4-FFF2-40B4-BE49-F238E27FC236}">
                <a16:creationId xmlns:a16="http://schemas.microsoft.com/office/drawing/2014/main" id="{3C8C2736-835B-2E4F-0157-20CC7D953399}"/>
              </a:ext>
            </a:extLst>
          </p:cNvPr>
          <p:cNvSpPr>
            <a:spLocks noGrp="1"/>
          </p:cNvSpPr>
          <p:nvPr>
            <p:ph type="sldNum" sz="quarter" idx="5"/>
          </p:nvPr>
        </p:nvSpPr>
        <p:spPr/>
        <p:txBody>
          <a:bodyPr/>
          <a:lstStyle/>
          <a:p>
            <a:pPr marL="0" marR="0" lvl="0" indent="0" algn="r" defTabSz="1218987" rtl="0" eaLnBrk="1" fontAlgn="auto" latinLnBrk="0" hangingPunct="1">
              <a:lnSpc>
                <a:spcPct val="100000"/>
              </a:lnSpc>
              <a:spcBef>
                <a:spcPts val="0"/>
              </a:spcBef>
              <a:spcAft>
                <a:spcPts val="0"/>
              </a:spcAft>
              <a:buClrTx/>
              <a:buSzTx/>
              <a:buFontTx/>
              <a:buNone/>
              <a:tabLst/>
              <a:defRPr/>
            </a:pPr>
            <a:fld id="{4AED87EB-65D7-4500-873C-410831173A82}" type="slidenum">
              <a:rPr kumimoji="0" lang="en-US" sz="800" b="0" i="0" u="none" strike="noStrike" kern="1200" cap="none" spc="0" normalizeH="0" baseline="0" noProof="0" smtClean="0">
                <a:ln>
                  <a:noFill/>
                </a:ln>
                <a:solidFill>
                  <a:prstClr val="black"/>
                </a:solidFill>
                <a:effectLst/>
                <a:uLnTx/>
                <a:uFillTx/>
                <a:latin typeface="Arial" pitchFamily="34" charset="0"/>
                <a:ea typeface="+mn-ea"/>
                <a:cs typeface="Arial" pitchFamily="34" charset="0"/>
              </a:rPr>
              <a:pPr marL="0" marR="0" lvl="0" indent="0" algn="r" defTabSz="1218987" rtl="0" eaLnBrk="1" fontAlgn="auto" latinLnBrk="0" hangingPunct="1">
                <a:lnSpc>
                  <a:spcPct val="100000"/>
                </a:lnSpc>
                <a:spcBef>
                  <a:spcPts val="0"/>
                </a:spcBef>
                <a:spcAft>
                  <a:spcPts val="0"/>
                </a:spcAft>
                <a:buClrTx/>
                <a:buSzTx/>
                <a:buFontTx/>
                <a:buNone/>
                <a:tabLst/>
                <a:defRPr/>
              </a:pPr>
              <a:t>11</a:t>
            </a:fld>
            <a:endParaRPr kumimoji="0" lang="en-US" sz="800" b="0" i="0" u="none" strike="noStrike" kern="1200" cap="none" spc="0" normalizeH="0" baseline="0" noProof="0">
              <a:ln>
                <a:noFill/>
              </a:ln>
              <a:solidFill>
                <a:prstClr val="black"/>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14414835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27209D-A82F-171C-AA22-56C3B16C85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3E3B5F-AF28-5DF6-D9D1-AB2FC97454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E71B19-E99E-36B8-5449-6BF5CDDB09F0}"/>
              </a:ext>
            </a:extLst>
          </p:cNvPr>
          <p:cNvSpPr>
            <a:spLocks noGrp="1"/>
          </p:cNvSpPr>
          <p:nvPr>
            <p:ph type="body" idx="1"/>
          </p:nvPr>
        </p:nvSpPr>
        <p:spPr/>
        <p:txBody>
          <a:bodyPr/>
          <a:lstStyle/>
          <a:p>
            <a:r>
              <a:rPr lang="en-GB" dirty="0"/>
              <a:t>α represents the steady slope of rising support cost after year three — think </a:t>
            </a:r>
            <a:r>
              <a:rPr lang="en-GB" dirty="0" err="1"/>
              <a:t>labor</a:t>
            </a:r>
            <a:r>
              <a:rPr lang="en-GB" dirty="0"/>
              <a:t> and parts inflation.</a:t>
            </a:r>
            <a:br>
              <a:rPr lang="en-GB" dirty="0"/>
            </a:br>
            <a:r>
              <a:rPr lang="en-GB" dirty="0"/>
              <a:t>γ is a small kicker that activates beyond year four, representing end-of-life failure risk and parts scarcity.</a:t>
            </a:r>
            <a:br>
              <a:rPr lang="en-GB" dirty="0"/>
            </a:br>
            <a:r>
              <a:rPr lang="en-GB" dirty="0"/>
              <a:t>Together, they make the PSP curve behave like our actual service cost profile — smooth early, steep at the tail.”</a:t>
            </a:r>
          </a:p>
          <a:p>
            <a:endParaRPr lang="en-GB" b="0" i="0"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Factor:</a:t>
            </a:r>
            <a:r>
              <a:rPr lang="en-GB" b="1" dirty="0"/>
              <a:t>α (steady cost rise)</a:t>
            </a:r>
            <a:br>
              <a:rPr lang="en-GB" dirty="0"/>
            </a:br>
            <a:r>
              <a:rPr lang="en-GB" dirty="0"/>
              <a:t>What it captures: The gradual, predictable increase in service cost after year 3 — </a:t>
            </a:r>
            <a:r>
              <a:rPr lang="en-GB" dirty="0" err="1"/>
              <a:t>labor</a:t>
            </a:r>
            <a:r>
              <a:rPr lang="en-GB" dirty="0"/>
              <a:t> inflation, small parts attrition, more frequent claims</a:t>
            </a:r>
            <a:br>
              <a:rPr lang="en-GB" dirty="0"/>
            </a:br>
            <a:r>
              <a:rPr lang="en-GB" dirty="0"/>
              <a:t>Why it matters: Applies broadly to all higher-touch services (Onsite, PS, PSP)</a:t>
            </a:r>
          </a:p>
          <a:p>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Factor:</a:t>
            </a:r>
            <a:r>
              <a:rPr lang="el-GR" dirty="0"/>
              <a:t>γ (</a:t>
            </a:r>
            <a:r>
              <a:rPr lang="en-GB" dirty="0"/>
              <a:t>tail risk bump)</a:t>
            </a:r>
            <a:br>
              <a:rPr lang="en-GB" dirty="0"/>
            </a:br>
            <a:r>
              <a:rPr lang="en-GB" dirty="0"/>
              <a:t>What it captures: The </a:t>
            </a:r>
            <a:r>
              <a:rPr lang="en-GB" b="1" dirty="0"/>
              <a:t>nonlinear</a:t>
            </a:r>
            <a:r>
              <a:rPr lang="en-GB" dirty="0"/>
              <a:t> jump in risk that happens beyond year 4 — aging hardware, sealed-battery replacements, EOL parts scarcity, higher logistics cost</a:t>
            </a:r>
            <a:br>
              <a:rPr lang="en-GB" dirty="0"/>
            </a:br>
            <a:r>
              <a:rPr lang="en-GB" dirty="0"/>
              <a:t>Why it matters: Mostly affects PSP (especially ADP and battery coverage)</a:t>
            </a:r>
          </a:p>
          <a:p>
            <a:endParaRPr lang="en-GB" b="0" i="0" dirty="0"/>
          </a:p>
        </p:txBody>
      </p:sp>
      <p:sp>
        <p:nvSpPr>
          <p:cNvPr id="4" name="Slide Number Placeholder 3">
            <a:extLst>
              <a:ext uri="{FF2B5EF4-FFF2-40B4-BE49-F238E27FC236}">
                <a16:creationId xmlns:a16="http://schemas.microsoft.com/office/drawing/2014/main" id="{BDA015A3-D5D4-A5FF-EE7C-0ED29EFA1564}"/>
              </a:ext>
            </a:extLst>
          </p:cNvPr>
          <p:cNvSpPr>
            <a:spLocks noGrp="1"/>
          </p:cNvSpPr>
          <p:nvPr>
            <p:ph type="sldNum" sz="quarter" idx="5"/>
          </p:nvPr>
        </p:nvSpPr>
        <p:spPr/>
        <p:txBody>
          <a:bodyPr/>
          <a:lstStyle/>
          <a:p>
            <a:pPr marL="0" marR="0" lvl="0" indent="0" algn="r" defTabSz="1218987" rtl="0" eaLnBrk="1" fontAlgn="auto" latinLnBrk="0" hangingPunct="1">
              <a:lnSpc>
                <a:spcPct val="100000"/>
              </a:lnSpc>
              <a:spcBef>
                <a:spcPts val="0"/>
              </a:spcBef>
              <a:spcAft>
                <a:spcPts val="0"/>
              </a:spcAft>
              <a:buClrTx/>
              <a:buSzTx/>
              <a:buFontTx/>
              <a:buNone/>
              <a:tabLst/>
              <a:defRPr/>
            </a:pPr>
            <a:fld id="{4AED87EB-65D7-4500-873C-410831173A82}" type="slidenum">
              <a:rPr kumimoji="0" lang="en-US" sz="800" b="0" i="0" u="none" strike="noStrike" kern="1200" cap="none" spc="0" normalizeH="0" baseline="0" noProof="0" smtClean="0">
                <a:ln>
                  <a:noFill/>
                </a:ln>
                <a:solidFill>
                  <a:prstClr val="black"/>
                </a:solidFill>
                <a:effectLst/>
                <a:uLnTx/>
                <a:uFillTx/>
                <a:latin typeface="Arial" pitchFamily="34" charset="0"/>
                <a:ea typeface="+mn-ea"/>
                <a:cs typeface="Arial" pitchFamily="34" charset="0"/>
              </a:rPr>
              <a:pPr marL="0" marR="0" lvl="0" indent="0" algn="r" defTabSz="1218987" rtl="0" eaLnBrk="1" fontAlgn="auto" latinLnBrk="0" hangingPunct="1">
                <a:lnSpc>
                  <a:spcPct val="100000"/>
                </a:lnSpc>
                <a:spcBef>
                  <a:spcPts val="0"/>
                </a:spcBef>
                <a:spcAft>
                  <a:spcPts val="0"/>
                </a:spcAft>
                <a:buClrTx/>
                <a:buSzTx/>
                <a:buFontTx/>
                <a:buNone/>
                <a:tabLst/>
                <a:defRPr/>
              </a:pPr>
              <a:t>12</a:t>
            </a:fld>
            <a:endParaRPr kumimoji="0" lang="en-US" sz="800" b="0" i="0" u="none" strike="noStrike" kern="1200" cap="none" spc="0" normalizeH="0" baseline="0" noProof="0">
              <a:ln>
                <a:noFill/>
              </a:ln>
              <a:solidFill>
                <a:prstClr val="black"/>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6748029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C75956-3B43-AD0D-E6EC-EFD64B3062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576DB1-AD8D-634A-8017-7E3C8C3B88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952F4B-2C67-E18C-B2DB-B3AF6A0D0699}"/>
              </a:ext>
            </a:extLst>
          </p:cNvPr>
          <p:cNvSpPr>
            <a:spLocks noGrp="1"/>
          </p:cNvSpPr>
          <p:nvPr>
            <p:ph type="body" idx="1"/>
          </p:nvPr>
        </p:nvSpPr>
        <p:spPr/>
        <p:txBody>
          <a:bodyPr/>
          <a:lstStyle/>
          <a:p>
            <a:r>
              <a:rPr lang="en-GB" b="0" i="0"/>
              <a:t>For PSP (and to some extent PS with onsite </a:t>
            </a:r>
            <a:r>
              <a:rPr lang="en-GB" b="0" i="0" err="1"/>
              <a:t>labor</a:t>
            </a:r>
            <a:r>
              <a:rPr lang="en-GB" b="0" i="0"/>
              <a:t>), the cost to serve does rise non-linearly:</a:t>
            </a:r>
          </a:p>
          <a:p>
            <a:r>
              <a:rPr lang="en-GB" b="0" i="0"/>
              <a:t>Failure rates grow with age (especially for batteries, displays, hinges, motherboards).</a:t>
            </a:r>
          </a:p>
          <a:p>
            <a:r>
              <a:rPr lang="en-GB" b="0" i="0"/>
              <a:t>Part costs rise due to EOL inventory and logistics.</a:t>
            </a:r>
          </a:p>
          <a:p>
            <a:r>
              <a:rPr lang="en-GB" b="0" i="0"/>
              <a:t>Labor time often increases for older SKUs.</a:t>
            </a:r>
          </a:p>
          <a:p>
            <a:br>
              <a:rPr lang="en-GB" b="0" i="0"/>
            </a:br>
            <a:r>
              <a:rPr lang="en-GB" b="0" i="0"/>
              <a:t>So, </a:t>
            </a:r>
            <a:br>
              <a:rPr lang="en-GB" b="0" i="0"/>
            </a:br>
            <a:r>
              <a:rPr lang="en-GB"/>
              <a:t>The base logarithmic function models customer price sensitivity.</a:t>
            </a:r>
            <a:br>
              <a:rPr lang="en-GB"/>
            </a:br>
            <a:r>
              <a:rPr lang="en-GB"/>
              <a:t>For high-cost services like PSP that bundle ADP and sealed battery, we apply a small </a:t>
            </a:r>
            <a:r>
              <a:rPr lang="en-GB" i="1"/>
              <a:t>cost-adjustment multiplier</a:t>
            </a:r>
            <a:r>
              <a:rPr lang="en-GB"/>
              <a:t> beyond 3 years to protect margin against rising claim rates</a:t>
            </a:r>
            <a:endParaRPr lang="en-GB" b="0" i="0"/>
          </a:p>
        </p:txBody>
      </p:sp>
      <p:sp>
        <p:nvSpPr>
          <p:cNvPr id="4" name="Slide Number Placeholder 3">
            <a:extLst>
              <a:ext uri="{FF2B5EF4-FFF2-40B4-BE49-F238E27FC236}">
                <a16:creationId xmlns:a16="http://schemas.microsoft.com/office/drawing/2014/main" id="{5A4201D4-D230-C8F9-21E8-369DD105868F}"/>
              </a:ext>
            </a:extLst>
          </p:cNvPr>
          <p:cNvSpPr>
            <a:spLocks noGrp="1"/>
          </p:cNvSpPr>
          <p:nvPr>
            <p:ph type="sldNum" sz="quarter" idx="5"/>
          </p:nvPr>
        </p:nvSpPr>
        <p:spPr/>
        <p:txBody>
          <a:bodyPr/>
          <a:lstStyle/>
          <a:p>
            <a:pPr marL="0" marR="0" lvl="0" indent="0" algn="r" defTabSz="1218987" rtl="0" eaLnBrk="1" fontAlgn="auto" latinLnBrk="0" hangingPunct="1">
              <a:lnSpc>
                <a:spcPct val="100000"/>
              </a:lnSpc>
              <a:spcBef>
                <a:spcPts val="0"/>
              </a:spcBef>
              <a:spcAft>
                <a:spcPts val="0"/>
              </a:spcAft>
              <a:buClrTx/>
              <a:buSzTx/>
              <a:buFontTx/>
              <a:buNone/>
              <a:tabLst/>
              <a:defRPr/>
            </a:pPr>
            <a:fld id="{4AED87EB-65D7-4500-873C-410831173A82}" type="slidenum">
              <a:rPr kumimoji="0" lang="en-US" sz="800" b="0" i="0" u="none" strike="noStrike" kern="1200" cap="none" spc="0" normalizeH="0" baseline="0" noProof="0" smtClean="0">
                <a:ln>
                  <a:noFill/>
                </a:ln>
                <a:solidFill>
                  <a:prstClr val="black"/>
                </a:solidFill>
                <a:effectLst/>
                <a:uLnTx/>
                <a:uFillTx/>
                <a:latin typeface="Arial" pitchFamily="34" charset="0"/>
                <a:ea typeface="+mn-ea"/>
                <a:cs typeface="Arial" pitchFamily="34" charset="0"/>
              </a:rPr>
              <a:pPr marL="0" marR="0" lvl="0" indent="0" algn="r" defTabSz="1218987" rtl="0" eaLnBrk="1" fontAlgn="auto" latinLnBrk="0" hangingPunct="1">
                <a:lnSpc>
                  <a:spcPct val="100000"/>
                </a:lnSpc>
                <a:spcBef>
                  <a:spcPts val="0"/>
                </a:spcBef>
                <a:spcAft>
                  <a:spcPts val="0"/>
                </a:spcAft>
                <a:buClrTx/>
                <a:buSzTx/>
                <a:buFontTx/>
                <a:buNone/>
                <a:tabLst/>
                <a:defRPr/>
              </a:pPr>
              <a:t>13</a:t>
            </a:fld>
            <a:endParaRPr kumimoji="0" lang="en-US" sz="800" b="0" i="0" u="none" strike="noStrike" kern="1200" cap="none" spc="0" normalizeH="0" baseline="0" noProof="0">
              <a:ln>
                <a:noFill/>
              </a:ln>
              <a:solidFill>
                <a:prstClr val="black"/>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206418324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66F7DA-6B85-5061-3E5E-F163CE0B71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ED44FD-AF58-56A8-D31C-0717F7C627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68DD4A-1C50-141A-1B62-671EAE176E65}"/>
              </a:ext>
            </a:extLst>
          </p:cNvPr>
          <p:cNvSpPr>
            <a:spLocks noGrp="1"/>
          </p:cNvSpPr>
          <p:nvPr>
            <p:ph type="body" idx="1"/>
          </p:nvPr>
        </p:nvSpPr>
        <p:spPr/>
        <p:txBody>
          <a:bodyPr/>
          <a:lstStyle/>
          <a:p>
            <a:r>
              <a:rPr lang="en-GB" b="0" i="0"/>
              <a:t>For PSP (and to some extent PS with onsite </a:t>
            </a:r>
            <a:r>
              <a:rPr lang="en-GB" b="0" i="0" err="1"/>
              <a:t>labor</a:t>
            </a:r>
            <a:r>
              <a:rPr lang="en-GB" b="0" i="0"/>
              <a:t>), the cost to serve does rise non-linearly:</a:t>
            </a:r>
          </a:p>
          <a:p>
            <a:r>
              <a:rPr lang="en-GB" b="0" i="0"/>
              <a:t>Failure rates grow with age (especially for batteries, displays, hinges, motherboards).</a:t>
            </a:r>
          </a:p>
          <a:p>
            <a:r>
              <a:rPr lang="en-GB" b="0" i="0"/>
              <a:t>Part costs rise due to EOL inventory and logistics.</a:t>
            </a:r>
          </a:p>
          <a:p>
            <a:r>
              <a:rPr lang="en-GB" b="0" i="0"/>
              <a:t>Labor time often increases for older SKUs.</a:t>
            </a:r>
          </a:p>
          <a:p>
            <a:br>
              <a:rPr lang="en-GB" b="0" i="0"/>
            </a:br>
            <a:r>
              <a:rPr lang="en-GB" b="0" i="0"/>
              <a:t>So, </a:t>
            </a:r>
            <a:br>
              <a:rPr lang="en-GB" b="0" i="0"/>
            </a:br>
            <a:r>
              <a:rPr lang="en-GB"/>
              <a:t>The base logarithmic function models customer price sensitivity.</a:t>
            </a:r>
            <a:br>
              <a:rPr lang="en-GB"/>
            </a:br>
            <a:r>
              <a:rPr lang="en-GB"/>
              <a:t>For high-cost services like PSP that bundle ADP and sealed battery, we apply a small </a:t>
            </a:r>
            <a:r>
              <a:rPr lang="en-GB" i="1"/>
              <a:t>cost-adjustment multiplier</a:t>
            </a:r>
            <a:r>
              <a:rPr lang="en-GB"/>
              <a:t> beyond 3 years to protect margin against rising claim rates</a:t>
            </a:r>
            <a:endParaRPr lang="en-GB" b="0" i="0"/>
          </a:p>
        </p:txBody>
      </p:sp>
      <p:sp>
        <p:nvSpPr>
          <p:cNvPr id="4" name="Slide Number Placeholder 3">
            <a:extLst>
              <a:ext uri="{FF2B5EF4-FFF2-40B4-BE49-F238E27FC236}">
                <a16:creationId xmlns:a16="http://schemas.microsoft.com/office/drawing/2014/main" id="{E632CB00-33E9-F335-51AF-29C3DC59AF8C}"/>
              </a:ext>
            </a:extLst>
          </p:cNvPr>
          <p:cNvSpPr>
            <a:spLocks noGrp="1"/>
          </p:cNvSpPr>
          <p:nvPr>
            <p:ph type="sldNum" sz="quarter" idx="5"/>
          </p:nvPr>
        </p:nvSpPr>
        <p:spPr/>
        <p:txBody>
          <a:bodyPr/>
          <a:lstStyle/>
          <a:p>
            <a:pPr marL="0" marR="0" lvl="0" indent="0" algn="r" defTabSz="1218987" rtl="0" eaLnBrk="1" fontAlgn="auto" latinLnBrk="0" hangingPunct="1">
              <a:lnSpc>
                <a:spcPct val="100000"/>
              </a:lnSpc>
              <a:spcBef>
                <a:spcPts val="0"/>
              </a:spcBef>
              <a:spcAft>
                <a:spcPts val="0"/>
              </a:spcAft>
              <a:buClrTx/>
              <a:buSzTx/>
              <a:buFontTx/>
              <a:buNone/>
              <a:tabLst/>
              <a:defRPr/>
            </a:pPr>
            <a:fld id="{4AED87EB-65D7-4500-873C-410831173A82}" type="slidenum">
              <a:rPr kumimoji="0" lang="en-US" sz="800" b="0" i="0" u="none" strike="noStrike" kern="1200" cap="none" spc="0" normalizeH="0" baseline="0" noProof="0" smtClean="0">
                <a:ln>
                  <a:noFill/>
                </a:ln>
                <a:solidFill>
                  <a:prstClr val="black"/>
                </a:solidFill>
                <a:effectLst/>
                <a:uLnTx/>
                <a:uFillTx/>
                <a:latin typeface="Arial" pitchFamily="34" charset="0"/>
                <a:ea typeface="+mn-ea"/>
                <a:cs typeface="Arial" pitchFamily="34" charset="0"/>
              </a:rPr>
              <a:pPr marL="0" marR="0" lvl="0" indent="0" algn="r" defTabSz="1218987" rtl="0" eaLnBrk="1" fontAlgn="auto" latinLnBrk="0" hangingPunct="1">
                <a:lnSpc>
                  <a:spcPct val="100000"/>
                </a:lnSpc>
                <a:spcBef>
                  <a:spcPts val="0"/>
                </a:spcBef>
                <a:spcAft>
                  <a:spcPts val="0"/>
                </a:spcAft>
                <a:buClrTx/>
                <a:buSzTx/>
                <a:buFontTx/>
                <a:buNone/>
                <a:tabLst/>
                <a:defRPr/>
              </a:pPr>
              <a:t>14</a:t>
            </a:fld>
            <a:endParaRPr kumimoji="0" lang="en-US" sz="800" b="0" i="0" u="none" strike="noStrike" kern="1200" cap="none" spc="0" normalizeH="0" baseline="0" noProof="0">
              <a:ln>
                <a:noFill/>
              </a:ln>
              <a:solidFill>
                <a:prstClr val="black"/>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10038088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B05174-1E4F-73AE-B979-ADB3F4AB3D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68182C-40C4-C880-8DEF-DE662718BC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044951-E4E2-9D49-2F80-13271A10BB41}"/>
              </a:ext>
            </a:extLst>
          </p:cNvPr>
          <p:cNvSpPr>
            <a:spLocks noGrp="1"/>
          </p:cNvSpPr>
          <p:nvPr>
            <p:ph type="body" idx="1"/>
          </p:nvPr>
        </p:nvSpPr>
        <p:spPr/>
        <p:txBody>
          <a:bodyPr/>
          <a:lstStyle/>
          <a:p>
            <a:endParaRPr lang="en-GB" b="0"/>
          </a:p>
        </p:txBody>
      </p:sp>
      <p:sp>
        <p:nvSpPr>
          <p:cNvPr id="4" name="Slide Number Placeholder 3">
            <a:extLst>
              <a:ext uri="{FF2B5EF4-FFF2-40B4-BE49-F238E27FC236}">
                <a16:creationId xmlns:a16="http://schemas.microsoft.com/office/drawing/2014/main" id="{C43740C3-3508-4FC3-896B-3FB774EEC472}"/>
              </a:ext>
            </a:extLst>
          </p:cNvPr>
          <p:cNvSpPr>
            <a:spLocks noGrp="1"/>
          </p:cNvSpPr>
          <p:nvPr>
            <p:ph type="sldNum" sz="quarter" idx="5"/>
          </p:nvPr>
        </p:nvSpPr>
        <p:spPr/>
        <p:txBody>
          <a:bodyPr/>
          <a:lstStyle/>
          <a:p>
            <a:pPr marL="0" marR="0" lvl="0" indent="0" algn="r" defTabSz="1218987" rtl="0" eaLnBrk="1" fontAlgn="auto" latinLnBrk="0" hangingPunct="1">
              <a:lnSpc>
                <a:spcPct val="100000"/>
              </a:lnSpc>
              <a:spcBef>
                <a:spcPts val="0"/>
              </a:spcBef>
              <a:spcAft>
                <a:spcPts val="0"/>
              </a:spcAft>
              <a:buClrTx/>
              <a:buSzTx/>
              <a:buFontTx/>
              <a:buNone/>
              <a:tabLst/>
              <a:defRPr/>
            </a:pPr>
            <a:fld id="{4AED87EB-65D7-4500-873C-410831173A82}" type="slidenum">
              <a:rPr kumimoji="0" lang="en-US" sz="800" b="0" i="0" u="none" strike="noStrike" kern="1200" cap="none" spc="0" normalizeH="0" baseline="0" noProof="0" smtClean="0">
                <a:ln>
                  <a:noFill/>
                </a:ln>
                <a:solidFill>
                  <a:prstClr val="black"/>
                </a:solidFill>
                <a:effectLst/>
                <a:uLnTx/>
                <a:uFillTx/>
                <a:latin typeface="Arial" pitchFamily="34" charset="0"/>
                <a:ea typeface="+mn-ea"/>
                <a:cs typeface="Arial" pitchFamily="34" charset="0"/>
              </a:rPr>
              <a:pPr marL="0" marR="0" lvl="0" indent="0" algn="r" defTabSz="1218987" rtl="0" eaLnBrk="1" fontAlgn="auto" latinLnBrk="0" hangingPunct="1">
                <a:lnSpc>
                  <a:spcPct val="100000"/>
                </a:lnSpc>
                <a:spcBef>
                  <a:spcPts val="0"/>
                </a:spcBef>
                <a:spcAft>
                  <a:spcPts val="0"/>
                </a:spcAft>
                <a:buClrTx/>
                <a:buSzTx/>
                <a:buFontTx/>
                <a:buNone/>
                <a:tabLst/>
                <a:defRPr/>
              </a:pPr>
              <a:t>15</a:t>
            </a:fld>
            <a:endParaRPr kumimoji="0" lang="en-US" sz="800" b="0" i="0" u="none" strike="noStrike" kern="1200" cap="none" spc="0" normalizeH="0" baseline="0" noProof="0">
              <a:ln>
                <a:noFill/>
              </a:ln>
              <a:solidFill>
                <a:prstClr val="black"/>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3347612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7CE89F-CA9C-24F1-A5CA-65841213F8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20EB41-4613-2BE1-88EB-ECCE798BAB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C61D4A-BE1F-E66C-A525-D6084C8A7611}"/>
              </a:ext>
            </a:extLst>
          </p:cNvPr>
          <p:cNvSpPr>
            <a:spLocks noGrp="1"/>
          </p:cNvSpPr>
          <p:nvPr>
            <p:ph type="body" idx="1"/>
          </p:nvPr>
        </p:nvSpPr>
        <p:spPr/>
        <p:txBody>
          <a:bodyPr/>
          <a:lstStyle/>
          <a:p>
            <a:endParaRPr lang="en-GB" b="0"/>
          </a:p>
        </p:txBody>
      </p:sp>
      <p:sp>
        <p:nvSpPr>
          <p:cNvPr id="4" name="Slide Number Placeholder 3">
            <a:extLst>
              <a:ext uri="{FF2B5EF4-FFF2-40B4-BE49-F238E27FC236}">
                <a16:creationId xmlns:a16="http://schemas.microsoft.com/office/drawing/2014/main" id="{07E515E2-D08A-D1A7-DC67-EA3BDC70E383}"/>
              </a:ext>
            </a:extLst>
          </p:cNvPr>
          <p:cNvSpPr>
            <a:spLocks noGrp="1"/>
          </p:cNvSpPr>
          <p:nvPr>
            <p:ph type="sldNum" sz="quarter" idx="5"/>
          </p:nvPr>
        </p:nvSpPr>
        <p:spPr/>
        <p:txBody>
          <a:bodyPr/>
          <a:lstStyle/>
          <a:p>
            <a:pPr marL="0" marR="0" lvl="0" indent="0" algn="r" defTabSz="1218987" rtl="0" eaLnBrk="1" fontAlgn="auto" latinLnBrk="0" hangingPunct="1">
              <a:lnSpc>
                <a:spcPct val="100000"/>
              </a:lnSpc>
              <a:spcBef>
                <a:spcPts val="0"/>
              </a:spcBef>
              <a:spcAft>
                <a:spcPts val="0"/>
              </a:spcAft>
              <a:buClrTx/>
              <a:buSzTx/>
              <a:buFontTx/>
              <a:buNone/>
              <a:tabLst/>
              <a:defRPr/>
            </a:pPr>
            <a:fld id="{4AED87EB-65D7-4500-873C-410831173A82}" type="slidenum">
              <a:rPr kumimoji="0" lang="en-US" sz="800" b="0" i="0" u="none" strike="noStrike" kern="1200" cap="none" spc="0" normalizeH="0" baseline="0" noProof="0" smtClean="0">
                <a:ln>
                  <a:noFill/>
                </a:ln>
                <a:solidFill>
                  <a:prstClr val="black"/>
                </a:solidFill>
                <a:effectLst/>
                <a:uLnTx/>
                <a:uFillTx/>
                <a:latin typeface="Arial" pitchFamily="34" charset="0"/>
                <a:ea typeface="+mn-ea"/>
                <a:cs typeface="Arial" pitchFamily="34" charset="0"/>
              </a:rPr>
              <a:pPr marL="0" marR="0" lvl="0" indent="0" algn="r" defTabSz="1218987" rtl="0" eaLnBrk="1" fontAlgn="auto" latinLnBrk="0" hangingPunct="1">
                <a:lnSpc>
                  <a:spcPct val="100000"/>
                </a:lnSpc>
                <a:spcBef>
                  <a:spcPts val="0"/>
                </a:spcBef>
                <a:spcAft>
                  <a:spcPts val="0"/>
                </a:spcAft>
                <a:buClrTx/>
                <a:buSzTx/>
                <a:buFontTx/>
                <a:buNone/>
                <a:tabLst/>
                <a:defRPr/>
              </a:pPr>
              <a:t>16</a:t>
            </a:fld>
            <a:endParaRPr kumimoji="0" lang="en-US" sz="800" b="0" i="0" u="none" strike="noStrike" kern="1200" cap="none" spc="0" normalizeH="0" baseline="0" noProof="0">
              <a:ln>
                <a:noFill/>
              </a:ln>
              <a:solidFill>
                <a:prstClr val="black"/>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214984918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D5E69F3-3191-4B3E-8FFC-D2165302EE95}" type="slidenum">
              <a:rPr lang="en-GB" smtClean="0"/>
              <a:t>17</a:t>
            </a:fld>
            <a:endParaRPr lang="en-GB"/>
          </a:p>
        </p:txBody>
      </p:sp>
    </p:spTree>
    <p:extLst>
      <p:ext uri="{BB962C8B-B14F-4D97-AF65-F5344CB8AC3E}">
        <p14:creationId xmlns:p14="http://schemas.microsoft.com/office/powerpoint/2010/main" val="13277656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48B6DF-A6DD-C77A-7117-74B710E304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0334A0-DED1-53D0-AD5A-2857530DA0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068750-7C83-D455-6A3F-AA3ACE21EFCB}"/>
              </a:ext>
            </a:extLst>
          </p:cNvPr>
          <p:cNvSpPr>
            <a:spLocks noGrp="1"/>
          </p:cNvSpPr>
          <p:nvPr>
            <p:ph type="body" idx="1"/>
          </p:nvPr>
        </p:nvSpPr>
        <p:spPr/>
        <p:txBody>
          <a:bodyPr/>
          <a:lstStyle/>
          <a:p>
            <a:endParaRPr lang="en-GB" b="0"/>
          </a:p>
        </p:txBody>
      </p:sp>
      <p:sp>
        <p:nvSpPr>
          <p:cNvPr id="4" name="Slide Number Placeholder 3">
            <a:extLst>
              <a:ext uri="{FF2B5EF4-FFF2-40B4-BE49-F238E27FC236}">
                <a16:creationId xmlns:a16="http://schemas.microsoft.com/office/drawing/2014/main" id="{12B39578-CEC3-7260-4A51-278815D0FD3A}"/>
              </a:ext>
            </a:extLst>
          </p:cNvPr>
          <p:cNvSpPr>
            <a:spLocks noGrp="1"/>
          </p:cNvSpPr>
          <p:nvPr>
            <p:ph type="sldNum" sz="quarter" idx="5"/>
          </p:nvPr>
        </p:nvSpPr>
        <p:spPr/>
        <p:txBody>
          <a:bodyPr/>
          <a:lstStyle/>
          <a:p>
            <a:pPr marL="0" marR="0" lvl="0" indent="0" algn="r" defTabSz="1218987" rtl="0" eaLnBrk="1" fontAlgn="auto" latinLnBrk="0" hangingPunct="1">
              <a:lnSpc>
                <a:spcPct val="100000"/>
              </a:lnSpc>
              <a:spcBef>
                <a:spcPts val="0"/>
              </a:spcBef>
              <a:spcAft>
                <a:spcPts val="0"/>
              </a:spcAft>
              <a:buClrTx/>
              <a:buSzTx/>
              <a:buFontTx/>
              <a:buNone/>
              <a:tabLst/>
              <a:defRPr/>
            </a:pPr>
            <a:fld id="{4AED87EB-65D7-4500-873C-410831173A82}" type="slidenum">
              <a:rPr kumimoji="0" lang="en-US" sz="800" b="0" i="0" u="none" strike="noStrike" kern="1200" cap="none" spc="0" normalizeH="0" baseline="0" noProof="0" smtClean="0">
                <a:ln>
                  <a:noFill/>
                </a:ln>
                <a:solidFill>
                  <a:prstClr val="black"/>
                </a:solidFill>
                <a:effectLst/>
                <a:uLnTx/>
                <a:uFillTx/>
                <a:latin typeface="Arial" pitchFamily="34" charset="0"/>
                <a:ea typeface="+mn-ea"/>
                <a:cs typeface="Arial" pitchFamily="34" charset="0"/>
              </a:rPr>
              <a:pPr marL="0" marR="0" lvl="0" indent="0" algn="r" defTabSz="1218987" rtl="0" eaLnBrk="1" fontAlgn="auto" latinLnBrk="0" hangingPunct="1">
                <a:lnSpc>
                  <a:spcPct val="100000"/>
                </a:lnSpc>
                <a:spcBef>
                  <a:spcPts val="0"/>
                </a:spcBef>
                <a:spcAft>
                  <a:spcPts val="0"/>
                </a:spcAft>
                <a:buClrTx/>
                <a:buSzTx/>
                <a:buFontTx/>
                <a:buNone/>
                <a:tabLst/>
                <a:defRPr/>
              </a:pPr>
              <a:t>18</a:t>
            </a:fld>
            <a:endParaRPr kumimoji="0" lang="en-US" sz="800" b="0" i="0" u="none" strike="noStrike" kern="1200" cap="none" spc="0" normalizeH="0" baseline="0" noProof="0">
              <a:ln>
                <a:noFill/>
              </a:ln>
              <a:solidFill>
                <a:prstClr val="black"/>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338888065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5958D9-C079-A7B2-6E95-DB1D326373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C35A5A-00D4-CB14-4737-D0E9ECE2F5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F1D0C1-ECE5-D47B-13A6-CA258D885C6D}"/>
              </a:ext>
            </a:extLst>
          </p:cNvPr>
          <p:cNvSpPr>
            <a:spLocks noGrp="1"/>
          </p:cNvSpPr>
          <p:nvPr>
            <p:ph type="body" idx="1"/>
          </p:nvPr>
        </p:nvSpPr>
        <p:spPr/>
        <p:txBody>
          <a:bodyPr/>
          <a:lstStyle/>
          <a:p>
            <a:endParaRPr lang="en-GB" b="0"/>
          </a:p>
        </p:txBody>
      </p:sp>
      <p:sp>
        <p:nvSpPr>
          <p:cNvPr id="4" name="Slide Number Placeholder 3">
            <a:extLst>
              <a:ext uri="{FF2B5EF4-FFF2-40B4-BE49-F238E27FC236}">
                <a16:creationId xmlns:a16="http://schemas.microsoft.com/office/drawing/2014/main" id="{9F930F46-1842-82E1-8E99-37407C7E3F58}"/>
              </a:ext>
            </a:extLst>
          </p:cNvPr>
          <p:cNvSpPr>
            <a:spLocks noGrp="1"/>
          </p:cNvSpPr>
          <p:nvPr>
            <p:ph type="sldNum" sz="quarter" idx="5"/>
          </p:nvPr>
        </p:nvSpPr>
        <p:spPr/>
        <p:txBody>
          <a:bodyPr/>
          <a:lstStyle/>
          <a:p>
            <a:pPr marL="0" marR="0" lvl="0" indent="0" algn="r" defTabSz="1218987" rtl="0" eaLnBrk="1" fontAlgn="auto" latinLnBrk="0" hangingPunct="1">
              <a:lnSpc>
                <a:spcPct val="100000"/>
              </a:lnSpc>
              <a:spcBef>
                <a:spcPts val="0"/>
              </a:spcBef>
              <a:spcAft>
                <a:spcPts val="0"/>
              </a:spcAft>
              <a:buClrTx/>
              <a:buSzTx/>
              <a:buFontTx/>
              <a:buNone/>
              <a:tabLst/>
              <a:defRPr/>
            </a:pPr>
            <a:fld id="{4AED87EB-65D7-4500-873C-410831173A82}" type="slidenum">
              <a:rPr kumimoji="0" lang="en-US" sz="800" b="0" i="0" u="none" strike="noStrike" kern="1200" cap="none" spc="0" normalizeH="0" baseline="0" noProof="0" smtClean="0">
                <a:ln>
                  <a:noFill/>
                </a:ln>
                <a:solidFill>
                  <a:prstClr val="black"/>
                </a:solidFill>
                <a:effectLst/>
                <a:uLnTx/>
                <a:uFillTx/>
                <a:latin typeface="Arial" pitchFamily="34" charset="0"/>
                <a:ea typeface="+mn-ea"/>
                <a:cs typeface="Arial" pitchFamily="34" charset="0"/>
              </a:rPr>
              <a:pPr marL="0" marR="0" lvl="0" indent="0" algn="r" defTabSz="1218987" rtl="0" eaLnBrk="1" fontAlgn="auto" latinLnBrk="0" hangingPunct="1">
                <a:lnSpc>
                  <a:spcPct val="100000"/>
                </a:lnSpc>
                <a:spcBef>
                  <a:spcPts val="0"/>
                </a:spcBef>
                <a:spcAft>
                  <a:spcPts val="0"/>
                </a:spcAft>
                <a:buClrTx/>
                <a:buSzTx/>
                <a:buFontTx/>
                <a:buNone/>
                <a:tabLst/>
                <a:defRPr/>
              </a:pPr>
              <a:t>19</a:t>
            </a:fld>
            <a:endParaRPr kumimoji="0" lang="en-US" sz="800" b="0" i="0" u="none" strike="noStrike" kern="1200" cap="none" spc="0" normalizeH="0" baseline="0" noProof="0">
              <a:ln>
                <a:noFill/>
              </a:ln>
              <a:solidFill>
                <a:prstClr val="black"/>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401199895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D69157-355A-6B81-F65C-EA0EA5F7F5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A21E82-241A-1A7F-828A-FB8F454D7B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88A7EA-AE28-D7AE-DE4B-A632379C288D}"/>
              </a:ext>
            </a:extLst>
          </p:cNvPr>
          <p:cNvSpPr>
            <a:spLocks noGrp="1"/>
          </p:cNvSpPr>
          <p:nvPr>
            <p:ph type="body" idx="1"/>
          </p:nvPr>
        </p:nvSpPr>
        <p:spPr/>
        <p:txBody>
          <a:bodyPr/>
          <a:lstStyle/>
          <a:p>
            <a:r>
              <a:rPr lang="en-GB"/>
              <a:t>We fitted a simple logarithmic curve between two empirical anchor points:  at 1 year, customers value protection at roughly 65% of the 3-year level; by 5 years, the perceived value rises to about 1.5×.</a:t>
            </a:r>
            <a:br>
              <a:rPr lang="en-GB"/>
            </a:br>
            <a:r>
              <a:rPr lang="en-GB"/>
              <a:t>The constants 0.55 and 0.65 are simply the slope and intercept that make the function hit those anchors.</a:t>
            </a:r>
            <a:br>
              <a:rPr lang="en-GB"/>
            </a:br>
            <a:r>
              <a:rPr lang="en-GB"/>
              <a:t>The rest of the curve flows naturally and matches observed attach and pricing </a:t>
            </a:r>
            <a:r>
              <a:rPr lang="en-GB" err="1"/>
              <a:t>behavior</a:t>
            </a:r>
            <a:endParaRPr lang="en-GB" b="0" i="0"/>
          </a:p>
        </p:txBody>
      </p:sp>
      <p:sp>
        <p:nvSpPr>
          <p:cNvPr id="4" name="Slide Number Placeholder 3">
            <a:extLst>
              <a:ext uri="{FF2B5EF4-FFF2-40B4-BE49-F238E27FC236}">
                <a16:creationId xmlns:a16="http://schemas.microsoft.com/office/drawing/2014/main" id="{3B36CFCF-CCEA-8608-835A-92D1F475009F}"/>
              </a:ext>
            </a:extLst>
          </p:cNvPr>
          <p:cNvSpPr>
            <a:spLocks noGrp="1"/>
          </p:cNvSpPr>
          <p:nvPr>
            <p:ph type="sldNum" sz="quarter" idx="5"/>
          </p:nvPr>
        </p:nvSpPr>
        <p:spPr/>
        <p:txBody>
          <a:bodyPr/>
          <a:lstStyle/>
          <a:p>
            <a:pPr marL="0" marR="0" lvl="0" indent="0" algn="r" defTabSz="1218987" rtl="0" eaLnBrk="1" fontAlgn="auto" latinLnBrk="0" hangingPunct="1">
              <a:lnSpc>
                <a:spcPct val="100000"/>
              </a:lnSpc>
              <a:spcBef>
                <a:spcPts val="0"/>
              </a:spcBef>
              <a:spcAft>
                <a:spcPts val="0"/>
              </a:spcAft>
              <a:buClrTx/>
              <a:buSzTx/>
              <a:buFontTx/>
              <a:buNone/>
              <a:tabLst/>
              <a:defRPr/>
            </a:pPr>
            <a:fld id="{4AED87EB-65D7-4500-873C-410831173A82}" type="slidenum">
              <a:rPr kumimoji="0" lang="en-US" sz="800" b="0" i="0" u="none" strike="noStrike" kern="1200" cap="none" spc="0" normalizeH="0" baseline="0" noProof="0" smtClean="0">
                <a:ln>
                  <a:noFill/>
                </a:ln>
                <a:solidFill>
                  <a:prstClr val="black"/>
                </a:solidFill>
                <a:effectLst/>
                <a:uLnTx/>
                <a:uFillTx/>
                <a:latin typeface="Arial" pitchFamily="34" charset="0"/>
                <a:ea typeface="+mn-ea"/>
                <a:cs typeface="Arial" pitchFamily="34" charset="0"/>
              </a:rPr>
              <a:pPr marL="0" marR="0" lvl="0" indent="0" algn="r" defTabSz="1218987" rtl="0" eaLnBrk="1" fontAlgn="auto" latinLnBrk="0" hangingPunct="1">
                <a:lnSpc>
                  <a:spcPct val="100000"/>
                </a:lnSpc>
                <a:spcBef>
                  <a:spcPts val="0"/>
                </a:spcBef>
                <a:spcAft>
                  <a:spcPts val="0"/>
                </a:spcAft>
                <a:buClrTx/>
                <a:buSzTx/>
                <a:buFontTx/>
                <a:buNone/>
                <a:tabLst/>
                <a:defRPr/>
              </a:pPr>
              <a:t>21</a:t>
            </a:fld>
            <a:endParaRPr kumimoji="0" lang="en-US" sz="800" b="0" i="0" u="none" strike="noStrike" kern="1200" cap="none" spc="0" normalizeH="0" baseline="0" noProof="0">
              <a:ln>
                <a:noFill/>
              </a:ln>
              <a:solidFill>
                <a:prstClr val="black"/>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220982651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BD5E69F3-3191-4B3E-8FFC-D2165302EE95}" type="slidenum">
              <a:rPr lang="en-GB" smtClean="0"/>
              <a:t>22</a:t>
            </a:fld>
            <a:endParaRPr lang="en-GB"/>
          </a:p>
        </p:txBody>
      </p:sp>
    </p:spTree>
    <p:extLst>
      <p:ext uri="{BB962C8B-B14F-4D97-AF65-F5344CB8AC3E}">
        <p14:creationId xmlns:p14="http://schemas.microsoft.com/office/powerpoint/2010/main" val="740852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_White">
    <p:spTree>
      <p:nvGrpSpPr>
        <p:cNvPr id="1" name=""/>
        <p:cNvGrpSpPr/>
        <p:nvPr/>
      </p:nvGrpSpPr>
      <p:grpSpPr>
        <a:xfrm>
          <a:off x="0" y="0"/>
          <a:ext cx="0" cy="0"/>
          <a:chOff x="0" y="0"/>
          <a:chExt cx="0" cy="0"/>
        </a:xfrm>
      </p:grpSpPr>
      <p:sp>
        <p:nvSpPr>
          <p:cNvPr id="56" name="Title 16"/>
          <p:cNvSpPr>
            <a:spLocks noGrp="1"/>
          </p:cNvSpPr>
          <p:nvPr userDrawn="1">
            <p:ph type="title" hasCustomPrompt="1"/>
          </p:nvPr>
        </p:nvSpPr>
        <p:spPr bwMode="gray">
          <a:xfrm>
            <a:off x="750529" y="1527660"/>
            <a:ext cx="9914678" cy="3269709"/>
          </a:xfrm>
          <a:prstGeom prst="rect">
            <a:avLst/>
          </a:prstGeom>
        </p:spPr>
        <p:txBody>
          <a:bodyPr wrap="square" lIns="0" tIns="0" rIns="121899" bIns="0" anchor="b" anchorCtr="0"/>
          <a:lstStyle>
            <a:lvl1pPr marL="0" algn="l" defTabSz="1218987" rtl="0" eaLnBrk="1" latinLnBrk="0" hangingPunct="1">
              <a:lnSpc>
                <a:spcPct val="75000"/>
              </a:lnSpc>
              <a:spcBef>
                <a:spcPct val="0"/>
              </a:spcBef>
              <a:buNone/>
              <a:defRPr lang="en-US" sz="8000" b="1" kern="1200" cap="none" spc="-150" baseline="0" dirty="0">
                <a:solidFill>
                  <a:schemeClr val="tx1"/>
                </a:solidFill>
                <a:latin typeface="Arial" pitchFamily="34" charset="0"/>
                <a:ea typeface="+mn-ea"/>
                <a:cs typeface="Arial" pitchFamily="34" charset="0"/>
              </a:defRPr>
            </a:lvl1pPr>
          </a:lstStyle>
          <a:p>
            <a:r>
              <a:rPr lang="en-US"/>
              <a:t>Presentation</a:t>
            </a:r>
            <a:br>
              <a:rPr lang="en-US"/>
            </a:br>
            <a:r>
              <a:rPr lang="en-US"/>
              <a:t>title here</a:t>
            </a:r>
          </a:p>
        </p:txBody>
      </p:sp>
      <p:sp>
        <p:nvSpPr>
          <p:cNvPr id="55" name="Subtitle 2"/>
          <p:cNvSpPr>
            <a:spLocks noGrp="1"/>
          </p:cNvSpPr>
          <p:nvPr userDrawn="1">
            <p:ph type="subTitle" idx="1" hasCustomPrompt="1"/>
          </p:nvPr>
        </p:nvSpPr>
        <p:spPr bwMode="gray">
          <a:xfrm>
            <a:off x="760612" y="5046115"/>
            <a:ext cx="9914678" cy="356616"/>
          </a:xfrm>
          <a:prstGeom prst="rect">
            <a:avLst/>
          </a:prstGeom>
        </p:spPr>
        <p:txBody>
          <a:bodyPr lIns="0" tIns="0" rIns="0" bIns="0" anchor="t" anchorCtr="0">
            <a:noAutofit/>
          </a:bodyPr>
          <a:lstStyle>
            <a:lvl1pPr marL="0" indent="0" algn="l" defTabSz="1218987" rtl="0" eaLnBrk="1" latinLnBrk="0" hangingPunct="1">
              <a:lnSpc>
                <a:spcPct val="90000"/>
              </a:lnSpc>
              <a:spcBef>
                <a:spcPct val="0"/>
              </a:spcBef>
              <a:buNone/>
              <a:defRPr lang="en-US" sz="2600" b="0" kern="1200" cap="none" spc="0" baseline="0" dirty="0">
                <a:solidFill>
                  <a:schemeClr val="tx1"/>
                </a:solidFill>
                <a:latin typeface="Arial" pitchFamily="34" charset="0"/>
                <a:ea typeface="+mn-ea"/>
                <a:cs typeface="Arial" pitchFamily="34" charset="0"/>
              </a:defRPr>
            </a:lvl1pPr>
            <a:lvl2pPr marL="609493" indent="0" algn="ctr">
              <a:buNone/>
              <a:defRPr>
                <a:solidFill>
                  <a:schemeClr val="tx1">
                    <a:tint val="75000"/>
                  </a:schemeClr>
                </a:solidFill>
              </a:defRPr>
            </a:lvl2pPr>
            <a:lvl3pPr marL="1218987" indent="0" algn="ctr">
              <a:buNone/>
              <a:defRPr>
                <a:solidFill>
                  <a:schemeClr val="tx1">
                    <a:tint val="75000"/>
                  </a:schemeClr>
                </a:solidFill>
              </a:defRPr>
            </a:lvl3pPr>
            <a:lvl4pPr marL="1828480" indent="0" algn="ctr">
              <a:buNone/>
              <a:defRPr>
                <a:solidFill>
                  <a:schemeClr val="tx1">
                    <a:tint val="75000"/>
                  </a:schemeClr>
                </a:solidFill>
              </a:defRPr>
            </a:lvl4pPr>
            <a:lvl5pPr marL="2437973" indent="0" algn="ctr">
              <a:buNone/>
              <a:defRPr>
                <a:solidFill>
                  <a:schemeClr val="tx1">
                    <a:tint val="75000"/>
                  </a:schemeClr>
                </a:solidFill>
              </a:defRPr>
            </a:lvl5pPr>
            <a:lvl6pPr marL="3047467" indent="0" algn="ctr">
              <a:buNone/>
              <a:defRPr>
                <a:solidFill>
                  <a:schemeClr val="tx1">
                    <a:tint val="75000"/>
                  </a:schemeClr>
                </a:solidFill>
              </a:defRPr>
            </a:lvl6pPr>
            <a:lvl7pPr marL="3656960" indent="0" algn="ctr">
              <a:buNone/>
              <a:defRPr>
                <a:solidFill>
                  <a:schemeClr val="tx1">
                    <a:tint val="75000"/>
                  </a:schemeClr>
                </a:solidFill>
              </a:defRPr>
            </a:lvl7pPr>
            <a:lvl8pPr marL="4266453" indent="0" algn="ctr">
              <a:buNone/>
              <a:defRPr>
                <a:solidFill>
                  <a:schemeClr val="tx1">
                    <a:tint val="75000"/>
                  </a:schemeClr>
                </a:solidFill>
              </a:defRPr>
            </a:lvl8pPr>
            <a:lvl9pPr marL="4875947" indent="0" algn="ctr">
              <a:buNone/>
              <a:defRPr>
                <a:solidFill>
                  <a:schemeClr val="tx1">
                    <a:tint val="75000"/>
                  </a:schemeClr>
                </a:solidFill>
              </a:defRPr>
            </a:lvl9pPr>
          </a:lstStyle>
          <a:p>
            <a:r>
              <a:rPr lang="en-US"/>
              <a:t>Speaker Name | Date</a:t>
            </a:r>
          </a:p>
        </p:txBody>
      </p:sp>
      <p:grpSp>
        <p:nvGrpSpPr>
          <p:cNvPr id="14" name="Group 13">
            <a:extLst>
              <a:ext uri="{FF2B5EF4-FFF2-40B4-BE49-F238E27FC236}">
                <a16:creationId xmlns:a16="http://schemas.microsoft.com/office/drawing/2014/main" id="{DB6BD304-FAC7-4023-9B54-8984F7387559}"/>
              </a:ext>
            </a:extLst>
          </p:cNvPr>
          <p:cNvGrpSpPr>
            <a:grpSpLocks noChangeAspect="1"/>
          </p:cNvGrpSpPr>
          <p:nvPr userDrawn="1"/>
        </p:nvGrpSpPr>
        <p:grpSpPr>
          <a:xfrm rot="16200000">
            <a:off x="10152631" y="2542790"/>
            <a:ext cx="3058160" cy="1020580"/>
            <a:chOff x="547688" y="952500"/>
            <a:chExt cx="12190413" cy="4067175"/>
          </a:xfrm>
        </p:grpSpPr>
        <p:sp>
          <p:nvSpPr>
            <p:cNvPr id="15" name="Rectangle 14">
              <a:extLst>
                <a:ext uri="{FF2B5EF4-FFF2-40B4-BE49-F238E27FC236}">
                  <a16:creationId xmlns:a16="http://schemas.microsoft.com/office/drawing/2014/main" id="{1FBBDE3D-E4E2-42E5-9F26-00C1500EFD63}"/>
                </a:ext>
              </a:extLst>
            </p:cNvPr>
            <p:cNvSpPr>
              <a:spLocks noChangeArrowheads="1"/>
            </p:cNvSpPr>
            <p:nvPr userDrawn="1"/>
          </p:nvSpPr>
          <p:spPr bwMode="auto">
            <a:xfrm>
              <a:off x="547688" y="952500"/>
              <a:ext cx="12190413" cy="406717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6" name="Freeform 7">
              <a:extLst>
                <a:ext uri="{FF2B5EF4-FFF2-40B4-BE49-F238E27FC236}">
                  <a16:creationId xmlns:a16="http://schemas.microsoft.com/office/drawing/2014/main" id="{27C222CE-31C9-4AE2-A9DE-A34ECC37F011}"/>
                </a:ext>
              </a:extLst>
            </p:cNvPr>
            <p:cNvSpPr>
              <a:spLocks/>
            </p:cNvSpPr>
            <p:nvPr userDrawn="1"/>
          </p:nvSpPr>
          <p:spPr bwMode="auto">
            <a:xfrm>
              <a:off x="4922838" y="2319338"/>
              <a:ext cx="1571625" cy="1590675"/>
            </a:xfrm>
            <a:custGeom>
              <a:avLst/>
              <a:gdLst>
                <a:gd name="T0" fmla="*/ 492 w 825"/>
                <a:gd name="T1" fmla="*/ 0 h 834"/>
                <a:gd name="T2" fmla="*/ 225 w 825"/>
                <a:gd name="T3" fmla="*/ 132 h 834"/>
                <a:gd name="T4" fmla="*/ 225 w 825"/>
                <a:gd name="T5" fmla="*/ 132 h 834"/>
                <a:gd name="T6" fmla="*/ 225 w 825"/>
                <a:gd name="T7" fmla="*/ 132 h 834"/>
                <a:gd name="T8" fmla="*/ 225 w 825"/>
                <a:gd name="T9" fmla="*/ 14 h 834"/>
                <a:gd name="T10" fmla="*/ 0 w 825"/>
                <a:gd name="T11" fmla="*/ 14 h 834"/>
                <a:gd name="T12" fmla="*/ 0 w 825"/>
                <a:gd name="T13" fmla="*/ 834 h 834"/>
                <a:gd name="T14" fmla="*/ 225 w 825"/>
                <a:gd name="T15" fmla="*/ 834 h 834"/>
                <a:gd name="T16" fmla="*/ 225 w 825"/>
                <a:gd name="T17" fmla="*/ 367 h 834"/>
                <a:gd name="T18" fmla="*/ 411 w 825"/>
                <a:gd name="T19" fmla="*/ 194 h 834"/>
                <a:gd name="T20" fmla="*/ 600 w 825"/>
                <a:gd name="T21" fmla="*/ 367 h 834"/>
                <a:gd name="T22" fmla="*/ 600 w 825"/>
                <a:gd name="T23" fmla="*/ 834 h 834"/>
                <a:gd name="T24" fmla="*/ 825 w 825"/>
                <a:gd name="T25" fmla="*/ 834 h 834"/>
                <a:gd name="T26" fmla="*/ 825 w 825"/>
                <a:gd name="T27" fmla="*/ 326 h 834"/>
                <a:gd name="T28" fmla="*/ 492 w 825"/>
                <a:gd name="T29" fmla="*/ 0 h 8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25" h="834">
                  <a:moveTo>
                    <a:pt x="492" y="0"/>
                  </a:moveTo>
                  <a:cubicBezTo>
                    <a:pt x="398" y="0"/>
                    <a:pt x="291" y="44"/>
                    <a:pt x="225" y="132"/>
                  </a:cubicBezTo>
                  <a:cubicBezTo>
                    <a:pt x="225" y="132"/>
                    <a:pt x="225" y="132"/>
                    <a:pt x="225" y="132"/>
                  </a:cubicBezTo>
                  <a:cubicBezTo>
                    <a:pt x="225" y="132"/>
                    <a:pt x="225" y="132"/>
                    <a:pt x="225" y="132"/>
                  </a:cubicBezTo>
                  <a:cubicBezTo>
                    <a:pt x="225" y="14"/>
                    <a:pt x="225" y="14"/>
                    <a:pt x="225" y="14"/>
                  </a:cubicBezTo>
                  <a:cubicBezTo>
                    <a:pt x="0" y="14"/>
                    <a:pt x="0" y="14"/>
                    <a:pt x="0" y="14"/>
                  </a:cubicBezTo>
                  <a:cubicBezTo>
                    <a:pt x="0" y="834"/>
                    <a:pt x="0" y="834"/>
                    <a:pt x="0" y="834"/>
                  </a:cubicBezTo>
                  <a:cubicBezTo>
                    <a:pt x="225" y="834"/>
                    <a:pt x="225" y="834"/>
                    <a:pt x="225" y="834"/>
                  </a:cubicBezTo>
                  <a:cubicBezTo>
                    <a:pt x="225" y="367"/>
                    <a:pt x="225" y="367"/>
                    <a:pt x="225" y="367"/>
                  </a:cubicBezTo>
                  <a:cubicBezTo>
                    <a:pt x="225" y="283"/>
                    <a:pt x="290" y="194"/>
                    <a:pt x="411" y="194"/>
                  </a:cubicBezTo>
                  <a:cubicBezTo>
                    <a:pt x="504" y="194"/>
                    <a:pt x="600" y="259"/>
                    <a:pt x="600" y="367"/>
                  </a:cubicBezTo>
                  <a:cubicBezTo>
                    <a:pt x="600" y="834"/>
                    <a:pt x="600" y="834"/>
                    <a:pt x="600" y="834"/>
                  </a:cubicBezTo>
                  <a:cubicBezTo>
                    <a:pt x="825" y="834"/>
                    <a:pt x="825" y="834"/>
                    <a:pt x="825" y="834"/>
                  </a:cubicBezTo>
                  <a:cubicBezTo>
                    <a:pt x="825" y="326"/>
                    <a:pt x="825" y="326"/>
                    <a:pt x="825" y="326"/>
                  </a:cubicBezTo>
                  <a:cubicBezTo>
                    <a:pt x="825" y="137"/>
                    <a:pt x="690" y="0"/>
                    <a:pt x="492"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7" name="Freeform 8">
              <a:extLst>
                <a:ext uri="{FF2B5EF4-FFF2-40B4-BE49-F238E27FC236}">
                  <a16:creationId xmlns:a16="http://schemas.microsoft.com/office/drawing/2014/main" id="{710DBB3B-7FB8-4ACB-8FA4-3F2A105B9B99}"/>
                </a:ext>
              </a:extLst>
            </p:cNvPr>
            <p:cNvSpPr>
              <a:spLocks/>
            </p:cNvSpPr>
            <p:nvPr userDrawn="1"/>
          </p:nvSpPr>
          <p:spPr bwMode="auto">
            <a:xfrm>
              <a:off x="8277225" y="2346325"/>
              <a:ext cx="1755775" cy="1563688"/>
            </a:xfrm>
            <a:custGeom>
              <a:avLst/>
              <a:gdLst>
                <a:gd name="T0" fmla="*/ 797 w 1106"/>
                <a:gd name="T1" fmla="*/ 0 h 985"/>
                <a:gd name="T2" fmla="*/ 553 w 1106"/>
                <a:gd name="T3" fmla="*/ 671 h 985"/>
                <a:gd name="T4" fmla="*/ 308 w 1106"/>
                <a:gd name="T5" fmla="*/ 0 h 985"/>
                <a:gd name="T6" fmla="*/ 0 w 1106"/>
                <a:gd name="T7" fmla="*/ 0 h 985"/>
                <a:gd name="T8" fmla="*/ 405 w 1106"/>
                <a:gd name="T9" fmla="*/ 985 h 985"/>
                <a:gd name="T10" fmla="*/ 701 w 1106"/>
                <a:gd name="T11" fmla="*/ 985 h 985"/>
                <a:gd name="T12" fmla="*/ 1106 w 1106"/>
                <a:gd name="T13" fmla="*/ 0 h 985"/>
                <a:gd name="T14" fmla="*/ 797 w 1106"/>
                <a:gd name="T15" fmla="*/ 0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06" h="985">
                  <a:moveTo>
                    <a:pt x="797" y="0"/>
                  </a:moveTo>
                  <a:lnTo>
                    <a:pt x="553" y="671"/>
                  </a:lnTo>
                  <a:lnTo>
                    <a:pt x="308" y="0"/>
                  </a:lnTo>
                  <a:lnTo>
                    <a:pt x="0" y="0"/>
                  </a:lnTo>
                  <a:lnTo>
                    <a:pt x="405" y="985"/>
                  </a:lnTo>
                  <a:lnTo>
                    <a:pt x="701" y="985"/>
                  </a:lnTo>
                  <a:lnTo>
                    <a:pt x="1106" y="0"/>
                  </a:lnTo>
                  <a:lnTo>
                    <a:pt x="797"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8" name="Freeform 9">
              <a:extLst>
                <a:ext uri="{FF2B5EF4-FFF2-40B4-BE49-F238E27FC236}">
                  <a16:creationId xmlns:a16="http://schemas.microsoft.com/office/drawing/2014/main" id="{3E443DA7-CC51-4460-98C4-193A7375074F}"/>
                </a:ext>
              </a:extLst>
            </p:cNvPr>
            <p:cNvSpPr>
              <a:spLocks noEditPoints="1"/>
            </p:cNvSpPr>
            <p:nvPr userDrawn="1"/>
          </p:nvSpPr>
          <p:spPr bwMode="auto">
            <a:xfrm>
              <a:off x="3138488" y="2319338"/>
              <a:ext cx="1630363" cy="1617663"/>
            </a:xfrm>
            <a:custGeom>
              <a:avLst/>
              <a:gdLst>
                <a:gd name="T0" fmla="*/ 697 w 856"/>
                <a:gd name="T1" fmla="*/ 582 h 848"/>
                <a:gd name="T2" fmla="*/ 462 w 856"/>
                <a:gd name="T3" fmla="*/ 669 h 848"/>
                <a:gd name="T4" fmla="*/ 280 w 856"/>
                <a:gd name="T5" fmla="*/ 602 h 848"/>
                <a:gd name="T6" fmla="*/ 856 w 856"/>
                <a:gd name="T7" fmla="*/ 363 h 848"/>
                <a:gd name="T8" fmla="*/ 758 w 856"/>
                <a:gd name="T9" fmla="*/ 135 h 848"/>
                <a:gd name="T10" fmla="*/ 434 w 856"/>
                <a:gd name="T11" fmla="*/ 0 h 848"/>
                <a:gd name="T12" fmla="*/ 0 w 856"/>
                <a:gd name="T13" fmla="*/ 424 h 848"/>
                <a:gd name="T14" fmla="*/ 459 w 856"/>
                <a:gd name="T15" fmla="*/ 848 h 848"/>
                <a:gd name="T16" fmla="*/ 840 w 856"/>
                <a:gd name="T17" fmla="*/ 691 h 848"/>
                <a:gd name="T18" fmla="*/ 697 w 856"/>
                <a:gd name="T19" fmla="*/ 582 h 848"/>
                <a:gd name="T20" fmla="*/ 265 w 856"/>
                <a:gd name="T21" fmla="*/ 261 h 848"/>
                <a:gd name="T22" fmla="*/ 438 w 856"/>
                <a:gd name="T23" fmla="*/ 179 h 848"/>
                <a:gd name="T24" fmla="*/ 612 w 856"/>
                <a:gd name="T25" fmla="*/ 294 h 848"/>
                <a:gd name="T26" fmla="*/ 219 w 856"/>
                <a:gd name="T27" fmla="*/ 457 h 848"/>
                <a:gd name="T28" fmla="*/ 265 w 856"/>
                <a:gd name="T29" fmla="*/ 261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56" h="848">
                  <a:moveTo>
                    <a:pt x="697" y="582"/>
                  </a:moveTo>
                  <a:cubicBezTo>
                    <a:pt x="602" y="652"/>
                    <a:pt x="548" y="669"/>
                    <a:pt x="462" y="669"/>
                  </a:cubicBezTo>
                  <a:cubicBezTo>
                    <a:pt x="384" y="669"/>
                    <a:pt x="323" y="645"/>
                    <a:pt x="280" y="602"/>
                  </a:cubicBezTo>
                  <a:cubicBezTo>
                    <a:pt x="856" y="363"/>
                    <a:pt x="856" y="363"/>
                    <a:pt x="856" y="363"/>
                  </a:cubicBezTo>
                  <a:cubicBezTo>
                    <a:pt x="843" y="275"/>
                    <a:pt x="810" y="195"/>
                    <a:pt x="758" y="135"/>
                  </a:cubicBezTo>
                  <a:cubicBezTo>
                    <a:pt x="682" y="47"/>
                    <a:pt x="570" y="0"/>
                    <a:pt x="434" y="0"/>
                  </a:cubicBezTo>
                  <a:cubicBezTo>
                    <a:pt x="186" y="0"/>
                    <a:pt x="0" y="183"/>
                    <a:pt x="0" y="424"/>
                  </a:cubicBezTo>
                  <a:cubicBezTo>
                    <a:pt x="0" y="672"/>
                    <a:pt x="187" y="848"/>
                    <a:pt x="459" y="848"/>
                  </a:cubicBezTo>
                  <a:cubicBezTo>
                    <a:pt x="611" y="848"/>
                    <a:pt x="767" y="776"/>
                    <a:pt x="840" y="691"/>
                  </a:cubicBezTo>
                  <a:lnTo>
                    <a:pt x="697" y="582"/>
                  </a:lnTo>
                  <a:close/>
                  <a:moveTo>
                    <a:pt x="265" y="261"/>
                  </a:moveTo>
                  <a:cubicBezTo>
                    <a:pt x="303" y="210"/>
                    <a:pt x="364" y="179"/>
                    <a:pt x="438" y="179"/>
                  </a:cubicBezTo>
                  <a:cubicBezTo>
                    <a:pt x="519" y="179"/>
                    <a:pt x="581" y="226"/>
                    <a:pt x="612" y="294"/>
                  </a:cubicBezTo>
                  <a:cubicBezTo>
                    <a:pt x="219" y="457"/>
                    <a:pt x="219" y="457"/>
                    <a:pt x="219" y="457"/>
                  </a:cubicBezTo>
                  <a:cubicBezTo>
                    <a:pt x="208" y="374"/>
                    <a:pt x="230" y="308"/>
                    <a:pt x="265" y="26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9" name="Freeform 10">
              <a:extLst>
                <a:ext uri="{FF2B5EF4-FFF2-40B4-BE49-F238E27FC236}">
                  <a16:creationId xmlns:a16="http://schemas.microsoft.com/office/drawing/2014/main" id="{E1BCDB13-2B5A-46EC-B1D6-C526DEAA84B4}"/>
                </a:ext>
              </a:extLst>
            </p:cNvPr>
            <p:cNvSpPr>
              <a:spLocks/>
            </p:cNvSpPr>
            <p:nvPr userDrawn="1"/>
          </p:nvSpPr>
          <p:spPr bwMode="auto">
            <a:xfrm>
              <a:off x="1685925" y="1879600"/>
              <a:ext cx="1409700" cy="2030413"/>
            </a:xfrm>
            <a:custGeom>
              <a:avLst/>
              <a:gdLst>
                <a:gd name="T0" fmla="*/ 888 w 888"/>
                <a:gd name="T1" fmla="*/ 1030 h 1279"/>
                <a:gd name="T2" fmla="*/ 274 w 888"/>
                <a:gd name="T3" fmla="*/ 1030 h 1279"/>
                <a:gd name="T4" fmla="*/ 274 w 888"/>
                <a:gd name="T5" fmla="*/ 0 h 1279"/>
                <a:gd name="T6" fmla="*/ 0 w 888"/>
                <a:gd name="T7" fmla="*/ 0 h 1279"/>
                <a:gd name="T8" fmla="*/ 0 w 888"/>
                <a:gd name="T9" fmla="*/ 1279 h 1279"/>
                <a:gd name="T10" fmla="*/ 888 w 888"/>
                <a:gd name="T11" fmla="*/ 1279 h 1279"/>
                <a:gd name="T12" fmla="*/ 888 w 888"/>
                <a:gd name="T13" fmla="*/ 1030 h 1279"/>
              </a:gdLst>
              <a:ahLst/>
              <a:cxnLst>
                <a:cxn ang="0">
                  <a:pos x="T0" y="T1"/>
                </a:cxn>
                <a:cxn ang="0">
                  <a:pos x="T2" y="T3"/>
                </a:cxn>
                <a:cxn ang="0">
                  <a:pos x="T4" y="T5"/>
                </a:cxn>
                <a:cxn ang="0">
                  <a:pos x="T6" y="T7"/>
                </a:cxn>
                <a:cxn ang="0">
                  <a:pos x="T8" y="T9"/>
                </a:cxn>
                <a:cxn ang="0">
                  <a:pos x="T10" y="T11"/>
                </a:cxn>
                <a:cxn ang="0">
                  <a:pos x="T12" y="T13"/>
                </a:cxn>
              </a:cxnLst>
              <a:rect l="0" t="0" r="r" b="b"/>
              <a:pathLst>
                <a:path w="888" h="1279">
                  <a:moveTo>
                    <a:pt x="888" y="1030"/>
                  </a:moveTo>
                  <a:lnTo>
                    <a:pt x="274" y="1030"/>
                  </a:lnTo>
                  <a:lnTo>
                    <a:pt x="274" y="0"/>
                  </a:lnTo>
                  <a:lnTo>
                    <a:pt x="0" y="0"/>
                  </a:lnTo>
                  <a:lnTo>
                    <a:pt x="0" y="1279"/>
                  </a:lnTo>
                  <a:lnTo>
                    <a:pt x="888" y="1279"/>
                  </a:lnTo>
                  <a:lnTo>
                    <a:pt x="888" y="103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0" name="Freeform 10">
              <a:extLst>
                <a:ext uri="{FF2B5EF4-FFF2-40B4-BE49-F238E27FC236}">
                  <a16:creationId xmlns:a16="http://schemas.microsoft.com/office/drawing/2014/main" id="{8EDDE8EA-BE8E-4066-AB4A-21CD2743549A}"/>
                </a:ext>
              </a:extLst>
            </p:cNvPr>
            <p:cNvSpPr>
              <a:spLocks noEditPoints="1"/>
            </p:cNvSpPr>
            <p:nvPr userDrawn="1"/>
          </p:nvSpPr>
          <p:spPr bwMode="auto">
            <a:xfrm>
              <a:off x="9966325" y="2319338"/>
              <a:ext cx="1677988" cy="1617663"/>
            </a:xfrm>
            <a:custGeom>
              <a:avLst/>
              <a:gdLst>
                <a:gd name="T0" fmla="*/ 439 w 881"/>
                <a:gd name="T1" fmla="*/ 848 h 848"/>
                <a:gd name="T2" fmla="*/ 0 w 881"/>
                <a:gd name="T3" fmla="*/ 424 h 848"/>
                <a:gd name="T4" fmla="*/ 442 w 881"/>
                <a:gd name="T5" fmla="*/ 0 h 848"/>
                <a:gd name="T6" fmla="*/ 881 w 881"/>
                <a:gd name="T7" fmla="*/ 424 h 848"/>
                <a:gd name="T8" fmla="*/ 439 w 881"/>
                <a:gd name="T9" fmla="*/ 848 h 848"/>
                <a:gd name="T10" fmla="*/ 439 w 881"/>
                <a:gd name="T11" fmla="*/ 193 h 848"/>
                <a:gd name="T12" fmla="*/ 222 w 881"/>
                <a:gd name="T13" fmla="*/ 424 h 848"/>
                <a:gd name="T14" fmla="*/ 442 w 881"/>
                <a:gd name="T15" fmla="*/ 655 h 848"/>
                <a:gd name="T16" fmla="*/ 659 w 881"/>
                <a:gd name="T17" fmla="*/ 424 h 848"/>
                <a:gd name="T18" fmla="*/ 439 w 881"/>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1" h="848">
                  <a:moveTo>
                    <a:pt x="439" y="848"/>
                  </a:moveTo>
                  <a:cubicBezTo>
                    <a:pt x="193" y="848"/>
                    <a:pt x="0" y="664"/>
                    <a:pt x="0" y="424"/>
                  </a:cubicBezTo>
                  <a:cubicBezTo>
                    <a:pt x="0" y="186"/>
                    <a:pt x="194" y="0"/>
                    <a:pt x="442" y="0"/>
                  </a:cubicBezTo>
                  <a:cubicBezTo>
                    <a:pt x="688" y="0"/>
                    <a:pt x="881" y="184"/>
                    <a:pt x="881" y="424"/>
                  </a:cubicBezTo>
                  <a:cubicBezTo>
                    <a:pt x="881" y="662"/>
                    <a:pt x="687" y="848"/>
                    <a:pt x="439" y="848"/>
                  </a:cubicBezTo>
                  <a:moveTo>
                    <a:pt x="439" y="193"/>
                  </a:moveTo>
                  <a:cubicBezTo>
                    <a:pt x="313" y="193"/>
                    <a:pt x="222" y="288"/>
                    <a:pt x="222" y="424"/>
                  </a:cubicBezTo>
                  <a:cubicBezTo>
                    <a:pt x="222" y="553"/>
                    <a:pt x="319" y="655"/>
                    <a:pt x="442" y="655"/>
                  </a:cubicBezTo>
                  <a:cubicBezTo>
                    <a:pt x="568" y="655"/>
                    <a:pt x="659" y="557"/>
                    <a:pt x="659" y="424"/>
                  </a:cubicBezTo>
                  <a:cubicBezTo>
                    <a:pt x="659" y="295"/>
                    <a:pt x="562"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1" name="Freeform 11">
              <a:extLst>
                <a:ext uri="{FF2B5EF4-FFF2-40B4-BE49-F238E27FC236}">
                  <a16:creationId xmlns:a16="http://schemas.microsoft.com/office/drawing/2014/main" id="{EF442D16-F34F-4D4E-A65A-8C3BC17F2FCE}"/>
                </a:ext>
              </a:extLst>
            </p:cNvPr>
            <p:cNvSpPr>
              <a:spLocks noEditPoints="1"/>
            </p:cNvSpPr>
            <p:nvPr userDrawn="1"/>
          </p:nvSpPr>
          <p:spPr bwMode="auto">
            <a:xfrm>
              <a:off x="6664325" y="2319338"/>
              <a:ext cx="1679575" cy="1617663"/>
            </a:xfrm>
            <a:custGeom>
              <a:avLst/>
              <a:gdLst>
                <a:gd name="T0" fmla="*/ 439 w 882"/>
                <a:gd name="T1" fmla="*/ 848 h 848"/>
                <a:gd name="T2" fmla="*/ 0 w 882"/>
                <a:gd name="T3" fmla="*/ 424 h 848"/>
                <a:gd name="T4" fmla="*/ 442 w 882"/>
                <a:gd name="T5" fmla="*/ 0 h 848"/>
                <a:gd name="T6" fmla="*/ 882 w 882"/>
                <a:gd name="T7" fmla="*/ 424 h 848"/>
                <a:gd name="T8" fmla="*/ 439 w 882"/>
                <a:gd name="T9" fmla="*/ 848 h 848"/>
                <a:gd name="T10" fmla="*/ 439 w 882"/>
                <a:gd name="T11" fmla="*/ 193 h 848"/>
                <a:gd name="T12" fmla="*/ 222 w 882"/>
                <a:gd name="T13" fmla="*/ 424 h 848"/>
                <a:gd name="T14" fmla="*/ 442 w 882"/>
                <a:gd name="T15" fmla="*/ 655 h 848"/>
                <a:gd name="T16" fmla="*/ 660 w 882"/>
                <a:gd name="T17" fmla="*/ 424 h 848"/>
                <a:gd name="T18" fmla="*/ 439 w 882"/>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2" h="848">
                  <a:moveTo>
                    <a:pt x="439" y="848"/>
                  </a:moveTo>
                  <a:cubicBezTo>
                    <a:pt x="193" y="848"/>
                    <a:pt x="0" y="664"/>
                    <a:pt x="0" y="424"/>
                  </a:cubicBezTo>
                  <a:cubicBezTo>
                    <a:pt x="0" y="186"/>
                    <a:pt x="195" y="0"/>
                    <a:pt x="442" y="0"/>
                  </a:cubicBezTo>
                  <a:cubicBezTo>
                    <a:pt x="689" y="0"/>
                    <a:pt x="882" y="184"/>
                    <a:pt x="882" y="424"/>
                  </a:cubicBezTo>
                  <a:cubicBezTo>
                    <a:pt x="882" y="662"/>
                    <a:pt x="687" y="848"/>
                    <a:pt x="439" y="848"/>
                  </a:cubicBezTo>
                  <a:moveTo>
                    <a:pt x="439" y="193"/>
                  </a:moveTo>
                  <a:cubicBezTo>
                    <a:pt x="314" y="193"/>
                    <a:pt x="222" y="288"/>
                    <a:pt x="222" y="424"/>
                  </a:cubicBezTo>
                  <a:cubicBezTo>
                    <a:pt x="222" y="553"/>
                    <a:pt x="319" y="655"/>
                    <a:pt x="442" y="655"/>
                  </a:cubicBezTo>
                  <a:cubicBezTo>
                    <a:pt x="568" y="655"/>
                    <a:pt x="660" y="557"/>
                    <a:pt x="660" y="424"/>
                  </a:cubicBezTo>
                  <a:cubicBezTo>
                    <a:pt x="660" y="295"/>
                    <a:pt x="563"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grpSp>
      <p:sp>
        <p:nvSpPr>
          <p:cNvPr id="22" name="Freeform 5">
            <a:extLst>
              <a:ext uri="{FF2B5EF4-FFF2-40B4-BE49-F238E27FC236}">
                <a16:creationId xmlns:a16="http://schemas.microsoft.com/office/drawing/2014/main" id="{B3FDD5DD-E6F7-480C-BC0C-F6AC555BF174}"/>
              </a:ext>
            </a:extLst>
          </p:cNvPr>
          <p:cNvSpPr>
            <a:spLocks noChangeAspect="1" noEditPoints="1"/>
          </p:cNvSpPr>
          <p:nvPr userDrawn="1"/>
        </p:nvSpPr>
        <p:spPr bwMode="auto">
          <a:xfrm>
            <a:off x="750529" y="762000"/>
            <a:ext cx="3942091" cy="312470"/>
          </a:xfrm>
          <a:custGeom>
            <a:avLst/>
            <a:gdLst>
              <a:gd name="T0" fmla="*/ 557 w 2065"/>
              <a:gd name="T1" fmla="*/ 102 h 161"/>
              <a:gd name="T2" fmla="*/ 510 w 2065"/>
              <a:gd name="T3" fmla="*/ 76 h 161"/>
              <a:gd name="T4" fmla="*/ 583 w 2065"/>
              <a:gd name="T5" fmla="*/ 36 h 161"/>
              <a:gd name="T6" fmla="*/ 641 w 2065"/>
              <a:gd name="T7" fmla="*/ 34 h 161"/>
              <a:gd name="T8" fmla="*/ 2038 w 2065"/>
              <a:gd name="T9" fmla="*/ 1 h 161"/>
              <a:gd name="T10" fmla="*/ 706 w 2065"/>
              <a:gd name="T11" fmla="*/ 59 h 161"/>
              <a:gd name="T12" fmla="*/ 733 w 2065"/>
              <a:gd name="T13" fmla="*/ 100 h 161"/>
              <a:gd name="T14" fmla="*/ 1999 w 2065"/>
              <a:gd name="T15" fmla="*/ 132 h 161"/>
              <a:gd name="T16" fmla="*/ 760 w 2065"/>
              <a:gd name="T17" fmla="*/ 84 h 161"/>
              <a:gd name="T18" fmla="*/ 787 w 2065"/>
              <a:gd name="T19" fmla="*/ 93 h 161"/>
              <a:gd name="T20" fmla="*/ 828 w 2065"/>
              <a:gd name="T21" fmla="*/ 76 h 161"/>
              <a:gd name="T22" fmla="*/ 133 w 2065"/>
              <a:gd name="T23" fmla="*/ 36 h 161"/>
              <a:gd name="T24" fmla="*/ 166 w 2065"/>
              <a:gd name="T25" fmla="*/ 78 h 161"/>
              <a:gd name="T26" fmla="*/ 225 w 2065"/>
              <a:gd name="T27" fmla="*/ 132 h 161"/>
              <a:gd name="T28" fmla="*/ 32 w 2065"/>
              <a:gd name="T29" fmla="*/ 40 h 161"/>
              <a:gd name="T30" fmla="*/ 5 w 2065"/>
              <a:gd name="T31" fmla="*/ 43 h 161"/>
              <a:gd name="T32" fmla="*/ 0 w 2065"/>
              <a:gd name="T33" fmla="*/ 114 h 161"/>
              <a:gd name="T34" fmla="*/ 266 w 2065"/>
              <a:gd name="T35" fmla="*/ 43 h 161"/>
              <a:gd name="T36" fmla="*/ 258 w 2065"/>
              <a:gd name="T37" fmla="*/ 104 h 161"/>
              <a:gd name="T38" fmla="*/ 347 w 2065"/>
              <a:gd name="T39" fmla="*/ 76 h 161"/>
              <a:gd name="T40" fmla="*/ 285 w 2065"/>
              <a:gd name="T41" fmla="*/ 103 h 161"/>
              <a:gd name="T42" fmla="*/ 429 w 2065"/>
              <a:gd name="T43" fmla="*/ 36 h 161"/>
              <a:gd name="T44" fmla="*/ 479 w 2065"/>
              <a:gd name="T45" fmla="*/ 128 h 161"/>
              <a:gd name="T46" fmla="*/ 479 w 2065"/>
              <a:gd name="T47" fmla="*/ 36 h 161"/>
              <a:gd name="T48" fmla="*/ 354 w 2065"/>
              <a:gd name="T49" fmla="*/ 132 h 161"/>
              <a:gd name="T50" fmla="*/ 382 w 2065"/>
              <a:gd name="T51" fmla="*/ 55 h 161"/>
              <a:gd name="T52" fmla="*/ 1387 w 2065"/>
              <a:gd name="T53" fmla="*/ 84 h 161"/>
              <a:gd name="T54" fmla="*/ 1335 w 2065"/>
              <a:gd name="T55" fmla="*/ 58 h 161"/>
              <a:gd name="T56" fmla="*/ 1834 w 2065"/>
              <a:gd name="T57" fmla="*/ 132 h 161"/>
              <a:gd name="T58" fmla="*/ 1748 w 2065"/>
              <a:gd name="T59" fmla="*/ 34 h 161"/>
              <a:gd name="T60" fmla="*/ 1748 w 2065"/>
              <a:gd name="T61" fmla="*/ 34 h 161"/>
              <a:gd name="T62" fmla="*/ 1773 w 2065"/>
              <a:gd name="T63" fmla="*/ 84 h 161"/>
              <a:gd name="T64" fmla="*/ 1465 w 2065"/>
              <a:gd name="T65" fmla="*/ 109 h 161"/>
              <a:gd name="T66" fmla="*/ 1480 w 2065"/>
              <a:gd name="T67" fmla="*/ 148 h 161"/>
              <a:gd name="T68" fmla="*/ 1442 w 2065"/>
              <a:gd name="T69" fmla="*/ 102 h 161"/>
              <a:gd name="T70" fmla="*/ 1675 w 2065"/>
              <a:gd name="T71" fmla="*/ 37 h 161"/>
              <a:gd name="T72" fmla="*/ 1655 w 2065"/>
              <a:gd name="T73" fmla="*/ 7 h 161"/>
              <a:gd name="T74" fmla="*/ 1648 w 2065"/>
              <a:gd name="T75" fmla="*/ 132 h 161"/>
              <a:gd name="T76" fmla="*/ 1526 w 2065"/>
              <a:gd name="T77" fmla="*/ 36 h 161"/>
              <a:gd name="T78" fmla="*/ 1528 w 2065"/>
              <a:gd name="T79" fmla="*/ 161 h 161"/>
              <a:gd name="T80" fmla="*/ 980 w 2065"/>
              <a:gd name="T81" fmla="*/ 49 h 161"/>
              <a:gd name="T82" fmla="*/ 997 w 2065"/>
              <a:gd name="T83" fmla="*/ 59 h 161"/>
              <a:gd name="T84" fmla="*/ 1250 w 2065"/>
              <a:gd name="T85" fmla="*/ 132 h 161"/>
              <a:gd name="T86" fmla="*/ 1075 w 2065"/>
              <a:gd name="T87" fmla="*/ 49 h 161"/>
              <a:gd name="T88" fmla="*/ 1092 w 2065"/>
              <a:gd name="T89" fmla="*/ 59 h 161"/>
              <a:gd name="T90" fmla="*/ 910 w 2065"/>
              <a:gd name="T91" fmla="*/ 111 h 161"/>
              <a:gd name="T92" fmla="*/ 909 w 2065"/>
              <a:gd name="T93" fmla="*/ 34 h 161"/>
              <a:gd name="T94" fmla="*/ 910 w 2065"/>
              <a:gd name="T95" fmla="*/ 111 h 161"/>
              <a:gd name="T96" fmla="*/ 1962 w 2065"/>
              <a:gd name="T97" fmla="*/ 77 h 161"/>
              <a:gd name="T98" fmla="*/ 1962 w 2065"/>
              <a:gd name="T99" fmla="*/ 132 h 161"/>
              <a:gd name="T100" fmla="*/ 1941 w 2065"/>
              <a:gd name="T101" fmla="*/ 115 h 161"/>
              <a:gd name="T102" fmla="*/ 1193 w 2065"/>
              <a:gd name="T103" fmla="*/ 34 h 161"/>
              <a:gd name="T104" fmla="*/ 1193 w 2065"/>
              <a:gd name="T105" fmla="*/ 34 h 161"/>
              <a:gd name="T106" fmla="*/ 1218 w 2065"/>
              <a:gd name="T107" fmla="*/ 84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065" h="161">
                <a:moveTo>
                  <a:pt x="530" y="34"/>
                </a:moveTo>
                <a:cubicBezTo>
                  <a:pt x="502" y="34"/>
                  <a:pt x="483" y="57"/>
                  <a:pt x="483" y="84"/>
                </a:cubicBezTo>
                <a:cubicBezTo>
                  <a:pt x="483" y="84"/>
                  <a:pt x="483" y="84"/>
                  <a:pt x="483" y="84"/>
                </a:cubicBezTo>
                <a:cubicBezTo>
                  <a:pt x="483" y="114"/>
                  <a:pt x="504" y="134"/>
                  <a:pt x="533" y="134"/>
                </a:cubicBezTo>
                <a:cubicBezTo>
                  <a:pt x="551" y="134"/>
                  <a:pt x="563" y="127"/>
                  <a:pt x="572" y="116"/>
                </a:cubicBezTo>
                <a:cubicBezTo>
                  <a:pt x="557" y="102"/>
                  <a:pt x="557" y="102"/>
                  <a:pt x="557" y="102"/>
                </a:cubicBezTo>
                <a:cubicBezTo>
                  <a:pt x="549" y="109"/>
                  <a:pt x="543" y="112"/>
                  <a:pt x="533" y="112"/>
                </a:cubicBezTo>
                <a:cubicBezTo>
                  <a:pt x="521" y="112"/>
                  <a:pt x="513" y="106"/>
                  <a:pt x="510" y="93"/>
                </a:cubicBezTo>
                <a:cubicBezTo>
                  <a:pt x="577" y="93"/>
                  <a:pt x="577" y="93"/>
                  <a:pt x="577" y="93"/>
                </a:cubicBezTo>
                <a:cubicBezTo>
                  <a:pt x="577" y="91"/>
                  <a:pt x="577" y="88"/>
                  <a:pt x="577" y="86"/>
                </a:cubicBezTo>
                <a:cubicBezTo>
                  <a:pt x="577" y="59"/>
                  <a:pt x="563" y="34"/>
                  <a:pt x="530" y="34"/>
                </a:cubicBezTo>
                <a:close/>
                <a:moveTo>
                  <a:pt x="510" y="76"/>
                </a:moveTo>
                <a:cubicBezTo>
                  <a:pt x="512" y="64"/>
                  <a:pt x="519" y="56"/>
                  <a:pt x="530" y="56"/>
                </a:cubicBezTo>
                <a:cubicBezTo>
                  <a:pt x="542" y="56"/>
                  <a:pt x="549" y="64"/>
                  <a:pt x="551" y="76"/>
                </a:cubicBezTo>
                <a:lnTo>
                  <a:pt x="510" y="76"/>
                </a:lnTo>
                <a:close/>
                <a:moveTo>
                  <a:pt x="610" y="55"/>
                </a:moveTo>
                <a:cubicBezTo>
                  <a:pt x="610" y="36"/>
                  <a:pt x="610" y="36"/>
                  <a:pt x="610" y="36"/>
                </a:cubicBezTo>
                <a:cubicBezTo>
                  <a:pt x="583" y="36"/>
                  <a:pt x="583" y="36"/>
                  <a:pt x="583" y="36"/>
                </a:cubicBezTo>
                <a:cubicBezTo>
                  <a:pt x="583" y="132"/>
                  <a:pt x="583" y="132"/>
                  <a:pt x="583" y="132"/>
                </a:cubicBezTo>
                <a:cubicBezTo>
                  <a:pt x="610" y="132"/>
                  <a:pt x="610" y="132"/>
                  <a:pt x="610" y="132"/>
                </a:cubicBezTo>
                <a:cubicBezTo>
                  <a:pt x="610" y="97"/>
                  <a:pt x="610" y="97"/>
                  <a:pt x="610" y="97"/>
                </a:cubicBezTo>
                <a:cubicBezTo>
                  <a:pt x="610" y="74"/>
                  <a:pt x="621" y="63"/>
                  <a:pt x="640" y="63"/>
                </a:cubicBezTo>
                <a:cubicBezTo>
                  <a:pt x="641" y="63"/>
                  <a:pt x="641" y="63"/>
                  <a:pt x="641" y="63"/>
                </a:cubicBezTo>
                <a:cubicBezTo>
                  <a:pt x="641" y="34"/>
                  <a:pt x="641" y="34"/>
                  <a:pt x="641" y="34"/>
                </a:cubicBezTo>
                <a:cubicBezTo>
                  <a:pt x="625" y="33"/>
                  <a:pt x="616" y="42"/>
                  <a:pt x="610" y="55"/>
                </a:cubicBezTo>
                <a:close/>
                <a:moveTo>
                  <a:pt x="2038" y="1"/>
                </a:moveTo>
                <a:cubicBezTo>
                  <a:pt x="2038" y="132"/>
                  <a:pt x="2038" y="132"/>
                  <a:pt x="2038" y="132"/>
                </a:cubicBezTo>
                <a:cubicBezTo>
                  <a:pt x="2065" y="132"/>
                  <a:pt x="2065" y="132"/>
                  <a:pt x="2065" y="132"/>
                </a:cubicBezTo>
                <a:cubicBezTo>
                  <a:pt x="2065" y="1"/>
                  <a:pt x="2065" y="1"/>
                  <a:pt x="2065" y="1"/>
                </a:cubicBezTo>
                <a:lnTo>
                  <a:pt x="2038" y="1"/>
                </a:lnTo>
                <a:close/>
                <a:moveTo>
                  <a:pt x="733" y="11"/>
                </a:moveTo>
                <a:cubicBezTo>
                  <a:pt x="706" y="11"/>
                  <a:pt x="706" y="11"/>
                  <a:pt x="706" y="11"/>
                </a:cubicBezTo>
                <a:cubicBezTo>
                  <a:pt x="706" y="36"/>
                  <a:pt x="706" y="36"/>
                  <a:pt x="706" y="36"/>
                </a:cubicBezTo>
                <a:cubicBezTo>
                  <a:pt x="694" y="36"/>
                  <a:pt x="694" y="36"/>
                  <a:pt x="694" y="36"/>
                </a:cubicBezTo>
                <a:cubicBezTo>
                  <a:pt x="694" y="59"/>
                  <a:pt x="694" y="59"/>
                  <a:pt x="694" y="59"/>
                </a:cubicBezTo>
                <a:cubicBezTo>
                  <a:pt x="706" y="59"/>
                  <a:pt x="706" y="59"/>
                  <a:pt x="706" y="59"/>
                </a:cubicBezTo>
                <a:cubicBezTo>
                  <a:pt x="706" y="105"/>
                  <a:pt x="706" y="105"/>
                  <a:pt x="706" y="105"/>
                </a:cubicBezTo>
                <a:cubicBezTo>
                  <a:pt x="706" y="127"/>
                  <a:pt x="717" y="134"/>
                  <a:pt x="734" y="134"/>
                </a:cubicBezTo>
                <a:cubicBezTo>
                  <a:pt x="743" y="134"/>
                  <a:pt x="750" y="132"/>
                  <a:pt x="755" y="128"/>
                </a:cubicBezTo>
                <a:cubicBezTo>
                  <a:pt x="755" y="106"/>
                  <a:pt x="755" y="106"/>
                  <a:pt x="755" y="106"/>
                </a:cubicBezTo>
                <a:cubicBezTo>
                  <a:pt x="752" y="108"/>
                  <a:pt x="747" y="110"/>
                  <a:pt x="742" y="110"/>
                </a:cubicBezTo>
                <a:cubicBezTo>
                  <a:pt x="736" y="110"/>
                  <a:pt x="733" y="107"/>
                  <a:pt x="733" y="100"/>
                </a:cubicBezTo>
                <a:cubicBezTo>
                  <a:pt x="733" y="59"/>
                  <a:pt x="733" y="59"/>
                  <a:pt x="733" y="59"/>
                </a:cubicBezTo>
                <a:cubicBezTo>
                  <a:pt x="756" y="59"/>
                  <a:pt x="756" y="59"/>
                  <a:pt x="756" y="59"/>
                </a:cubicBezTo>
                <a:cubicBezTo>
                  <a:pt x="756" y="36"/>
                  <a:pt x="756" y="36"/>
                  <a:pt x="756" y="36"/>
                </a:cubicBezTo>
                <a:cubicBezTo>
                  <a:pt x="733" y="36"/>
                  <a:pt x="733" y="36"/>
                  <a:pt x="733" y="36"/>
                </a:cubicBezTo>
                <a:lnTo>
                  <a:pt x="733" y="11"/>
                </a:lnTo>
                <a:close/>
                <a:moveTo>
                  <a:pt x="1999" y="132"/>
                </a:moveTo>
                <a:cubicBezTo>
                  <a:pt x="2027" y="132"/>
                  <a:pt x="2027" y="132"/>
                  <a:pt x="2027" y="132"/>
                </a:cubicBezTo>
                <a:cubicBezTo>
                  <a:pt x="2027" y="1"/>
                  <a:pt x="2027" y="1"/>
                  <a:pt x="2027" y="1"/>
                </a:cubicBezTo>
                <a:cubicBezTo>
                  <a:pt x="1999" y="1"/>
                  <a:pt x="1999" y="1"/>
                  <a:pt x="1999" y="1"/>
                </a:cubicBezTo>
                <a:lnTo>
                  <a:pt x="1999" y="132"/>
                </a:lnTo>
                <a:close/>
                <a:moveTo>
                  <a:pt x="807" y="34"/>
                </a:moveTo>
                <a:cubicBezTo>
                  <a:pt x="779" y="34"/>
                  <a:pt x="760" y="57"/>
                  <a:pt x="760" y="84"/>
                </a:cubicBezTo>
                <a:cubicBezTo>
                  <a:pt x="760" y="84"/>
                  <a:pt x="760" y="84"/>
                  <a:pt x="760" y="84"/>
                </a:cubicBezTo>
                <a:cubicBezTo>
                  <a:pt x="760" y="114"/>
                  <a:pt x="781" y="134"/>
                  <a:pt x="810" y="134"/>
                </a:cubicBezTo>
                <a:cubicBezTo>
                  <a:pt x="827" y="134"/>
                  <a:pt x="840" y="127"/>
                  <a:pt x="849" y="116"/>
                </a:cubicBezTo>
                <a:cubicBezTo>
                  <a:pt x="834" y="102"/>
                  <a:pt x="834" y="102"/>
                  <a:pt x="834" y="102"/>
                </a:cubicBezTo>
                <a:cubicBezTo>
                  <a:pt x="826" y="109"/>
                  <a:pt x="820" y="112"/>
                  <a:pt x="810" y="112"/>
                </a:cubicBezTo>
                <a:cubicBezTo>
                  <a:pt x="798" y="112"/>
                  <a:pt x="790" y="106"/>
                  <a:pt x="787" y="93"/>
                </a:cubicBezTo>
                <a:cubicBezTo>
                  <a:pt x="854" y="93"/>
                  <a:pt x="854" y="93"/>
                  <a:pt x="854" y="93"/>
                </a:cubicBezTo>
                <a:cubicBezTo>
                  <a:pt x="854" y="91"/>
                  <a:pt x="854" y="88"/>
                  <a:pt x="854" y="86"/>
                </a:cubicBezTo>
                <a:cubicBezTo>
                  <a:pt x="854" y="59"/>
                  <a:pt x="839" y="34"/>
                  <a:pt x="807" y="34"/>
                </a:cubicBezTo>
                <a:close/>
                <a:moveTo>
                  <a:pt x="787" y="76"/>
                </a:moveTo>
                <a:cubicBezTo>
                  <a:pt x="789" y="64"/>
                  <a:pt x="796" y="56"/>
                  <a:pt x="807" y="56"/>
                </a:cubicBezTo>
                <a:cubicBezTo>
                  <a:pt x="819" y="56"/>
                  <a:pt x="826" y="64"/>
                  <a:pt x="828" y="76"/>
                </a:cubicBezTo>
                <a:lnTo>
                  <a:pt x="787" y="76"/>
                </a:lnTo>
                <a:close/>
                <a:moveTo>
                  <a:pt x="220" y="34"/>
                </a:moveTo>
                <a:cubicBezTo>
                  <a:pt x="207" y="34"/>
                  <a:pt x="197" y="39"/>
                  <a:pt x="189" y="49"/>
                </a:cubicBezTo>
                <a:cubicBezTo>
                  <a:pt x="184" y="40"/>
                  <a:pt x="174" y="34"/>
                  <a:pt x="161" y="34"/>
                </a:cubicBezTo>
                <a:cubicBezTo>
                  <a:pt x="148" y="34"/>
                  <a:pt x="139" y="41"/>
                  <a:pt x="133" y="50"/>
                </a:cubicBezTo>
                <a:cubicBezTo>
                  <a:pt x="133" y="36"/>
                  <a:pt x="133" y="36"/>
                  <a:pt x="133" y="36"/>
                </a:cubicBezTo>
                <a:cubicBezTo>
                  <a:pt x="106" y="36"/>
                  <a:pt x="106" y="36"/>
                  <a:pt x="106" y="36"/>
                </a:cubicBezTo>
                <a:cubicBezTo>
                  <a:pt x="106" y="132"/>
                  <a:pt x="106" y="132"/>
                  <a:pt x="106" y="132"/>
                </a:cubicBezTo>
                <a:cubicBezTo>
                  <a:pt x="133" y="132"/>
                  <a:pt x="133" y="132"/>
                  <a:pt x="133" y="132"/>
                </a:cubicBezTo>
                <a:cubicBezTo>
                  <a:pt x="133" y="78"/>
                  <a:pt x="133" y="78"/>
                  <a:pt x="133" y="78"/>
                </a:cubicBezTo>
                <a:cubicBezTo>
                  <a:pt x="133" y="65"/>
                  <a:pt x="139" y="59"/>
                  <a:pt x="150" y="59"/>
                </a:cubicBezTo>
                <a:cubicBezTo>
                  <a:pt x="160" y="59"/>
                  <a:pt x="166" y="65"/>
                  <a:pt x="166" y="78"/>
                </a:cubicBezTo>
                <a:cubicBezTo>
                  <a:pt x="166" y="132"/>
                  <a:pt x="166" y="132"/>
                  <a:pt x="166" y="132"/>
                </a:cubicBezTo>
                <a:cubicBezTo>
                  <a:pt x="193" y="132"/>
                  <a:pt x="193" y="132"/>
                  <a:pt x="193" y="132"/>
                </a:cubicBezTo>
                <a:cubicBezTo>
                  <a:pt x="193" y="78"/>
                  <a:pt x="193" y="78"/>
                  <a:pt x="193" y="78"/>
                </a:cubicBezTo>
                <a:cubicBezTo>
                  <a:pt x="193" y="65"/>
                  <a:pt x="199" y="59"/>
                  <a:pt x="209" y="59"/>
                </a:cubicBezTo>
                <a:cubicBezTo>
                  <a:pt x="220" y="59"/>
                  <a:pt x="225" y="65"/>
                  <a:pt x="225" y="78"/>
                </a:cubicBezTo>
                <a:cubicBezTo>
                  <a:pt x="225" y="132"/>
                  <a:pt x="225" y="132"/>
                  <a:pt x="225" y="132"/>
                </a:cubicBezTo>
                <a:cubicBezTo>
                  <a:pt x="253" y="132"/>
                  <a:pt x="253" y="132"/>
                  <a:pt x="253" y="132"/>
                </a:cubicBezTo>
                <a:cubicBezTo>
                  <a:pt x="253" y="69"/>
                  <a:pt x="253" y="69"/>
                  <a:pt x="253" y="69"/>
                </a:cubicBezTo>
                <a:cubicBezTo>
                  <a:pt x="253" y="46"/>
                  <a:pt x="240" y="34"/>
                  <a:pt x="220" y="34"/>
                </a:cubicBezTo>
                <a:close/>
                <a:moveTo>
                  <a:pt x="59" y="57"/>
                </a:moveTo>
                <a:cubicBezTo>
                  <a:pt x="38" y="51"/>
                  <a:pt x="32" y="49"/>
                  <a:pt x="32" y="40"/>
                </a:cubicBezTo>
                <a:cubicBezTo>
                  <a:pt x="32" y="40"/>
                  <a:pt x="32" y="40"/>
                  <a:pt x="32" y="40"/>
                </a:cubicBezTo>
                <a:cubicBezTo>
                  <a:pt x="32" y="34"/>
                  <a:pt x="38" y="29"/>
                  <a:pt x="48" y="29"/>
                </a:cubicBezTo>
                <a:cubicBezTo>
                  <a:pt x="59" y="29"/>
                  <a:pt x="70" y="34"/>
                  <a:pt x="81" y="41"/>
                </a:cubicBezTo>
                <a:cubicBezTo>
                  <a:pt x="95" y="21"/>
                  <a:pt x="95" y="21"/>
                  <a:pt x="95" y="21"/>
                </a:cubicBezTo>
                <a:cubicBezTo>
                  <a:pt x="83" y="10"/>
                  <a:pt x="67" y="5"/>
                  <a:pt x="49" y="5"/>
                </a:cubicBezTo>
                <a:cubicBezTo>
                  <a:pt x="23" y="5"/>
                  <a:pt x="5" y="20"/>
                  <a:pt x="5" y="43"/>
                </a:cubicBezTo>
                <a:cubicBezTo>
                  <a:pt x="5" y="43"/>
                  <a:pt x="5" y="43"/>
                  <a:pt x="5" y="43"/>
                </a:cubicBezTo>
                <a:cubicBezTo>
                  <a:pt x="5" y="68"/>
                  <a:pt x="21" y="75"/>
                  <a:pt x="46" y="81"/>
                </a:cubicBezTo>
                <a:cubicBezTo>
                  <a:pt x="67" y="87"/>
                  <a:pt x="72" y="90"/>
                  <a:pt x="72" y="97"/>
                </a:cubicBezTo>
                <a:cubicBezTo>
                  <a:pt x="72" y="98"/>
                  <a:pt x="72" y="98"/>
                  <a:pt x="72" y="98"/>
                </a:cubicBezTo>
                <a:cubicBezTo>
                  <a:pt x="72" y="105"/>
                  <a:pt x="65" y="109"/>
                  <a:pt x="54" y="109"/>
                </a:cubicBezTo>
                <a:cubicBezTo>
                  <a:pt x="39" y="109"/>
                  <a:pt x="27" y="104"/>
                  <a:pt x="16" y="94"/>
                </a:cubicBezTo>
                <a:cubicBezTo>
                  <a:pt x="0" y="114"/>
                  <a:pt x="0" y="114"/>
                  <a:pt x="0" y="114"/>
                </a:cubicBezTo>
                <a:cubicBezTo>
                  <a:pt x="15" y="127"/>
                  <a:pt x="34" y="134"/>
                  <a:pt x="53" y="134"/>
                </a:cubicBezTo>
                <a:cubicBezTo>
                  <a:pt x="80" y="134"/>
                  <a:pt x="99" y="120"/>
                  <a:pt x="99" y="95"/>
                </a:cubicBezTo>
                <a:cubicBezTo>
                  <a:pt x="99" y="95"/>
                  <a:pt x="99" y="95"/>
                  <a:pt x="99" y="95"/>
                </a:cubicBezTo>
                <a:cubicBezTo>
                  <a:pt x="99" y="73"/>
                  <a:pt x="85" y="63"/>
                  <a:pt x="59" y="57"/>
                </a:cubicBezTo>
                <a:close/>
                <a:moveTo>
                  <a:pt x="304" y="35"/>
                </a:moveTo>
                <a:cubicBezTo>
                  <a:pt x="287" y="35"/>
                  <a:pt x="277" y="38"/>
                  <a:pt x="266" y="43"/>
                </a:cubicBezTo>
                <a:cubicBezTo>
                  <a:pt x="273" y="63"/>
                  <a:pt x="273" y="63"/>
                  <a:pt x="273" y="63"/>
                </a:cubicBezTo>
                <a:cubicBezTo>
                  <a:pt x="282" y="60"/>
                  <a:pt x="289" y="58"/>
                  <a:pt x="300" y="58"/>
                </a:cubicBezTo>
                <a:cubicBezTo>
                  <a:pt x="313" y="58"/>
                  <a:pt x="320" y="64"/>
                  <a:pt x="320" y="76"/>
                </a:cubicBezTo>
                <a:cubicBezTo>
                  <a:pt x="320" y="77"/>
                  <a:pt x="320" y="77"/>
                  <a:pt x="320" y="77"/>
                </a:cubicBezTo>
                <a:cubicBezTo>
                  <a:pt x="314" y="75"/>
                  <a:pt x="307" y="73"/>
                  <a:pt x="297" y="73"/>
                </a:cubicBezTo>
                <a:cubicBezTo>
                  <a:pt x="274" y="73"/>
                  <a:pt x="258" y="83"/>
                  <a:pt x="258" y="104"/>
                </a:cubicBezTo>
                <a:cubicBezTo>
                  <a:pt x="258" y="104"/>
                  <a:pt x="258" y="104"/>
                  <a:pt x="258" y="104"/>
                </a:cubicBezTo>
                <a:cubicBezTo>
                  <a:pt x="258" y="123"/>
                  <a:pt x="273" y="134"/>
                  <a:pt x="291" y="134"/>
                </a:cubicBezTo>
                <a:cubicBezTo>
                  <a:pt x="304" y="134"/>
                  <a:pt x="314" y="129"/>
                  <a:pt x="320" y="122"/>
                </a:cubicBezTo>
                <a:cubicBezTo>
                  <a:pt x="320" y="132"/>
                  <a:pt x="320" y="132"/>
                  <a:pt x="320" y="132"/>
                </a:cubicBezTo>
                <a:cubicBezTo>
                  <a:pt x="347" y="132"/>
                  <a:pt x="347" y="132"/>
                  <a:pt x="347" y="132"/>
                </a:cubicBezTo>
                <a:cubicBezTo>
                  <a:pt x="347" y="76"/>
                  <a:pt x="347" y="76"/>
                  <a:pt x="347" y="76"/>
                </a:cubicBezTo>
                <a:cubicBezTo>
                  <a:pt x="347" y="63"/>
                  <a:pt x="343" y="53"/>
                  <a:pt x="336" y="46"/>
                </a:cubicBezTo>
                <a:cubicBezTo>
                  <a:pt x="329" y="39"/>
                  <a:pt x="319" y="35"/>
                  <a:pt x="304" y="35"/>
                </a:cubicBezTo>
                <a:close/>
                <a:moveTo>
                  <a:pt x="321" y="98"/>
                </a:moveTo>
                <a:cubicBezTo>
                  <a:pt x="321" y="108"/>
                  <a:pt x="312" y="115"/>
                  <a:pt x="299" y="115"/>
                </a:cubicBezTo>
                <a:cubicBezTo>
                  <a:pt x="291" y="115"/>
                  <a:pt x="285" y="111"/>
                  <a:pt x="285" y="103"/>
                </a:cubicBezTo>
                <a:cubicBezTo>
                  <a:pt x="285" y="103"/>
                  <a:pt x="285" y="103"/>
                  <a:pt x="285" y="103"/>
                </a:cubicBezTo>
                <a:cubicBezTo>
                  <a:pt x="285" y="94"/>
                  <a:pt x="292" y="90"/>
                  <a:pt x="303" y="90"/>
                </a:cubicBezTo>
                <a:cubicBezTo>
                  <a:pt x="310" y="90"/>
                  <a:pt x="316" y="91"/>
                  <a:pt x="321" y="93"/>
                </a:cubicBezTo>
                <a:lnTo>
                  <a:pt x="321" y="98"/>
                </a:lnTo>
                <a:close/>
                <a:moveTo>
                  <a:pt x="457" y="11"/>
                </a:moveTo>
                <a:cubicBezTo>
                  <a:pt x="429" y="11"/>
                  <a:pt x="429" y="11"/>
                  <a:pt x="429" y="11"/>
                </a:cubicBezTo>
                <a:cubicBezTo>
                  <a:pt x="429" y="36"/>
                  <a:pt x="429" y="36"/>
                  <a:pt x="429" y="36"/>
                </a:cubicBezTo>
                <a:cubicBezTo>
                  <a:pt x="418" y="36"/>
                  <a:pt x="418" y="36"/>
                  <a:pt x="418" y="36"/>
                </a:cubicBezTo>
                <a:cubicBezTo>
                  <a:pt x="418" y="59"/>
                  <a:pt x="418" y="59"/>
                  <a:pt x="418" y="59"/>
                </a:cubicBezTo>
                <a:cubicBezTo>
                  <a:pt x="429" y="59"/>
                  <a:pt x="429" y="59"/>
                  <a:pt x="429" y="59"/>
                </a:cubicBezTo>
                <a:cubicBezTo>
                  <a:pt x="429" y="105"/>
                  <a:pt x="429" y="105"/>
                  <a:pt x="429" y="105"/>
                </a:cubicBezTo>
                <a:cubicBezTo>
                  <a:pt x="429" y="127"/>
                  <a:pt x="441" y="134"/>
                  <a:pt x="457" y="134"/>
                </a:cubicBezTo>
                <a:cubicBezTo>
                  <a:pt x="466" y="134"/>
                  <a:pt x="473" y="132"/>
                  <a:pt x="479" y="128"/>
                </a:cubicBezTo>
                <a:cubicBezTo>
                  <a:pt x="479" y="106"/>
                  <a:pt x="479" y="106"/>
                  <a:pt x="479" y="106"/>
                </a:cubicBezTo>
                <a:cubicBezTo>
                  <a:pt x="475" y="108"/>
                  <a:pt x="470" y="110"/>
                  <a:pt x="465" y="110"/>
                </a:cubicBezTo>
                <a:cubicBezTo>
                  <a:pt x="459" y="110"/>
                  <a:pt x="457" y="107"/>
                  <a:pt x="457" y="100"/>
                </a:cubicBezTo>
                <a:cubicBezTo>
                  <a:pt x="457" y="59"/>
                  <a:pt x="457" y="59"/>
                  <a:pt x="457" y="59"/>
                </a:cubicBezTo>
                <a:cubicBezTo>
                  <a:pt x="479" y="59"/>
                  <a:pt x="479" y="59"/>
                  <a:pt x="479" y="59"/>
                </a:cubicBezTo>
                <a:cubicBezTo>
                  <a:pt x="479" y="36"/>
                  <a:pt x="479" y="36"/>
                  <a:pt x="479" y="36"/>
                </a:cubicBezTo>
                <a:cubicBezTo>
                  <a:pt x="457" y="36"/>
                  <a:pt x="457" y="36"/>
                  <a:pt x="457" y="36"/>
                </a:cubicBezTo>
                <a:lnTo>
                  <a:pt x="457" y="11"/>
                </a:lnTo>
                <a:close/>
                <a:moveTo>
                  <a:pt x="382" y="55"/>
                </a:moveTo>
                <a:cubicBezTo>
                  <a:pt x="382" y="36"/>
                  <a:pt x="382" y="36"/>
                  <a:pt x="382" y="36"/>
                </a:cubicBezTo>
                <a:cubicBezTo>
                  <a:pt x="354" y="36"/>
                  <a:pt x="354" y="36"/>
                  <a:pt x="354" y="36"/>
                </a:cubicBezTo>
                <a:cubicBezTo>
                  <a:pt x="354" y="132"/>
                  <a:pt x="354" y="132"/>
                  <a:pt x="354" y="132"/>
                </a:cubicBezTo>
                <a:cubicBezTo>
                  <a:pt x="382" y="132"/>
                  <a:pt x="382" y="132"/>
                  <a:pt x="382" y="132"/>
                </a:cubicBezTo>
                <a:cubicBezTo>
                  <a:pt x="382" y="97"/>
                  <a:pt x="382" y="97"/>
                  <a:pt x="382" y="97"/>
                </a:cubicBezTo>
                <a:cubicBezTo>
                  <a:pt x="382" y="74"/>
                  <a:pt x="393" y="63"/>
                  <a:pt x="411" y="63"/>
                </a:cubicBezTo>
                <a:cubicBezTo>
                  <a:pt x="412" y="63"/>
                  <a:pt x="412" y="63"/>
                  <a:pt x="412" y="63"/>
                </a:cubicBezTo>
                <a:cubicBezTo>
                  <a:pt x="412" y="34"/>
                  <a:pt x="412" y="34"/>
                  <a:pt x="412" y="34"/>
                </a:cubicBezTo>
                <a:cubicBezTo>
                  <a:pt x="396" y="33"/>
                  <a:pt x="387" y="42"/>
                  <a:pt x="382" y="55"/>
                </a:cubicBezTo>
                <a:close/>
                <a:moveTo>
                  <a:pt x="1335" y="34"/>
                </a:moveTo>
                <a:cubicBezTo>
                  <a:pt x="1305" y="34"/>
                  <a:pt x="1283" y="56"/>
                  <a:pt x="1283" y="84"/>
                </a:cubicBezTo>
                <a:cubicBezTo>
                  <a:pt x="1283" y="84"/>
                  <a:pt x="1283" y="84"/>
                  <a:pt x="1283" y="84"/>
                </a:cubicBezTo>
                <a:cubicBezTo>
                  <a:pt x="1283" y="112"/>
                  <a:pt x="1305" y="134"/>
                  <a:pt x="1335" y="134"/>
                </a:cubicBezTo>
                <a:cubicBezTo>
                  <a:pt x="1365" y="134"/>
                  <a:pt x="1387" y="112"/>
                  <a:pt x="1387" y="84"/>
                </a:cubicBezTo>
                <a:cubicBezTo>
                  <a:pt x="1387" y="84"/>
                  <a:pt x="1387" y="84"/>
                  <a:pt x="1387" y="84"/>
                </a:cubicBezTo>
                <a:cubicBezTo>
                  <a:pt x="1387" y="56"/>
                  <a:pt x="1365" y="34"/>
                  <a:pt x="1335" y="34"/>
                </a:cubicBezTo>
                <a:close/>
                <a:moveTo>
                  <a:pt x="1360" y="84"/>
                </a:moveTo>
                <a:cubicBezTo>
                  <a:pt x="1360" y="99"/>
                  <a:pt x="1351" y="111"/>
                  <a:pt x="1335" y="111"/>
                </a:cubicBezTo>
                <a:cubicBezTo>
                  <a:pt x="1320" y="111"/>
                  <a:pt x="1310" y="98"/>
                  <a:pt x="1310" y="84"/>
                </a:cubicBezTo>
                <a:cubicBezTo>
                  <a:pt x="1310" y="84"/>
                  <a:pt x="1310" y="84"/>
                  <a:pt x="1310" y="84"/>
                </a:cubicBezTo>
                <a:cubicBezTo>
                  <a:pt x="1310" y="70"/>
                  <a:pt x="1319" y="58"/>
                  <a:pt x="1335" y="58"/>
                </a:cubicBezTo>
                <a:cubicBezTo>
                  <a:pt x="1350" y="58"/>
                  <a:pt x="1360" y="70"/>
                  <a:pt x="1360" y="84"/>
                </a:cubicBezTo>
                <a:close/>
                <a:moveTo>
                  <a:pt x="1834" y="55"/>
                </a:moveTo>
                <a:cubicBezTo>
                  <a:pt x="1834" y="36"/>
                  <a:pt x="1834" y="36"/>
                  <a:pt x="1834" y="36"/>
                </a:cubicBezTo>
                <a:cubicBezTo>
                  <a:pt x="1807" y="36"/>
                  <a:pt x="1807" y="36"/>
                  <a:pt x="1807" y="36"/>
                </a:cubicBezTo>
                <a:cubicBezTo>
                  <a:pt x="1807" y="132"/>
                  <a:pt x="1807" y="132"/>
                  <a:pt x="1807" y="132"/>
                </a:cubicBezTo>
                <a:cubicBezTo>
                  <a:pt x="1834" y="132"/>
                  <a:pt x="1834" y="132"/>
                  <a:pt x="1834" y="132"/>
                </a:cubicBezTo>
                <a:cubicBezTo>
                  <a:pt x="1834" y="97"/>
                  <a:pt x="1834" y="97"/>
                  <a:pt x="1834" y="97"/>
                </a:cubicBezTo>
                <a:cubicBezTo>
                  <a:pt x="1834" y="74"/>
                  <a:pt x="1845" y="63"/>
                  <a:pt x="1863" y="63"/>
                </a:cubicBezTo>
                <a:cubicBezTo>
                  <a:pt x="1865" y="63"/>
                  <a:pt x="1865" y="63"/>
                  <a:pt x="1865" y="63"/>
                </a:cubicBezTo>
                <a:cubicBezTo>
                  <a:pt x="1865" y="34"/>
                  <a:pt x="1865" y="34"/>
                  <a:pt x="1865" y="34"/>
                </a:cubicBezTo>
                <a:cubicBezTo>
                  <a:pt x="1848" y="33"/>
                  <a:pt x="1839" y="42"/>
                  <a:pt x="1834" y="55"/>
                </a:cubicBezTo>
                <a:close/>
                <a:moveTo>
                  <a:pt x="1748" y="34"/>
                </a:moveTo>
                <a:cubicBezTo>
                  <a:pt x="1718" y="34"/>
                  <a:pt x="1696" y="56"/>
                  <a:pt x="1696" y="84"/>
                </a:cubicBezTo>
                <a:cubicBezTo>
                  <a:pt x="1696" y="84"/>
                  <a:pt x="1696" y="84"/>
                  <a:pt x="1696" y="84"/>
                </a:cubicBezTo>
                <a:cubicBezTo>
                  <a:pt x="1696" y="112"/>
                  <a:pt x="1718" y="134"/>
                  <a:pt x="1748" y="134"/>
                </a:cubicBezTo>
                <a:cubicBezTo>
                  <a:pt x="1778" y="134"/>
                  <a:pt x="1800" y="112"/>
                  <a:pt x="1800" y="84"/>
                </a:cubicBezTo>
                <a:cubicBezTo>
                  <a:pt x="1800" y="84"/>
                  <a:pt x="1800" y="84"/>
                  <a:pt x="1800" y="84"/>
                </a:cubicBezTo>
                <a:cubicBezTo>
                  <a:pt x="1800" y="56"/>
                  <a:pt x="1778" y="34"/>
                  <a:pt x="1748" y="34"/>
                </a:cubicBezTo>
                <a:close/>
                <a:moveTo>
                  <a:pt x="1773" y="84"/>
                </a:moveTo>
                <a:cubicBezTo>
                  <a:pt x="1773" y="99"/>
                  <a:pt x="1764" y="111"/>
                  <a:pt x="1748" y="111"/>
                </a:cubicBezTo>
                <a:cubicBezTo>
                  <a:pt x="1733" y="111"/>
                  <a:pt x="1723" y="98"/>
                  <a:pt x="1723" y="84"/>
                </a:cubicBezTo>
                <a:cubicBezTo>
                  <a:pt x="1723" y="84"/>
                  <a:pt x="1723" y="84"/>
                  <a:pt x="1723" y="84"/>
                </a:cubicBezTo>
                <a:cubicBezTo>
                  <a:pt x="1723" y="70"/>
                  <a:pt x="1732" y="58"/>
                  <a:pt x="1748" y="58"/>
                </a:cubicBezTo>
                <a:cubicBezTo>
                  <a:pt x="1763" y="58"/>
                  <a:pt x="1773" y="70"/>
                  <a:pt x="1773" y="84"/>
                </a:cubicBezTo>
                <a:close/>
                <a:moveTo>
                  <a:pt x="1465" y="48"/>
                </a:moveTo>
                <a:cubicBezTo>
                  <a:pt x="1458" y="40"/>
                  <a:pt x="1449" y="34"/>
                  <a:pt x="1434" y="34"/>
                </a:cubicBezTo>
                <a:cubicBezTo>
                  <a:pt x="1412" y="34"/>
                  <a:pt x="1391" y="50"/>
                  <a:pt x="1391" y="79"/>
                </a:cubicBezTo>
                <a:cubicBezTo>
                  <a:pt x="1391" y="79"/>
                  <a:pt x="1391" y="79"/>
                  <a:pt x="1391" y="79"/>
                </a:cubicBezTo>
                <a:cubicBezTo>
                  <a:pt x="1391" y="108"/>
                  <a:pt x="1412" y="124"/>
                  <a:pt x="1434" y="124"/>
                </a:cubicBezTo>
                <a:cubicBezTo>
                  <a:pt x="1448" y="124"/>
                  <a:pt x="1457" y="118"/>
                  <a:pt x="1465" y="109"/>
                </a:cubicBezTo>
                <a:cubicBezTo>
                  <a:pt x="1465" y="113"/>
                  <a:pt x="1465" y="113"/>
                  <a:pt x="1465" y="113"/>
                </a:cubicBezTo>
                <a:cubicBezTo>
                  <a:pt x="1465" y="130"/>
                  <a:pt x="1457" y="139"/>
                  <a:pt x="1438" y="139"/>
                </a:cubicBezTo>
                <a:cubicBezTo>
                  <a:pt x="1425" y="139"/>
                  <a:pt x="1415" y="136"/>
                  <a:pt x="1405" y="131"/>
                </a:cubicBezTo>
                <a:cubicBezTo>
                  <a:pt x="1396" y="151"/>
                  <a:pt x="1396" y="151"/>
                  <a:pt x="1396" y="151"/>
                </a:cubicBezTo>
                <a:cubicBezTo>
                  <a:pt x="1408" y="158"/>
                  <a:pt x="1423" y="161"/>
                  <a:pt x="1439" y="161"/>
                </a:cubicBezTo>
                <a:cubicBezTo>
                  <a:pt x="1457" y="161"/>
                  <a:pt x="1471" y="157"/>
                  <a:pt x="1480" y="148"/>
                </a:cubicBezTo>
                <a:cubicBezTo>
                  <a:pt x="1488" y="140"/>
                  <a:pt x="1492" y="128"/>
                  <a:pt x="1492" y="110"/>
                </a:cubicBezTo>
                <a:cubicBezTo>
                  <a:pt x="1492" y="36"/>
                  <a:pt x="1492" y="36"/>
                  <a:pt x="1492" y="36"/>
                </a:cubicBezTo>
                <a:cubicBezTo>
                  <a:pt x="1465" y="36"/>
                  <a:pt x="1465" y="36"/>
                  <a:pt x="1465" y="36"/>
                </a:cubicBezTo>
                <a:lnTo>
                  <a:pt x="1465" y="48"/>
                </a:lnTo>
                <a:close/>
                <a:moveTo>
                  <a:pt x="1465" y="79"/>
                </a:moveTo>
                <a:cubicBezTo>
                  <a:pt x="1465" y="92"/>
                  <a:pt x="1455" y="102"/>
                  <a:pt x="1442" y="102"/>
                </a:cubicBezTo>
                <a:cubicBezTo>
                  <a:pt x="1429" y="102"/>
                  <a:pt x="1419" y="93"/>
                  <a:pt x="1419" y="79"/>
                </a:cubicBezTo>
                <a:cubicBezTo>
                  <a:pt x="1419" y="79"/>
                  <a:pt x="1419" y="79"/>
                  <a:pt x="1419" y="79"/>
                </a:cubicBezTo>
                <a:cubicBezTo>
                  <a:pt x="1419" y="66"/>
                  <a:pt x="1429" y="57"/>
                  <a:pt x="1442" y="57"/>
                </a:cubicBezTo>
                <a:cubicBezTo>
                  <a:pt x="1455" y="57"/>
                  <a:pt x="1465" y="66"/>
                  <a:pt x="1465" y="79"/>
                </a:cubicBezTo>
                <a:close/>
                <a:moveTo>
                  <a:pt x="1697" y="37"/>
                </a:moveTo>
                <a:cubicBezTo>
                  <a:pt x="1675" y="37"/>
                  <a:pt x="1675" y="37"/>
                  <a:pt x="1675" y="37"/>
                </a:cubicBezTo>
                <a:cubicBezTo>
                  <a:pt x="1675" y="33"/>
                  <a:pt x="1675" y="33"/>
                  <a:pt x="1675" y="33"/>
                </a:cubicBezTo>
                <a:cubicBezTo>
                  <a:pt x="1675" y="26"/>
                  <a:pt x="1678" y="23"/>
                  <a:pt x="1684" y="23"/>
                </a:cubicBezTo>
                <a:cubicBezTo>
                  <a:pt x="1689" y="23"/>
                  <a:pt x="1693" y="24"/>
                  <a:pt x="1697" y="25"/>
                </a:cubicBezTo>
                <a:cubicBezTo>
                  <a:pt x="1697" y="2"/>
                  <a:pt x="1697" y="2"/>
                  <a:pt x="1697" y="2"/>
                </a:cubicBezTo>
                <a:cubicBezTo>
                  <a:pt x="1692" y="1"/>
                  <a:pt x="1686" y="0"/>
                  <a:pt x="1677" y="0"/>
                </a:cubicBezTo>
                <a:cubicBezTo>
                  <a:pt x="1668" y="0"/>
                  <a:pt x="1660" y="2"/>
                  <a:pt x="1655" y="7"/>
                </a:cubicBezTo>
                <a:cubicBezTo>
                  <a:pt x="1650" y="12"/>
                  <a:pt x="1648" y="20"/>
                  <a:pt x="1648" y="31"/>
                </a:cubicBezTo>
                <a:cubicBezTo>
                  <a:pt x="1648" y="37"/>
                  <a:pt x="1648" y="37"/>
                  <a:pt x="1648" y="37"/>
                </a:cubicBezTo>
                <a:cubicBezTo>
                  <a:pt x="1636" y="37"/>
                  <a:pt x="1636" y="37"/>
                  <a:pt x="1636" y="37"/>
                </a:cubicBezTo>
                <a:cubicBezTo>
                  <a:pt x="1636" y="59"/>
                  <a:pt x="1636" y="59"/>
                  <a:pt x="1636" y="59"/>
                </a:cubicBezTo>
                <a:cubicBezTo>
                  <a:pt x="1648" y="59"/>
                  <a:pt x="1648" y="59"/>
                  <a:pt x="1648" y="59"/>
                </a:cubicBezTo>
                <a:cubicBezTo>
                  <a:pt x="1648" y="132"/>
                  <a:pt x="1648" y="132"/>
                  <a:pt x="1648" y="132"/>
                </a:cubicBezTo>
                <a:cubicBezTo>
                  <a:pt x="1675" y="132"/>
                  <a:pt x="1675" y="132"/>
                  <a:pt x="1675" y="132"/>
                </a:cubicBezTo>
                <a:cubicBezTo>
                  <a:pt x="1675" y="59"/>
                  <a:pt x="1675" y="59"/>
                  <a:pt x="1675" y="59"/>
                </a:cubicBezTo>
                <a:cubicBezTo>
                  <a:pt x="1697" y="59"/>
                  <a:pt x="1697" y="59"/>
                  <a:pt x="1697" y="59"/>
                </a:cubicBezTo>
                <a:lnTo>
                  <a:pt x="1697" y="37"/>
                </a:lnTo>
                <a:close/>
                <a:moveTo>
                  <a:pt x="1548" y="101"/>
                </a:moveTo>
                <a:cubicBezTo>
                  <a:pt x="1526" y="36"/>
                  <a:pt x="1526" y="36"/>
                  <a:pt x="1526" y="36"/>
                </a:cubicBezTo>
                <a:cubicBezTo>
                  <a:pt x="1497" y="36"/>
                  <a:pt x="1497" y="36"/>
                  <a:pt x="1497" y="36"/>
                </a:cubicBezTo>
                <a:cubicBezTo>
                  <a:pt x="1535" y="132"/>
                  <a:pt x="1535" y="132"/>
                  <a:pt x="1535" y="132"/>
                </a:cubicBezTo>
                <a:cubicBezTo>
                  <a:pt x="1532" y="137"/>
                  <a:pt x="1530" y="139"/>
                  <a:pt x="1525" y="139"/>
                </a:cubicBezTo>
                <a:cubicBezTo>
                  <a:pt x="1521" y="139"/>
                  <a:pt x="1517" y="137"/>
                  <a:pt x="1513" y="135"/>
                </a:cubicBezTo>
                <a:cubicBezTo>
                  <a:pt x="1504" y="155"/>
                  <a:pt x="1504" y="155"/>
                  <a:pt x="1504" y="155"/>
                </a:cubicBezTo>
                <a:cubicBezTo>
                  <a:pt x="1511" y="159"/>
                  <a:pt x="1519" y="161"/>
                  <a:pt x="1528" y="161"/>
                </a:cubicBezTo>
                <a:cubicBezTo>
                  <a:pt x="1545" y="161"/>
                  <a:pt x="1553" y="154"/>
                  <a:pt x="1560" y="134"/>
                </a:cubicBezTo>
                <a:cubicBezTo>
                  <a:pt x="1597" y="36"/>
                  <a:pt x="1597" y="36"/>
                  <a:pt x="1597" y="36"/>
                </a:cubicBezTo>
                <a:cubicBezTo>
                  <a:pt x="1569" y="36"/>
                  <a:pt x="1569" y="36"/>
                  <a:pt x="1569" y="36"/>
                </a:cubicBezTo>
                <a:lnTo>
                  <a:pt x="1548" y="101"/>
                </a:lnTo>
                <a:close/>
                <a:moveTo>
                  <a:pt x="1008" y="34"/>
                </a:moveTo>
                <a:cubicBezTo>
                  <a:pt x="994" y="34"/>
                  <a:pt x="986" y="41"/>
                  <a:pt x="980" y="49"/>
                </a:cubicBezTo>
                <a:cubicBezTo>
                  <a:pt x="980" y="1"/>
                  <a:pt x="980" y="1"/>
                  <a:pt x="980" y="1"/>
                </a:cubicBezTo>
                <a:cubicBezTo>
                  <a:pt x="952" y="1"/>
                  <a:pt x="952" y="1"/>
                  <a:pt x="952" y="1"/>
                </a:cubicBezTo>
                <a:cubicBezTo>
                  <a:pt x="952" y="132"/>
                  <a:pt x="952" y="132"/>
                  <a:pt x="952" y="132"/>
                </a:cubicBezTo>
                <a:cubicBezTo>
                  <a:pt x="980" y="132"/>
                  <a:pt x="980" y="132"/>
                  <a:pt x="980" y="132"/>
                </a:cubicBezTo>
                <a:cubicBezTo>
                  <a:pt x="980" y="78"/>
                  <a:pt x="980" y="78"/>
                  <a:pt x="980" y="78"/>
                </a:cubicBezTo>
                <a:cubicBezTo>
                  <a:pt x="980" y="65"/>
                  <a:pt x="986" y="59"/>
                  <a:pt x="997" y="59"/>
                </a:cubicBezTo>
                <a:cubicBezTo>
                  <a:pt x="1007" y="59"/>
                  <a:pt x="1013" y="65"/>
                  <a:pt x="1013" y="78"/>
                </a:cubicBezTo>
                <a:cubicBezTo>
                  <a:pt x="1013" y="132"/>
                  <a:pt x="1013" y="132"/>
                  <a:pt x="1013" y="132"/>
                </a:cubicBezTo>
                <a:cubicBezTo>
                  <a:pt x="1040" y="132"/>
                  <a:pt x="1040" y="132"/>
                  <a:pt x="1040" y="132"/>
                </a:cubicBezTo>
                <a:cubicBezTo>
                  <a:pt x="1040" y="70"/>
                  <a:pt x="1040" y="70"/>
                  <a:pt x="1040" y="70"/>
                </a:cubicBezTo>
                <a:cubicBezTo>
                  <a:pt x="1040" y="48"/>
                  <a:pt x="1028" y="34"/>
                  <a:pt x="1008" y="34"/>
                </a:cubicBezTo>
                <a:close/>
                <a:moveTo>
                  <a:pt x="1250" y="132"/>
                </a:moveTo>
                <a:cubicBezTo>
                  <a:pt x="1278" y="132"/>
                  <a:pt x="1278" y="132"/>
                  <a:pt x="1278" y="132"/>
                </a:cubicBezTo>
                <a:cubicBezTo>
                  <a:pt x="1278" y="1"/>
                  <a:pt x="1278" y="1"/>
                  <a:pt x="1278" y="1"/>
                </a:cubicBezTo>
                <a:cubicBezTo>
                  <a:pt x="1250" y="1"/>
                  <a:pt x="1250" y="1"/>
                  <a:pt x="1250" y="1"/>
                </a:cubicBezTo>
                <a:lnTo>
                  <a:pt x="1250" y="132"/>
                </a:lnTo>
                <a:close/>
                <a:moveTo>
                  <a:pt x="1103" y="34"/>
                </a:moveTo>
                <a:cubicBezTo>
                  <a:pt x="1089" y="34"/>
                  <a:pt x="1081" y="41"/>
                  <a:pt x="1075" y="49"/>
                </a:cubicBezTo>
                <a:cubicBezTo>
                  <a:pt x="1075" y="36"/>
                  <a:pt x="1075" y="36"/>
                  <a:pt x="1075" y="36"/>
                </a:cubicBezTo>
                <a:cubicBezTo>
                  <a:pt x="1047" y="36"/>
                  <a:pt x="1047" y="36"/>
                  <a:pt x="1047" y="36"/>
                </a:cubicBezTo>
                <a:cubicBezTo>
                  <a:pt x="1047" y="132"/>
                  <a:pt x="1047" y="132"/>
                  <a:pt x="1047" y="132"/>
                </a:cubicBezTo>
                <a:cubicBezTo>
                  <a:pt x="1075" y="132"/>
                  <a:pt x="1075" y="132"/>
                  <a:pt x="1075" y="132"/>
                </a:cubicBezTo>
                <a:cubicBezTo>
                  <a:pt x="1075" y="78"/>
                  <a:pt x="1075" y="78"/>
                  <a:pt x="1075" y="78"/>
                </a:cubicBezTo>
                <a:cubicBezTo>
                  <a:pt x="1075" y="65"/>
                  <a:pt x="1081" y="59"/>
                  <a:pt x="1092" y="59"/>
                </a:cubicBezTo>
                <a:cubicBezTo>
                  <a:pt x="1102" y="59"/>
                  <a:pt x="1108" y="65"/>
                  <a:pt x="1108" y="78"/>
                </a:cubicBezTo>
                <a:cubicBezTo>
                  <a:pt x="1108" y="132"/>
                  <a:pt x="1108" y="132"/>
                  <a:pt x="1108" y="132"/>
                </a:cubicBezTo>
                <a:cubicBezTo>
                  <a:pt x="1135" y="132"/>
                  <a:pt x="1135" y="132"/>
                  <a:pt x="1135" y="132"/>
                </a:cubicBezTo>
                <a:cubicBezTo>
                  <a:pt x="1135" y="70"/>
                  <a:pt x="1135" y="70"/>
                  <a:pt x="1135" y="70"/>
                </a:cubicBezTo>
                <a:cubicBezTo>
                  <a:pt x="1135" y="48"/>
                  <a:pt x="1123" y="34"/>
                  <a:pt x="1103" y="34"/>
                </a:cubicBezTo>
                <a:close/>
                <a:moveTo>
                  <a:pt x="910" y="111"/>
                </a:moveTo>
                <a:cubicBezTo>
                  <a:pt x="895" y="111"/>
                  <a:pt x="885" y="99"/>
                  <a:pt x="885" y="84"/>
                </a:cubicBezTo>
                <a:cubicBezTo>
                  <a:pt x="885" y="84"/>
                  <a:pt x="885" y="84"/>
                  <a:pt x="885" y="84"/>
                </a:cubicBezTo>
                <a:cubicBezTo>
                  <a:pt x="885" y="70"/>
                  <a:pt x="895" y="58"/>
                  <a:pt x="909" y="58"/>
                </a:cubicBezTo>
                <a:cubicBezTo>
                  <a:pt x="918" y="58"/>
                  <a:pt x="925" y="62"/>
                  <a:pt x="931" y="68"/>
                </a:cubicBezTo>
                <a:cubicBezTo>
                  <a:pt x="947" y="50"/>
                  <a:pt x="947" y="50"/>
                  <a:pt x="947" y="50"/>
                </a:cubicBezTo>
                <a:cubicBezTo>
                  <a:pt x="938" y="40"/>
                  <a:pt x="927" y="34"/>
                  <a:pt x="909" y="34"/>
                </a:cubicBezTo>
                <a:cubicBezTo>
                  <a:pt x="880" y="34"/>
                  <a:pt x="859" y="57"/>
                  <a:pt x="859" y="84"/>
                </a:cubicBezTo>
                <a:cubicBezTo>
                  <a:pt x="859" y="84"/>
                  <a:pt x="859" y="84"/>
                  <a:pt x="859" y="84"/>
                </a:cubicBezTo>
                <a:cubicBezTo>
                  <a:pt x="859" y="112"/>
                  <a:pt x="880" y="134"/>
                  <a:pt x="909" y="134"/>
                </a:cubicBezTo>
                <a:cubicBezTo>
                  <a:pt x="928" y="134"/>
                  <a:pt x="939" y="127"/>
                  <a:pt x="948" y="117"/>
                </a:cubicBezTo>
                <a:cubicBezTo>
                  <a:pt x="932" y="100"/>
                  <a:pt x="932" y="100"/>
                  <a:pt x="932" y="100"/>
                </a:cubicBezTo>
                <a:cubicBezTo>
                  <a:pt x="925" y="107"/>
                  <a:pt x="919" y="111"/>
                  <a:pt x="910" y="111"/>
                </a:cubicBezTo>
                <a:close/>
                <a:moveTo>
                  <a:pt x="1945" y="35"/>
                </a:moveTo>
                <a:cubicBezTo>
                  <a:pt x="1929" y="35"/>
                  <a:pt x="1918" y="38"/>
                  <a:pt x="1908" y="42"/>
                </a:cubicBezTo>
                <a:cubicBezTo>
                  <a:pt x="1915" y="63"/>
                  <a:pt x="1915" y="63"/>
                  <a:pt x="1915" y="63"/>
                </a:cubicBezTo>
                <a:cubicBezTo>
                  <a:pt x="1923" y="60"/>
                  <a:pt x="1931" y="58"/>
                  <a:pt x="1941" y="58"/>
                </a:cubicBezTo>
                <a:cubicBezTo>
                  <a:pt x="1955" y="58"/>
                  <a:pt x="1962" y="64"/>
                  <a:pt x="1962" y="76"/>
                </a:cubicBezTo>
                <a:cubicBezTo>
                  <a:pt x="1962" y="77"/>
                  <a:pt x="1962" y="77"/>
                  <a:pt x="1962" y="77"/>
                </a:cubicBezTo>
                <a:cubicBezTo>
                  <a:pt x="1955" y="75"/>
                  <a:pt x="1948" y="73"/>
                  <a:pt x="1938" y="73"/>
                </a:cubicBezTo>
                <a:cubicBezTo>
                  <a:pt x="1915" y="73"/>
                  <a:pt x="1899" y="83"/>
                  <a:pt x="1899" y="104"/>
                </a:cubicBezTo>
                <a:cubicBezTo>
                  <a:pt x="1899" y="104"/>
                  <a:pt x="1899" y="104"/>
                  <a:pt x="1899" y="104"/>
                </a:cubicBezTo>
                <a:cubicBezTo>
                  <a:pt x="1899" y="123"/>
                  <a:pt x="1914" y="134"/>
                  <a:pt x="1932" y="134"/>
                </a:cubicBezTo>
                <a:cubicBezTo>
                  <a:pt x="1946" y="134"/>
                  <a:pt x="1955" y="129"/>
                  <a:pt x="1962" y="122"/>
                </a:cubicBezTo>
                <a:cubicBezTo>
                  <a:pt x="1962" y="132"/>
                  <a:pt x="1962" y="132"/>
                  <a:pt x="1962" y="132"/>
                </a:cubicBezTo>
                <a:cubicBezTo>
                  <a:pt x="1988" y="132"/>
                  <a:pt x="1988" y="132"/>
                  <a:pt x="1988" y="132"/>
                </a:cubicBezTo>
                <a:cubicBezTo>
                  <a:pt x="1988" y="76"/>
                  <a:pt x="1988" y="76"/>
                  <a:pt x="1988" y="76"/>
                </a:cubicBezTo>
                <a:cubicBezTo>
                  <a:pt x="1988" y="63"/>
                  <a:pt x="1985" y="53"/>
                  <a:pt x="1978" y="46"/>
                </a:cubicBezTo>
                <a:cubicBezTo>
                  <a:pt x="1971" y="39"/>
                  <a:pt x="1960" y="35"/>
                  <a:pt x="1945" y="35"/>
                </a:cubicBezTo>
                <a:close/>
                <a:moveTo>
                  <a:pt x="1962" y="98"/>
                </a:moveTo>
                <a:cubicBezTo>
                  <a:pt x="1962" y="108"/>
                  <a:pt x="1953" y="115"/>
                  <a:pt x="1941" y="115"/>
                </a:cubicBezTo>
                <a:cubicBezTo>
                  <a:pt x="1932" y="115"/>
                  <a:pt x="1926" y="111"/>
                  <a:pt x="1926" y="103"/>
                </a:cubicBezTo>
                <a:cubicBezTo>
                  <a:pt x="1926" y="103"/>
                  <a:pt x="1926" y="103"/>
                  <a:pt x="1926" y="103"/>
                </a:cubicBezTo>
                <a:cubicBezTo>
                  <a:pt x="1926" y="94"/>
                  <a:pt x="1933" y="90"/>
                  <a:pt x="1945" y="90"/>
                </a:cubicBezTo>
                <a:cubicBezTo>
                  <a:pt x="1951" y="90"/>
                  <a:pt x="1957" y="91"/>
                  <a:pt x="1962" y="93"/>
                </a:cubicBezTo>
                <a:lnTo>
                  <a:pt x="1962" y="98"/>
                </a:lnTo>
                <a:close/>
                <a:moveTo>
                  <a:pt x="1193" y="34"/>
                </a:moveTo>
                <a:cubicBezTo>
                  <a:pt x="1163" y="34"/>
                  <a:pt x="1141" y="56"/>
                  <a:pt x="1141" y="84"/>
                </a:cubicBezTo>
                <a:cubicBezTo>
                  <a:pt x="1141" y="84"/>
                  <a:pt x="1141" y="84"/>
                  <a:pt x="1141" y="84"/>
                </a:cubicBezTo>
                <a:cubicBezTo>
                  <a:pt x="1141" y="112"/>
                  <a:pt x="1163" y="134"/>
                  <a:pt x="1193" y="134"/>
                </a:cubicBezTo>
                <a:cubicBezTo>
                  <a:pt x="1223" y="134"/>
                  <a:pt x="1245" y="112"/>
                  <a:pt x="1245" y="84"/>
                </a:cubicBezTo>
                <a:cubicBezTo>
                  <a:pt x="1245" y="84"/>
                  <a:pt x="1245" y="84"/>
                  <a:pt x="1245" y="84"/>
                </a:cubicBezTo>
                <a:cubicBezTo>
                  <a:pt x="1245" y="56"/>
                  <a:pt x="1223" y="34"/>
                  <a:pt x="1193" y="34"/>
                </a:cubicBezTo>
                <a:close/>
                <a:moveTo>
                  <a:pt x="1218" y="84"/>
                </a:moveTo>
                <a:cubicBezTo>
                  <a:pt x="1218" y="99"/>
                  <a:pt x="1209" y="111"/>
                  <a:pt x="1193" y="111"/>
                </a:cubicBezTo>
                <a:cubicBezTo>
                  <a:pt x="1178" y="111"/>
                  <a:pt x="1168" y="98"/>
                  <a:pt x="1168" y="84"/>
                </a:cubicBezTo>
                <a:cubicBezTo>
                  <a:pt x="1168" y="84"/>
                  <a:pt x="1168" y="84"/>
                  <a:pt x="1168" y="84"/>
                </a:cubicBezTo>
                <a:cubicBezTo>
                  <a:pt x="1168" y="70"/>
                  <a:pt x="1177" y="58"/>
                  <a:pt x="1193" y="58"/>
                </a:cubicBezTo>
                <a:cubicBezTo>
                  <a:pt x="1208" y="58"/>
                  <a:pt x="1218" y="70"/>
                  <a:pt x="1218" y="84"/>
                </a:cubicBezTo>
                <a:close/>
              </a:path>
            </a:pathLst>
          </a:custGeom>
          <a:solidFill>
            <a:srgbClr val="4D144A"/>
          </a:solidFill>
          <a:ln>
            <a:noFill/>
          </a:ln>
        </p:spPr>
        <p:txBody>
          <a:bodyPr vert="horz" wrap="square" lIns="91440" tIns="45720" rIns="91440" bIns="45720" numCol="1" anchor="t" anchorCtr="0" compatLnSpc="1">
            <a:prstTxWarp prst="textNoShape">
              <a:avLst/>
            </a:prstTxWarp>
          </a:bodyPr>
          <a:lstStyle/>
          <a:p>
            <a:endParaRPr lang="en-US" sz="1800"/>
          </a:p>
        </p:txBody>
      </p:sp>
      <p:sp>
        <p:nvSpPr>
          <p:cNvPr id="2" name="TextBox 1">
            <a:extLst>
              <a:ext uri="{FF2B5EF4-FFF2-40B4-BE49-F238E27FC236}">
                <a16:creationId xmlns:a16="http://schemas.microsoft.com/office/drawing/2014/main" id="{DA9A565C-19D2-6A1D-C633-97A18080157B}"/>
              </a:ext>
            </a:extLst>
          </p:cNvPr>
          <p:cNvSpPr txBox="1"/>
          <p:nvPr userDrawn="1"/>
        </p:nvSpPr>
        <p:spPr>
          <a:xfrm>
            <a:off x="750529" y="6401580"/>
            <a:ext cx="4115872" cy="153888"/>
          </a:xfrm>
          <a:prstGeom prst="rect">
            <a:avLst/>
          </a:prstGeom>
          <a:noFill/>
        </p:spPr>
        <p:txBody>
          <a:bodyPr wrap="square" lIns="0" tIns="0" rIns="0" bIns="0" rtlCol="0">
            <a:spAutoFit/>
          </a:bodyPr>
          <a:lstStyle/>
          <a:p>
            <a:r>
              <a:rPr lang="en-US" sz="1000">
                <a:latin typeface="Arial" pitchFamily="34" charset="0"/>
                <a:cs typeface="Arial" pitchFamily="34" charset="0"/>
              </a:rPr>
              <a:t>2025 Lenovo Restricted. All rights reserved.</a:t>
            </a:r>
          </a:p>
        </p:txBody>
      </p:sp>
      <p:sp>
        <p:nvSpPr>
          <p:cNvPr id="3" name="Rectangle 2">
            <a:extLst>
              <a:ext uri="{FF2B5EF4-FFF2-40B4-BE49-F238E27FC236}">
                <a16:creationId xmlns:a16="http://schemas.microsoft.com/office/drawing/2014/main" id="{9A15045D-8CC4-0933-85E3-4899DDBC59EE}"/>
              </a:ext>
            </a:extLst>
          </p:cNvPr>
          <p:cNvSpPr/>
          <p:nvPr userDrawn="1"/>
        </p:nvSpPr>
        <p:spPr>
          <a:xfrm>
            <a:off x="745766" y="6568226"/>
            <a:ext cx="8536622" cy="138499"/>
          </a:xfrm>
          <a:prstGeom prst="rect">
            <a:avLst/>
          </a:prstGeom>
        </p:spPr>
        <p:txBody>
          <a:bodyPr wrap="square" lIns="0" tIns="0" rIns="0" bIns="0">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mn-lt"/>
                <a:ea typeface="+mn-ea"/>
                <a:cs typeface="Arial" pitchFamily="34" charset="0"/>
              </a:rPr>
              <a:t>This document is Lenovo restricted and intended for viewing by and distribution to only designated individuals or positions. Duplication/reproduction prohibited.</a:t>
            </a:r>
          </a:p>
        </p:txBody>
      </p:sp>
    </p:spTree>
    <p:extLst>
      <p:ext uri="{BB962C8B-B14F-4D97-AF65-F5344CB8AC3E}">
        <p14:creationId xmlns:p14="http://schemas.microsoft.com/office/powerpoint/2010/main" val="1928891333"/>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_Black">
    <p:bg>
      <p:bgPr>
        <a:solidFill>
          <a:srgbClr val="1E0113"/>
        </a:solidFill>
        <a:effectLst/>
      </p:bgPr>
    </p:bg>
    <p:spTree>
      <p:nvGrpSpPr>
        <p:cNvPr id="1" name=""/>
        <p:cNvGrpSpPr/>
        <p:nvPr/>
      </p:nvGrpSpPr>
      <p:grpSpPr>
        <a:xfrm>
          <a:off x="0" y="0"/>
          <a:ext cx="0" cy="0"/>
          <a:chOff x="0" y="0"/>
          <a:chExt cx="0" cy="0"/>
        </a:xfrm>
      </p:grpSpPr>
      <p:sp>
        <p:nvSpPr>
          <p:cNvPr id="56" name="Title 16"/>
          <p:cNvSpPr>
            <a:spLocks noGrp="1"/>
          </p:cNvSpPr>
          <p:nvPr userDrawn="1">
            <p:ph type="title" hasCustomPrompt="1"/>
          </p:nvPr>
        </p:nvSpPr>
        <p:spPr bwMode="gray">
          <a:xfrm>
            <a:off x="750529" y="1527660"/>
            <a:ext cx="9914678" cy="3269709"/>
          </a:xfrm>
          <a:prstGeom prst="rect">
            <a:avLst/>
          </a:prstGeom>
        </p:spPr>
        <p:txBody>
          <a:bodyPr wrap="square" lIns="0" tIns="0" rIns="121899" bIns="0" anchor="b" anchorCtr="0"/>
          <a:lstStyle>
            <a:lvl1pPr marL="0" algn="l" defTabSz="1218987" rtl="0" eaLnBrk="1" latinLnBrk="0" hangingPunct="1">
              <a:lnSpc>
                <a:spcPct val="75000"/>
              </a:lnSpc>
              <a:spcBef>
                <a:spcPct val="0"/>
              </a:spcBef>
              <a:buNone/>
              <a:defRPr lang="en-US" sz="8000" b="1" kern="1200" cap="none" spc="-150" baseline="0" dirty="0">
                <a:solidFill>
                  <a:schemeClr val="bg1"/>
                </a:solidFill>
                <a:latin typeface="Arial" pitchFamily="34" charset="0"/>
                <a:ea typeface="+mn-ea"/>
                <a:cs typeface="Arial" pitchFamily="34" charset="0"/>
              </a:defRPr>
            </a:lvl1pPr>
          </a:lstStyle>
          <a:p>
            <a:r>
              <a:rPr lang="en-US"/>
              <a:t>Presentation</a:t>
            </a:r>
            <a:br>
              <a:rPr lang="en-US"/>
            </a:br>
            <a:r>
              <a:rPr lang="en-US"/>
              <a:t>title here</a:t>
            </a:r>
          </a:p>
        </p:txBody>
      </p:sp>
      <p:sp>
        <p:nvSpPr>
          <p:cNvPr id="55" name="Subtitle 2"/>
          <p:cNvSpPr>
            <a:spLocks noGrp="1"/>
          </p:cNvSpPr>
          <p:nvPr userDrawn="1">
            <p:ph type="subTitle" idx="1" hasCustomPrompt="1"/>
          </p:nvPr>
        </p:nvSpPr>
        <p:spPr bwMode="gray">
          <a:xfrm>
            <a:off x="760612" y="5046115"/>
            <a:ext cx="9914678" cy="356616"/>
          </a:xfrm>
          <a:prstGeom prst="rect">
            <a:avLst/>
          </a:prstGeom>
        </p:spPr>
        <p:txBody>
          <a:bodyPr lIns="0" tIns="0" rIns="0" bIns="0" anchor="t" anchorCtr="0">
            <a:noAutofit/>
          </a:bodyPr>
          <a:lstStyle>
            <a:lvl1pPr marL="0" indent="0" algn="l" defTabSz="1218987" rtl="0" eaLnBrk="1" latinLnBrk="0" hangingPunct="1">
              <a:lnSpc>
                <a:spcPct val="90000"/>
              </a:lnSpc>
              <a:spcBef>
                <a:spcPct val="0"/>
              </a:spcBef>
              <a:buNone/>
              <a:defRPr lang="en-US" sz="2600" b="0" kern="1200" cap="none" spc="0" baseline="0" dirty="0">
                <a:solidFill>
                  <a:schemeClr val="bg1"/>
                </a:solidFill>
                <a:latin typeface="Arial" pitchFamily="34" charset="0"/>
                <a:ea typeface="+mn-ea"/>
                <a:cs typeface="Arial" pitchFamily="34" charset="0"/>
              </a:defRPr>
            </a:lvl1pPr>
            <a:lvl2pPr marL="609493" indent="0" algn="ctr">
              <a:buNone/>
              <a:defRPr>
                <a:solidFill>
                  <a:schemeClr val="tx1">
                    <a:tint val="75000"/>
                  </a:schemeClr>
                </a:solidFill>
              </a:defRPr>
            </a:lvl2pPr>
            <a:lvl3pPr marL="1218987" indent="0" algn="ctr">
              <a:buNone/>
              <a:defRPr>
                <a:solidFill>
                  <a:schemeClr val="tx1">
                    <a:tint val="75000"/>
                  </a:schemeClr>
                </a:solidFill>
              </a:defRPr>
            </a:lvl3pPr>
            <a:lvl4pPr marL="1828480" indent="0" algn="ctr">
              <a:buNone/>
              <a:defRPr>
                <a:solidFill>
                  <a:schemeClr val="tx1">
                    <a:tint val="75000"/>
                  </a:schemeClr>
                </a:solidFill>
              </a:defRPr>
            </a:lvl4pPr>
            <a:lvl5pPr marL="2437973" indent="0" algn="ctr">
              <a:buNone/>
              <a:defRPr>
                <a:solidFill>
                  <a:schemeClr val="tx1">
                    <a:tint val="75000"/>
                  </a:schemeClr>
                </a:solidFill>
              </a:defRPr>
            </a:lvl5pPr>
            <a:lvl6pPr marL="3047467" indent="0" algn="ctr">
              <a:buNone/>
              <a:defRPr>
                <a:solidFill>
                  <a:schemeClr val="tx1">
                    <a:tint val="75000"/>
                  </a:schemeClr>
                </a:solidFill>
              </a:defRPr>
            </a:lvl6pPr>
            <a:lvl7pPr marL="3656960" indent="0" algn="ctr">
              <a:buNone/>
              <a:defRPr>
                <a:solidFill>
                  <a:schemeClr val="tx1">
                    <a:tint val="75000"/>
                  </a:schemeClr>
                </a:solidFill>
              </a:defRPr>
            </a:lvl7pPr>
            <a:lvl8pPr marL="4266453" indent="0" algn="ctr">
              <a:buNone/>
              <a:defRPr>
                <a:solidFill>
                  <a:schemeClr val="tx1">
                    <a:tint val="75000"/>
                  </a:schemeClr>
                </a:solidFill>
              </a:defRPr>
            </a:lvl8pPr>
            <a:lvl9pPr marL="4875947" indent="0" algn="ctr">
              <a:buNone/>
              <a:defRPr>
                <a:solidFill>
                  <a:schemeClr val="tx1">
                    <a:tint val="75000"/>
                  </a:schemeClr>
                </a:solidFill>
              </a:defRPr>
            </a:lvl9pPr>
          </a:lstStyle>
          <a:p>
            <a:r>
              <a:rPr lang="en-US"/>
              <a:t>Speaker Name | Date</a:t>
            </a:r>
          </a:p>
        </p:txBody>
      </p:sp>
      <p:grpSp>
        <p:nvGrpSpPr>
          <p:cNvPr id="14" name="Group 13">
            <a:extLst>
              <a:ext uri="{FF2B5EF4-FFF2-40B4-BE49-F238E27FC236}">
                <a16:creationId xmlns:a16="http://schemas.microsoft.com/office/drawing/2014/main" id="{DB6BD304-FAC7-4023-9B54-8984F7387559}"/>
              </a:ext>
            </a:extLst>
          </p:cNvPr>
          <p:cNvGrpSpPr>
            <a:grpSpLocks noChangeAspect="1"/>
          </p:cNvGrpSpPr>
          <p:nvPr userDrawn="1"/>
        </p:nvGrpSpPr>
        <p:grpSpPr>
          <a:xfrm rot="16200000">
            <a:off x="10152631" y="2542790"/>
            <a:ext cx="3058160" cy="1020580"/>
            <a:chOff x="547688" y="952500"/>
            <a:chExt cx="12190413" cy="4067175"/>
          </a:xfrm>
        </p:grpSpPr>
        <p:sp>
          <p:nvSpPr>
            <p:cNvPr id="15" name="Rectangle 14">
              <a:extLst>
                <a:ext uri="{FF2B5EF4-FFF2-40B4-BE49-F238E27FC236}">
                  <a16:creationId xmlns:a16="http://schemas.microsoft.com/office/drawing/2014/main" id="{1FBBDE3D-E4E2-42E5-9F26-00C1500EFD63}"/>
                </a:ext>
              </a:extLst>
            </p:cNvPr>
            <p:cNvSpPr>
              <a:spLocks noChangeArrowheads="1"/>
            </p:cNvSpPr>
            <p:nvPr userDrawn="1"/>
          </p:nvSpPr>
          <p:spPr bwMode="auto">
            <a:xfrm>
              <a:off x="547688" y="952500"/>
              <a:ext cx="12190413" cy="406717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6" name="Freeform 7">
              <a:extLst>
                <a:ext uri="{FF2B5EF4-FFF2-40B4-BE49-F238E27FC236}">
                  <a16:creationId xmlns:a16="http://schemas.microsoft.com/office/drawing/2014/main" id="{27C222CE-31C9-4AE2-A9DE-A34ECC37F011}"/>
                </a:ext>
              </a:extLst>
            </p:cNvPr>
            <p:cNvSpPr>
              <a:spLocks/>
            </p:cNvSpPr>
            <p:nvPr userDrawn="1"/>
          </p:nvSpPr>
          <p:spPr bwMode="auto">
            <a:xfrm>
              <a:off x="4922838" y="2319338"/>
              <a:ext cx="1571625" cy="1590675"/>
            </a:xfrm>
            <a:custGeom>
              <a:avLst/>
              <a:gdLst>
                <a:gd name="T0" fmla="*/ 492 w 825"/>
                <a:gd name="T1" fmla="*/ 0 h 834"/>
                <a:gd name="T2" fmla="*/ 225 w 825"/>
                <a:gd name="T3" fmla="*/ 132 h 834"/>
                <a:gd name="T4" fmla="*/ 225 w 825"/>
                <a:gd name="T5" fmla="*/ 132 h 834"/>
                <a:gd name="T6" fmla="*/ 225 w 825"/>
                <a:gd name="T7" fmla="*/ 132 h 834"/>
                <a:gd name="T8" fmla="*/ 225 w 825"/>
                <a:gd name="T9" fmla="*/ 14 h 834"/>
                <a:gd name="T10" fmla="*/ 0 w 825"/>
                <a:gd name="T11" fmla="*/ 14 h 834"/>
                <a:gd name="T12" fmla="*/ 0 w 825"/>
                <a:gd name="T13" fmla="*/ 834 h 834"/>
                <a:gd name="T14" fmla="*/ 225 w 825"/>
                <a:gd name="T15" fmla="*/ 834 h 834"/>
                <a:gd name="T16" fmla="*/ 225 w 825"/>
                <a:gd name="T17" fmla="*/ 367 h 834"/>
                <a:gd name="T18" fmla="*/ 411 w 825"/>
                <a:gd name="T19" fmla="*/ 194 h 834"/>
                <a:gd name="T20" fmla="*/ 600 w 825"/>
                <a:gd name="T21" fmla="*/ 367 h 834"/>
                <a:gd name="T22" fmla="*/ 600 w 825"/>
                <a:gd name="T23" fmla="*/ 834 h 834"/>
                <a:gd name="T24" fmla="*/ 825 w 825"/>
                <a:gd name="T25" fmla="*/ 834 h 834"/>
                <a:gd name="T26" fmla="*/ 825 w 825"/>
                <a:gd name="T27" fmla="*/ 326 h 834"/>
                <a:gd name="T28" fmla="*/ 492 w 825"/>
                <a:gd name="T29" fmla="*/ 0 h 8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25" h="834">
                  <a:moveTo>
                    <a:pt x="492" y="0"/>
                  </a:moveTo>
                  <a:cubicBezTo>
                    <a:pt x="398" y="0"/>
                    <a:pt x="291" y="44"/>
                    <a:pt x="225" y="132"/>
                  </a:cubicBezTo>
                  <a:cubicBezTo>
                    <a:pt x="225" y="132"/>
                    <a:pt x="225" y="132"/>
                    <a:pt x="225" y="132"/>
                  </a:cubicBezTo>
                  <a:cubicBezTo>
                    <a:pt x="225" y="132"/>
                    <a:pt x="225" y="132"/>
                    <a:pt x="225" y="132"/>
                  </a:cubicBezTo>
                  <a:cubicBezTo>
                    <a:pt x="225" y="14"/>
                    <a:pt x="225" y="14"/>
                    <a:pt x="225" y="14"/>
                  </a:cubicBezTo>
                  <a:cubicBezTo>
                    <a:pt x="0" y="14"/>
                    <a:pt x="0" y="14"/>
                    <a:pt x="0" y="14"/>
                  </a:cubicBezTo>
                  <a:cubicBezTo>
                    <a:pt x="0" y="834"/>
                    <a:pt x="0" y="834"/>
                    <a:pt x="0" y="834"/>
                  </a:cubicBezTo>
                  <a:cubicBezTo>
                    <a:pt x="225" y="834"/>
                    <a:pt x="225" y="834"/>
                    <a:pt x="225" y="834"/>
                  </a:cubicBezTo>
                  <a:cubicBezTo>
                    <a:pt x="225" y="367"/>
                    <a:pt x="225" y="367"/>
                    <a:pt x="225" y="367"/>
                  </a:cubicBezTo>
                  <a:cubicBezTo>
                    <a:pt x="225" y="283"/>
                    <a:pt x="290" y="194"/>
                    <a:pt x="411" y="194"/>
                  </a:cubicBezTo>
                  <a:cubicBezTo>
                    <a:pt x="504" y="194"/>
                    <a:pt x="600" y="259"/>
                    <a:pt x="600" y="367"/>
                  </a:cubicBezTo>
                  <a:cubicBezTo>
                    <a:pt x="600" y="834"/>
                    <a:pt x="600" y="834"/>
                    <a:pt x="600" y="834"/>
                  </a:cubicBezTo>
                  <a:cubicBezTo>
                    <a:pt x="825" y="834"/>
                    <a:pt x="825" y="834"/>
                    <a:pt x="825" y="834"/>
                  </a:cubicBezTo>
                  <a:cubicBezTo>
                    <a:pt x="825" y="326"/>
                    <a:pt x="825" y="326"/>
                    <a:pt x="825" y="326"/>
                  </a:cubicBezTo>
                  <a:cubicBezTo>
                    <a:pt x="825" y="137"/>
                    <a:pt x="690" y="0"/>
                    <a:pt x="492"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7" name="Freeform 8">
              <a:extLst>
                <a:ext uri="{FF2B5EF4-FFF2-40B4-BE49-F238E27FC236}">
                  <a16:creationId xmlns:a16="http://schemas.microsoft.com/office/drawing/2014/main" id="{710DBB3B-7FB8-4ACB-8FA4-3F2A105B9B99}"/>
                </a:ext>
              </a:extLst>
            </p:cNvPr>
            <p:cNvSpPr>
              <a:spLocks/>
            </p:cNvSpPr>
            <p:nvPr userDrawn="1"/>
          </p:nvSpPr>
          <p:spPr bwMode="auto">
            <a:xfrm>
              <a:off x="8277225" y="2346325"/>
              <a:ext cx="1755775" cy="1563688"/>
            </a:xfrm>
            <a:custGeom>
              <a:avLst/>
              <a:gdLst>
                <a:gd name="T0" fmla="*/ 797 w 1106"/>
                <a:gd name="T1" fmla="*/ 0 h 985"/>
                <a:gd name="T2" fmla="*/ 553 w 1106"/>
                <a:gd name="T3" fmla="*/ 671 h 985"/>
                <a:gd name="T4" fmla="*/ 308 w 1106"/>
                <a:gd name="T5" fmla="*/ 0 h 985"/>
                <a:gd name="T6" fmla="*/ 0 w 1106"/>
                <a:gd name="T7" fmla="*/ 0 h 985"/>
                <a:gd name="T8" fmla="*/ 405 w 1106"/>
                <a:gd name="T9" fmla="*/ 985 h 985"/>
                <a:gd name="T10" fmla="*/ 701 w 1106"/>
                <a:gd name="T11" fmla="*/ 985 h 985"/>
                <a:gd name="T12" fmla="*/ 1106 w 1106"/>
                <a:gd name="T13" fmla="*/ 0 h 985"/>
                <a:gd name="T14" fmla="*/ 797 w 1106"/>
                <a:gd name="T15" fmla="*/ 0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06" h="985">
                  <a:moveTo>
                    <a:pt x="797" y="0"/>
                  </a:moveTo>
                  <a:lnTo>
                    <a:pt x="553" y="671"/>
                  </a:lnTo>
                  <a:lnTo>
                    <a:pt x="308" y="0"/>
                  </a:lnTo>
                  <a:lnTo>
                    <a:pt x="0" y="0"/>
                  </a:lnTo>
                  <a:lnTo>
                    <a:pt x="405" y="985"/>
                  </a:lnTo>
                  <a:lnTo>
                    <a:pt x="701" y="985"/>
                  </a:lnTo>
                  <a:lnTo>
                    <a:pt x="1106" y="0"/>
                  </a:lnTo>
                  <a:lnTo>
                    <a:pt x="797"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8" name="Freeform 9">
              <a:extLst>
                <a:ext uri="{FF2B5EF4-FFF2-40B4-BE49-F238E27FC236}">
                  <a16:creationId xmlns:a16="http://schemas.microsoft.com/office/drawing/2014/main" id="{3E443DA7-CC51-4460-98C4-193A7375074F}"/>
                </a:ext>
              </a:extLst>
            </p:cNvPr>
            <p:cNvSpPr>
              <a:spLocks noEditPoints="1"/>
            </p:cNvSpPr>
            <p:nvPr userDrawn="1"/>
          </p:nvSpPr>
          <p:spPr bwMode="auto">
            <a:xfrm>
              <a:off x="3138488" y="2319338"/>
              <a:ext cx="1630363" cy="1617663"/>
            </a:xfrm>
            <a:custGeom>
              <a:avLst/>
              <a:gdLst>
                <a:gd name="T0" fmla="*/ 697 w 856"/>
                <a:gd name="T1" fmla="*/ 582 h 848"/>
                <a:gd name="T2" fmla="*/ 462 w 856"/>
                <a:gd name="T3" fmla="*/ 669 h 848"/>
                <a:gd name="T4" fmla="*/ 280 w 856"/>
                <a:gd name="T5" fmla="*/ 602 h 848"/>
                <a:gd name="T6" fmla="*/ 856 w 856"/>
                <a:gd name="T7" fmla="*/ 363 h 848"/>
                <a:gd name="T8" fmla="*/ 758 w 856"/>
                <a:gd name="T9" fmla="*/ 135 h 848"/>
                <a:gd name="T10" fmla="*/ 434 w 856"/>
                <a:gd name="T11" fmla="*/ 0 h 848"/>
                <a:gd name="T12" fmla="*/ 0 w 856"/>
                <a:gd name="T13" fmla="*/ 424 h 848"/>
                <a:gd name="T14" fmla="*/ 459 w 856"/>
                <a:gd name="T15" fmla="*/ 848 h 848"/>
                <a:gd name="T16" fmla="*/ 840 w 856"/>
                <a:gd name="T17" fmla="*/ 691 h 848"/>
                <a:gd name="T18" fmla="*/ 697 w 856"/>
                <a:gd name="T19" fmla="*/ 582 h 848"/>
                <a:gd name="T20" fmla="*/ 265 w 856"/>
                <a:gd name="T21" fmla="*/ 261 h 848"/>
                <a:gd name="T22" fmla="*/ 438 w 856"/>
                <a:gd name="T23" fmla="*/ 179 h 848"/>
                <a:gd name="T24" fmla="*/ 612 w 856"/>
                <a:gd name="T25" fmla="*/ 294 h 848"/>
                <a:gd name="T26" fmla="*/ 219 w 856"/>
                <a:gd name="T27" fmla="*/ 457 h 848"/>
                <a:gd name="T28" fmla="*/ 265 w 856"/>
                <a:gd name="T29" fmla="*/ 261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56" h="848">
                  <a:moveTo>
                    <a:pt x="697" y="582"/>
                  </a:moveTo>
                  <a:cubicBezTo>
                    <a:pt x="602" y="652"/>
                    <a:pt x="548" y="669"/>
                    <a:pt x="462" y="669"/>
                  </a:cubicBezTo>
                  <a:cubicBezTo>
                    <a:pt x="384" y="669"/>
                    <a:pt x="323" y="645"/>
                    <a:pt x="280" y="602"/>
                  </a:cubicBezTo>
                  <a:cubicBezTo>
                    <a:pt x="856" y="363"/>
                    <a:pt x="856" y="363"/>
                    <a:pt x="856" y="363"/>
                  </a:cubicBezTo>
                  <a:cubicBezTo>
                    <a:pt x="843" y="275"/>
                    <a:pt x="810" y="195"/>
                    <a:pt x="758" y="135"/>
                  </a:cubicBezTo>
                  <a:cubicBezTo>
                    <a:pt x="682" y="47"/>
                    <a:pt x="570" y="0"/>
                    <a:pt x="434" y="0"/>
                  </a:cubicBezTo>
                  <a:cubicBezTo>
                    <a:pt x="186" y="0"/>
                    <a:pt x="0" y="183"/>
                    <a:pt x="0" y="424"/>
                  </a:cubicBezTo>
                  <a:cubicBezTo>
                    <a:pt x="0" y="672"/>
                    <a:pt x="187" y="848"/>
                    <a:pt x="459" y="848"/>
                  </a:cubicBezTo>
                  <a:cubicBezTo>
                    <a:pt x="611" y="848"/>
                    <a:pt x="767" y="776"/>
                    <a:pt x="840" y="691"/>
                  </a:cubicBezTo>
                  <a:lnTo>
                    <a:pt x="697" y="582"/>
                  </a:lnTo>
                  <a:close/>
                  <a:moveTo>
                    <a:pt x="265" y="261"/>
                  </a:moveTo>
                  <a:cubicBezTo>
                    <a:pt x="303" y="210"/>
                    <a:pt x="364" y="179"/>
                    <a:pt x="438" y="179"/>
                  </a:cubicBezTo>
                  <a:cubicBezTo>
                    <a:pt x="519" y="179"/>
                    <a:pt x="581" y="226"/>
                    <a:pt x="612" y="294"/>
                  </a:cubicBezTo>
                  <a:cubicBezTo>
                    <a:pt x="219" y="457"/>
                    <a:pt x="219" y="457"/>
                    <a:pt x="219" y="457"/>
                  </a:cubicBezTo>
                  <a:cubicBezTo>
                    <a:pt x="208" y="374"/>
                    <a:pt x="230" y="308"/>
                    <a:pt x="265" y="26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9" name="Freeform 10">
              <a:extLst>
                <a:ext uri="{FF2B5EF4-FFF2-40B4-BE49-F238E27FC236}">
                  <a16:creationId xmlns:a16="http://schemas.microsoft.com/office/drawing/2014/main" id="{E1BCDB13-2B5A-46EC-B1D6-C526DEAA84B4}"/>
                </a:ext>
              </a:extLst>
            </p:cNvPr>
            <p:cNvSpPr>
              <a:spLocks/>
            </p:cNvSpPr>
            <p:nvPr userDrawn="1"/>
          </p:nvSpPr>
          <p:spPr bwMode="auto">
            <a:xfrm>
              <a:off x="1685925" y="1879600"/>
              <a:ext cx="1409700" cy="2030413"/>
            </a:xfrm>
            <a:custGeom>
              <a:avLst/>
              <a:gdLst>
                <a:gd name="T0" fmla="*/ 888 w 888"/>
                <a:gd name="T1" fmla="*/ 1030 h 1279"/>
                <a:gd name="T2" fmla="*/ 274 w 888"/>
                <a:gd name="T3" fmla="*/ 1030 h 1279"/>
                <a:gd name="T4" fmla="*/ 274 w 888"/>
                <a:gd name="T5" fmla="*/ 0 h 1279"/>
                <a:gd name="T6" fmla="*/ 0 w 888"/>
                <a:gd name="T7" fmla="*/ 0 h 1279"/>
                <a:gd name="T8" fmla="*/ 0 w 888"/>
                <a:gd name="T9" fmla="*/ 1279 h 1279"/>
                <a:gd name="T10" fmla="*/ 888 w 888"/>
                <a:gd name="T11" fmla="*/ 1279 h 1279"/>
                <a:gd name="T12" fmla="*/ 888 w 888"/>
                <a:gd name="T13" fmla="*/ 1030 h 1279"/>
              </a:gdLst>
              <a:ahLst/>
              <a:cxnLst>
                <a:cxn ang="0">
                  <a:pos x="T0" y="T1"/>
                </a:cxn>
                <a:cxn ang="0">
                  <a:pos x="T2" y="T3"/>
                </a:cxn>
                <a:cxn ang="0">
                  <a:pos x="T4" y="T5"/>
                </a:cxn>
                <a:cxn ang="0">
                  <a:pos x="T6" y="T7"/>
                </a:cxn>
                <a:cxn ang="0">
                  <a:pos x="T8" y="T9"/>
                </a:cxn>
                <a:cxn ang="0">
                  <a:pos x="T10" y="T11"/>
                </a:cxn>
                <a:cxn ang="0">
                  <a:pos x="T12" y="T13"/>
                </a:cxn>
              </a:cxnLst>
              <a:rect l="0" t="0" r="r" b="b"/>
              <a:pathLst>
                <a:path w="888" h="1279">
                  <a:moveTo>
                    <a:pt x="888" y="1030"/>
                  </a:moveTo>
                  <a:lnTo>
                    <a:pt x="274" y="1030"/>
                  </a:lnTo>
                  <a:lnTo>
                    <a:pt x="274" y="0"/>
                  </a:lnTo>
                  <a:lnTo>
                    <a:pt x="0" y="0"/>
                  </a:lnTo>
                  <a:lnTo>
                    <a:pt x="0" y="1279"/>
                  </a:lnTo>
                  <a:lnTo>
                    <a:pt x="888" y="1279"/>
                  </a:lnTo>
                  <a:lnTo>
                    <a:pt x="888" y="103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0" name="Freeform 10">
              <a:extLst>
                <a:ext uri="{FF2B5EF4-FFF2-40B4-BE49-F238E27FC236}">
                  <a16:creationId xmlns:a16="http://schemas.microsoft.com/office/drawing/2014/main" id="{8EDDE8EA-BE8E-4066-AB4A-21CD2743549A}"/>
                </a:ext>
              </a:extLst>
            </p:cNvPr>
            <p:cNvSpPr>
              <a:spLocks noEditPoints="1"/>
            </p:cNvSpPr>
            <p:nvPr userDrawn="1"/>
          </p:nvSpPr>
          <p:spPr bwMode="auto">
            <a:xfrm>
              <a:off x="9966325" y="2319338"/>
              <a:ext cx="1677988" cy="1617663"/>
            </a:xfrm>
            <a:custGeom>
              <a:avLst/>
              <a:gdLst>
                <a:gd name="T0" fmla="*/ 439 w 881"/>
                <a:gd name="T1" fmla="*/ 848 h 848"/>
                <a:gd name="T2" fmla="*/ 0 w 881"/>
                <a:gd name="T3" fmla="*/ 424 h 848"/>
                <a:gd name="T4" fmla="*/ 442 w 881"/>
                <a:gd name="T5" fmla="*/ 0 h 848"/>
                <a:gd name="T6" fmla="*/ 881 w 881"/>
                <a:gd name="T7" fmla="*/ 424 h 848"/>
                <a:gd name="T8" fmla="*/ 439 w 881"/>
                <a:gd name="T9" fmla="*/ 848 h 848"/>
                <a:gd name="T10" fmla="*/ 439 w 881"/>
                <a:gd name="T11" fmla="*/ 193 h 848"/>
                <a:gd name="T12" fmla="*/ 222 w 881"/>
                <a:gd name="T13" fmla="*/ 424 h 848"/>
                <a:gd name="T14" fmla="*/ 442 w 881"/>
                <a:gd name="T15" fmla="*/ 655 h 848"/>
                <a:gd name="T16" fmla="*/ 659 w 881"/>
                <a:gd name="T17" fmla="*/ 424 h 848"/>
                <a:gd name="T18" fmla="*/ 439 w 881"/>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1" h="848">
                  <a:moveTo>
                    <a:pt x="439" y="848"/>
                  </a:moveTo>
                  <a:cubicBezTo>
                    <a:pt x="193" y="848"/>
                    <a:pt x="0" y="664"/>
                    <a:pt x="0" y="424"/>
                  </a:cubicBezTo>
                  <a:cubicBezTo>
                    <a:pt x="0" y="186"/>
                    <a:pt x="194" y="0"/>
                    <a:pt x="442" y="0"/>
                  </a:cubicBezTo>
                  <a:cubicBezTo>
                    <a:pt x="688" y="0"/>
                    <a:pt x="881" y="184"/>
                    <a:pt x="881" y="424"/>
                  </a:cubicBezTo>
                  <a:cubicBezTo>
                    <a:pt x="881" y="662"/>
                    <a:pt x="687" y="848"/>
                    <a:pt x="439" y="848"/>
                  </a:cubicBezTo>
                  <a:moveTo>
                    <a:pt x="439" y="193"/>
                  </a:moveTo>
                  <a:cubicBezTo>
                    <a:pt x="313" y="193"/>
                    <a:pt x="222" y="288"/>
                    <a:pt x="222" y="424"/>
                  </a:cubicBezTo>
                  <a:cubicBezTo>
                    <a:pt x="222" y="553"/>
                    <a:pt x="319" y="655"/>
                    <a:pt x="442" y="655"/>
                  </a:cubicBezTo>
                  <a:cubicBezTo>
                    <a:pt x="568" y="655"/>
                    <a:pt x="659" y="557"/>
                    <a:pt x="659" y="424"/>
                  </a:cubicBezTo>
                  <a:cubicBezTo>
                    <a:pt x="659" y="295"/>
                    <a:pt x="562"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1" name="Freeform 11">
              <a:extLst>
                <a:ext uri="{FF2B5EF4-FFF2-40B4-BE49-F238E27FC236}">
                  <a16:creationId xmlns:a16="http://schemas.microsoft.com/office/drawing/2014/main" id="{EF442D16-F34F-4D4E-A65A-8C3BC17F2FCE}"/>
                </a:ext>
              </a:extLst>
            </p:cNvPr>
            <p:cNvSpPr>
              <a:spLocks noEditPoints="1"/>
            </p:cNvSpPr>
            <p:nvPr userDrawn="1"/>
          </p:nvSpPr>
          <p:spPr bwMode="auto">
            <a:xfrm>
              <a:off x="6664325" y="2319338"/>
              <a:ext cx="1679575" cy="1617663"/>
            </a:xfrm>
            <a:custGeom>
              <a:avLst/>
              <a:gdLst>
                <a:gd name="T0" fmla="*/ 439 w 882"/>
                <a:gd name="T1" fmla="*/ 848 h 848"/>
                <a:gd name="T2" fmla="*/ 0 w 882"/>
                <a:gd name="T3" fmla="*/ 424 h 848"/>
                <a:gd name="T4" fmla="*/ 442 w 882"/>
                <a:gd name="T5" fmla="*/ 0 h 848"/>
                <a:gd name="T6" fmla="*/ 882 w 882"/>
                <a:gd name="T7" fmla="*/ 424 h 848"/>
                <a:gd name="T8" fmla="*/ 439 w 882"/>
                <a:gd name="T9" fmla="*/ 848 h 848"/>
                <a:gd name="T10" fmla="*/ 439 w 882"/>
                <a:gd name="T11" fmla="*/ 193 h 848"/>
                <a:gd name="T12" fmla="*/ 222 w 882"/>
                <a:gd name="T13" fmla="*/ 424 h 848"/>
                <a:gd name="T14" fmla="*/ 442 w 882"/>
                <a:gd name="T15" fmla="*/ 655 h 848"/>
                <a:gd name="T16" fmla="*/ 660 w 882"/>
                <a:gd name="T17" fmla="*/ 424 h 848"/>
                <a:gd name="T18" fmla="*/ 439 w 882"/>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2" h="848">
                  <a:moveTo>
                    <a:pt x="439" y="848"/>
                  </a:moveTo>
                  <a:cubicBezTo>
                    <a:pt x="193" y="848"/>
                    <a:pt x="0" y="664"/>
                    <a:pt x="0" y="424"/>
                  </a:cubicBezTo>
                  <a:cubicBezTo>
                    <a:pt x="0" y="186"/>
                    <a:pt x="195" y="0"/>
                    <a:pt x="442" y="0"/>
                  </a:cubicBezTo>
                  <a:cubicBezTo>
                    <a:pt x="689" y="0"/>
                    <a:pt x="882" y="184"/>
                    <a:pt x="882" y="424"/>
                  </a:cubicBezTo>
                  <a:cubicBezTo>
                    <a:pt x="882" y="662"/>
                    <a:pt x="687" y="848"/>
                    <a:pt x="439" y="848"/>
                  </a:cubicBezTo>
                  <a:moveTo>
                    <a:pt x="439" y="193"/>
                  </a:moveTo>
                  <a:cubicBezTo>
                    <a:pt x="314" y="193"/>
                    <a:pt x="222" y="288"/>
                    <a:pt x="222" y="424"/>
                  </a:cubicBezTo>
                  <a:cubicBezTo>
                    <a:pt x="222" y="553"/>
                    <a:pt x="319" y="655"/>
                    <a:pt x="442" y="655"/>
                  </a:cubicBezTo>
                  <a:cubicBezTo>
                    <a:pt x="568" y="655"/>
                    <a:pt x="660" y="557"/>
                    <a:pt x="660" y="424"/>
                  </a:cubicBezTo>
                  <a:cubicBezTo>
                    <a:pt x="660" y="295"/>
                    <a:pt x="563"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grpSp>
      <p:sp>
        <p:nvSpPr>
          <p:cNvPr id="22" name="Freeform 5">
            <a:extLst>
              <a:ext uri="{FF2B5EF4-FFF2-40B4-BE49-F238E27FC236}">
                <a16:creationId xmlns:a16="http://schemas.microsoft.com/office/drawing/2014/main" id="{B3FDD5DD-E6F7-480C-BC0C-F6AC555BF174}"/>
              </a:ext>
            </a:extLst>
          </p:cNvPr>
          <p:cNvSpPr>
            <a:spLocks noChangeAspect="1" noEditPoints="1"/>
          </p:cNvSpPr>
          <p:nvPr userDrawn="1"/>
        </p:nvSpPr>
        <p:spPr bwMode="auto">
          <a:xfrm>
            <a:off x="750529" y="762000"/>
            <a:ext cx="3942091" cy="312470"/>
          </a:xfrm>
          <a:custGeom>
            <a:avLst/>
            <a:gdLst>
              <a:gd name="T0" fmla="*/ 557 w 2065"/>
              <a:gd name="T1" fmla="*/ 102 h 161"/>
              <a:gd name="T2" fmla="*/ 510 w 2065"/>
              <a:gd name="T3" fmla="*/ 76 h 161"/>
              <a:gd name="T4" fmla="*/ 583 w 2065"/>
              <a:gd name="T5" fmla="*/ 36 h 161"/>
              <a:gd name="T6" fmla="*/ 641 w 2065"/>
              <a:gd name="T7" fmla="*/ 34 h 161"/>
              <a:gd name="T8" fmla="*/ 2038 w 2065"/>
              <a:gd name="T9" fmla="*/ 1 h 161"/>
              <a:gd name="T10" fmla="*/ 706 w 2065"/>
              <a:gd name="T11" fmla="*/ 59 h 161"/>
              <a:gd name="T12" fmla="*/ 733 w 2065"/>
              <a:gd name="T13" fmla="*/ 100 h 161"/>
              <a:gd name="T14" fmla="*/ 1999 w 2065"/>
              <a:gd name="T15" fmla="*/ 132 h 161"/>
              <a:gd name="T16" fmla="*/ 760 w 2065"/>
              <a:gd name="T17" fmla="*/ 84 h 161"/>
              <a:gd name="T18" fmla="*/ 787 w 2065"/>
              <a:gd name="T19" fmla="*/ 93 h 161"/>
              <a:gd name="T20" fmla="*/ 828 w 2065"/>
              <a:gd name="T21" fmla="*/ 76 h 161"/>
              <a:gd name="T22" fmla="*/ 133 w 2065"/>
              <a:gd name="T23" fmla="*/ 36 h 161"/>
              <a:gd name="T24" fmla="*/ 166 w 2065"/>
              <a:gd name="T25" fmla="*/ 78 h 161"/>
              <a:gd name="T26" fmla="*/ 225 w 2065"/>
              <a:gd name="T27" fmla="*/ 132 h 161"/>
              <a:gd name="T28" fmla="*/ 32 w 2065"/>
              <a:gd name="T29" fmla="*/ 40 h 161"/>
              <a:gd name="T30" fmla="*/ 5 w 2065"/>
              <a:gd name="T31" fmla="*/ 43 h 161"/>
              <a:gd name="T32" fmla="*/ 0 w 2065"/>
              <a:gd name="T33" fmla="*/ 114 h 161"/>
              <a:gd name="T34" fmla="*/ 266 w 2065"/>
              <a:gd name="T35" fmla="*/ 43 h 161"/>
              <a:gd name="T36" fmla="*/ 258 w 2065"/>
              <a:gd name="T37" fmla="*/ 104 h 161"/>
              <a:gd name="T38" fmla="*/ 347 w 2065"/>
              <a:gd name="T39" fmla="*/ 76 h 161"/>
              <a:gd name="T40" fmla="*/ 285 w 2065"/>
              <a:gd name="T41" fmla="*/ 103 h 161"/>
              <a:gd name="T42" fmla="*/ 429 w 2065"/>
              <a:gd name="T43" fmla="*/ 36 h 161"/>
              <a:gd name="T44" fmla="*/ 479 w 2065"/>
              <a:gd name="T45" fmla="*/ 128 h 161"/>
              <a:gd name="T46" fmla="*/ 479 w 2065"/>
              <a:gd name="T47" fmla="*/ 36 h 161"/>
              <a:gd name="T48" fmla="*/ 354 w 2065"/>
              <a:gd name="T49" fmla="*/ 132 h 161"/>
              <a:gd name="T50" fmla="*/ 382 w 2065"/>
              <a:gd name="T51" fmla="*/ 55 h 161"/>
              <a:gd name="T52" fmla="*/ 1387 w 2065"/>
              <a:gd name="T53" fmla="*/ 84 h 161"/>
              <a:gd name="T54" fmla="*/ 1335 w 2065"/>
              <a:gd name="T55" fmla="*/ 58 h 161"/>
              <a:gd name="T56" fmla="*/ 1834 w 2065"/>
              <a:gd name="T57" fmla="*/ 132 h 161"/>
              <a:gd name="T58" fmla="*/ 1748 w 2065"/>
              <a:gd name="T59" fmla="*/ 34 h 161"/>
              <a:gd name="T60" fmla="*/ 1748 w 2065"/>
              <a:gd name="T61" fmla="*/ 34 h 161"/>
              <a:gd name="T62" fmla="*/ 1773 w 2065"/>
              <a:gd name="T63" fmla="*/ 84 h 161"/>
              <a:gd name="T64" fmla="*/ 1465 w 2065"/>
              <a:gd name="T65" fmla="*/ 109 h 161"/>
              <a:gd name="T66" fmla="*/ 1480 w 2065"/>
              <a:gd name="T67" fmla="*/ 148 h 161"/>
              <a:gd name="T68" fmla="*/ 1442 w 2065"/>
              <a:gd name="T69" fmla="*/ 102 h 161"/>
              <a:gd name="T70" fmla="*/ 1675 w 2065"/>
              <a:gd name="T71" fmla="*/ 37 h 161"/>
              <a:gd name="T72" fmla="*/ 1655 w 2065"/>
              <a:gd name="T73" fmla="*/ 7 h 161"/>
              <a:gd name="T74" fmla="*/ 1648 w 2065"/>
              <a:gd name="T75" fmla="*/ 132 h 161"/>
              <a:gd name="T76" fmla="*/ 1526 w 2065"/>
              <a:gd name="T77" fmla="*/ 36 h 161"/>
              <a:gd name="T78" fmla="*/ 1528 w 2065"/>
              <a:gd name="T79" fmla="*/ 161 h 161"/>
              <a:gd name="T80" fmla="*/ 980 w 2065"/>
              <a:gd name="T81" fmla="*/ 49 h 161"/>
              <a:gd name="T82" fmla="*/ 997 w 2065"/>
              <a:gd name="T83" fmla="*/ 59 h 161"/>
              <a:gd name="T84" fmla="*/ 1250 w 2065"/>
              <a:gd name="T85" fmla="*/ 132 h 161"/>
              <a:gd name="T86" fmla="*/ 1075 w 2065"/>
              <a:gd name="T87" fmla="*/ 49 h 161"/>
              <a:gd name="T88" fmla="*/ 1092 w 2065"/>
              <a:gd name="T89" fmla="*/ 59 h 161"/>
              <a:gd name="T90" fmla="*/ 910 w 2065"/>
              <a:gd name="T91" fmla="*/ 111 h 161"/>
              <a:gd name="T92" fmla="*/ 909 w 2065"/>
              <a:gd name="T93" fmla="*/ 34 h 161"/>
              <a:gd name="T94" fmla="*/ 910 w 2065"/>
              <a:gd name="T95" fmla="*/ 111 h 161"/>
              <a:gd name="T96" fmla="*/ 1962 w 2065"/>
              <a:gd name="T97" fmla="*/ 77 h 161"/>
              <a:gd name="T98" fmla="*/ 1962 w 2065"/>
              <a:gd name="T99" fmla="*/ 132 h 161"/>
              <a:gd name="T100" fmla="*/ 1941 w 2065"/>
              <a:gd name="T101" fmla="*/ 115 h 161"/>
              <a:gd name="T102" fmla="*/ 1193 w 2065"/>
              <a:gd name="T103" fmla="*/ 34 h 161"/>
              <a:gd name="T104" fmla="*/ 1193 w 2065"/>
              <a:gd name="T105" fmla="*/ 34 h 161"/>
              <a:gd name="T106" fmla="*/ 1218 w 2065"/>
              <a:gd name="T107" fmla="*/ 84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065" h="161">
                <a:moveTo>
                  <a:pt x="530" y="34"/>
                </a:moveTo>
                <a:cubicBezTo>
                  <a:pt x="502" y="34"/>
                  <a:pt x="483" y="57"/>
                  <a:pt x="483" y="84"/>
                </a:cubicBezTo>
                <a:cubicBezTo>
                  <a:pt x="483" y="84"/>
                  <a:pt x="483" y="84"/>
                  <a:pt x="483" y="84"/>
                </a:cubicBezTo>
                <a:cubicBezTo>
                  <a:pt x="483" y="114"/>
                  <a:pt x="504" y="134"/>
                  <a:pt x="533" y="134"/>
                </a:cubicBezTo>
                <a:cubicBezTo>
                  <a:pt x="551" y="134"/>
                  <a:pt x="563" y="127"/>
                  <a:pt x="572" y="116"/>
                </a:cubicBezTo>
                <a:cubicBezTo>
                  <a:pt x="557" y="102"/>
                  <a:pt x="557" y="102"/>
                  <a:pt x="557" y="102"/>
                </a:cubicBezTo>
                <a:cubicBezTo>
                  <a:pt x="549" y="109"/>
                  <a:pt x="543" y="112"/>
                  <a:pt x="533" y="112"/>
                </a:cubicBezTo>
                <a:cubicBezTo>
                  <a:pt x="521" y="112"/>
                  <a:pt x="513" y="106"/>
                  <a:pt x="510" y="93"/>
                </a:cubicBezTo>
                <a:cubicBezTo>
                  <a:pt x="577" y="93"/>
                  <a:pt x="577" y="93"/>
                  <a:pt x="577" y="93"/>
                </a:cubicBezTo>
                <a:cubicBezTo>
                  <a:pt x="577" y="91"/>
                  <a:pt x="577" y="88"/>
                  <a:pt x="577" y="86"/>
                </a:cubicBezTo>
                <a:cubicBezTo>
                  <a:pt x="577" y="59"/>
                  <a:pt x="563" y="34"/>
                  <a:pt x="530" y="34"/>
                </a:cubicBezTo>
                <a:close/>
                <a:moveTo>
                  <a:pt x="510" y="76"/>
                </a:moveTo>
                <a:cubicBezTo>
                  <a:pt x="512" y="64"/>
                  <a:pt x="519" y="56"/>
                  <a:pt x="530" y="56"/>
                </a:cubicBezTo>
                <a:cubicBezTo>
                  <a:pt x="542" y="56"/>
                  <a:pt x="549" y="64"/>
                  <a:pt x="551" y="76"/>
                </a:cubicBezTo>
                <a:lnTo>
                  <a:pt x="510" y="76"/>
                </a:lnTo>
                <a:close/>
                <a:moveTo>
                  <a:pt x="610" y="55"/>
                </a:moveTo>
                <a:cubicBezTo>
                  <a:pt x="610" y="36"/>
                  <a:pt x="610" y="36"/>
                  <a:pt x="610" y="36"/>
                </a:cubicBezTo>
                <a:cubicBezTo>
                  <a:pt x="583" y="36"/>
                  <a:pt x="583" y="36"/>
                  <a:pt x="583" y="36"/>
                </a:cubicBezTo>
                <a:cubicBezTo>
                  <a:pt x="583" y="132"/>
                  <a:pt x="583" y="132"/>
                  <a:pt x="583" y="132"/>
                </a:cubicBezTo>
                <a:cubicBezTo>
                  <a:pt x="610" y="132"/>
                  <a:pt x="610" y="132"/>
                  <a:pt x="610" y="132"/>
                </a:cubicBezTo>
                <a:cubicBezTo>
                  <a:pt x="610" y="97"/>
                  <a:pt x="610" y="97"/>
                  <a:pt x="610" y="97"/>
                </a:cubicBezTo>
                <a:cubicBezTo>
                  <a:pt x="610" y="74"/>
                  <a:pt x="621" y="63"/>
                  <a:pt x="640" y="63"/>
                </a:cubicBezTo>
                <a:cubicBezTo>
                  <a:pt x="641" y="63"/>
                  <a:pt x="641" y="63"/>
                  <a:pt x="641" y="63"/>
                </a:cubicBezTo>
                <a:cubicBezTo>
                  <a:pt x="641" y="34"/>
                  <a:pt x="641" y="34"/>
                  <a:pt x="641" y="34"/>
                </a:cubicBezTo>
                <a:cubicBezTo>
                  <a:pt x="625" y="33"/>
                  <a:pt x="616" y="42"/>
                  <a:pt x="610" y="55"/>
                </a:cubicBezTo>
                <a:close/>
                <a:moveTo>
                  <a:pt x="2038" y="1"/>
                </a:moveTo>
                <a:cubicBezTo>
                  <a:pt x="2038" y="132"/>
                  <a:pt x="2038" y="132"/>
                  <a:pt x="2038" y="132"/>
                </a:cubicBezTo>
                <a:cubicBezTo>
                  <a:pt x="2065" y="132"/>
                  <a:pt x="2065" y="132"/>
                  <a:pt x="2065" y="132"/>
                </a:cubicBezTo>
                <a:cubicBezTo>
                  <a:pt x="2065" y="1"/>
                  <a:pt x="2065" y="1"/>
                  <a:pt x="2065" y="1"/>
                </a:cubicBezTo>
                <a:lnTo>
                  <a:pt x="2038" y="1"/>
                </a:lnTo>
                <a:close/>
                <a:moveTo>
                  <a:pt x="733" y="11"/>
                </a:moveTo>
                <a:cubicBezTo>
                  <a:pt x="706" y="11"/>
                  <a:pt x="706" y="11"/>
                  <a:pt x="706" y="11"/>
                </a:cubicBezTo>
                <a:cubicBezTo>
                  <a:pt x="706" y="36"/>
                  <a:pt x="706" y="36"/>
                  <a:pt x="706" y="36"/>
                </a:cubicBezTo>
                <a:cubicBezTo>
                  <a:pt x="694" y="36"/>
                  <a:pt x="694" y="36"/>
                  <a:pt x="694" y="36"/>
                </a:cubicBezTo>
                <a:cubicBezTo>
                  <a:pt x="694" y="59"/>
                  <a:pt x="694" y="59"/>
                  <a:pt x="694" y="59"/>
                </a:cubicBezTo>
                <a:cubicBezTo>
                  <a:pt x="706" y="59"/>
                  <a:pt x="706" y="59"/>
                  <a:pt x="706" y="59"/>
                </a:cubicBezTo>
                <a:cubicBezTo>
                  <a:pt x="706" y="105"/>
                  <a:pt x="706" y="105"/>
                  <a:pt x="706" y="105"/>
                </a:cubicBezTo>
                <a:cubicBezTo>
                  <a:pt x="706" y="127"/>
                  <a:pt x="717" y="134"/>
                  <a:pt x="734" y="134"/>
                </a:cubicBezTo>
                <a:cubicBezTo>
                  <a:pt x="743" y="134"/>
                  <a:pt x="750" y="132"/>
                  <a:pt x="755" y="128"/>
                </a:cubicBezTo>
                <a:cubicBezTo>
                  <a:pt x="755" y="106"/>
                  <a:pt x="755" y="106"/>
                  <a:pt x="755" y="106"/>
                </a:cubicBezTo>
                <a:cubicBezTo>
                  <a:pt x="752" y="108"/>
                  <a:pt x="747" y="110"/>
                  <a:pt x="742" y="110"/>
                </a:cubicBezTo>
                <a:cubicBezTo>
                  <a:pt x="736" y="110"/>
                  <a:pt x="733" y="107"/>
                  <a:pt x="733" y="100"/>
                </a:cubicBezTo>
                <a:cubicBezTo>
                  <a:pt x="733" y="59"/>
                  <a:pt x="733" y="59"/>
                  <a:pt x="733" y="59"/>
                </a:cubicBezTo>
                <a:cubicBezTo>
                  <a:pt x="756" y="59"/>
                  <a:pt x="756" y="59"/>
                  <a:pt x="756" y="59"/>
                </a:cubicBezTo>
                <a:cubicBezTo>
                  <a:pt x="756" y="36"/>
                  <a:pt x="756" y="36"/>
                  <a:pt x="756" y="36"/>
                </a:cubicBezTo>
                <a:cubicBezTo>
                  <a:pt x="733" y="36"/>
                  <a:pt x="733" y="36"/>
                  <a:pt x="733" y="36"/>
                </a:cubicBezTo>
                <a:lnTo>
                  <a:pt x="733" y="11"/>
                </a:lnTo>
                <a:close/>
                <a:moveTo>
                  <a:pt x="1999" y="132"/>
                </a:moveTo>
                <a:cubicBezTo>
                  <a:pt x="2027" y="132"/>
                  <a:pt x="2027" y="132"/>
                  <a:pt x="2027" y="132"/>
                </a:cubicBezTo>
                <a:cubicBezTo>
                  <a:pt x="2027" y="1"/>
                  <a:pt x="2027" y="1"/>
                  <a:pt x="2027" y="1"/>
                </a:cubicBezTo>
                <a:cubicBezTo>
                  <a:pt x="1999" y="1"/>
                  <a:pt x="1999" y="1"/>
                  <a:pt x="1999" y="1"/>
                </a:cubicBezTo>
                <a:lnTo>
                  <a:pt x="1999" y="132"/>
                </a:lnTo>
                <a:close/>
                <a:moveTo>
                  <a:pt x="807" y="34"/>
                </a:moveTo>
                <a:cubicBezTo>
                  <a:pt x="779" y="34"/>
                  <a:pt x="760" y="57"/>
                  <a:pt x="760" y="84"/>
                </a:cubicBezTo>
                <a:cubicBezTo>
                  <a:pt x="760" y="84"/>
                  <a:pt x="760" y="84"/>
                  <a:pt x="760" y="84"/>
                </a:cubicBezTo>
                <a:cubicBezTo>
                  <a:pt x="760" y="114"/>
                  <a:pt x="781" y="134"/>
                  <a:pt x="810" y="134"/>
                </a:cubicBezTo>
                <a:cubicBezTo>
                  <a:pt x="827" y="134"/>
                  <a:pt x="840" y="127"/>
                  <a:pt x="849" y="116"/>
                </a:cubicBezTo>
                <a:cubicBezTo>
                  <a:pt x="834" y="102"/>
                  <a:pt x="834" y="102"/>
                  <a:pt x="834" y="102"/>
                </a:cubicBezTo>
                <a:cubicBezTo>
                  <a:pt x="826" y="109"/>
                  <a:pt x="820" y="112"/>
                  <a:pt x="810" y="112"/>
                </a:cubicBezTo>
                <a:cubicBezTo>
                  <a:pt x="798" y="112"/>
                  <a:pt x="790" y="106"/>
                  <a:pt x="787" y="93"/>
                </a:cubicBezTo>
                <a:cubicBezTo>
                  <a:pt x="854" y="93"/>
                  <a:pt x="854" y="93"/>
                  <a:pt x="854" y="93"/>
                </a:cubicBezTo>
                <a:cubicBezTo>
                  <a:pt x="854" y="91"/>
                  <a:pt x="854" y="88"/>
                  <a:pt x="854" y="86"/>
                </a:cubicBezTo>
                <a:cubicBezTo>
                  <a:pt x="854" y="59"/>
                  <a:pt x="839" y="34"/>
                  <a:pt x="807" y="34"/>
                </a:cubicBezTo>
                <a:close/>
                <a:moveTo>
                  <a:pt x="787" y="76"/>
                </a:moveTo>
                <a:cubicBezTo>
                  <a:pt x="789" y="64"/>
                  <a:pt x="796" y="56"/>
                  <a:pt x="807" y="56"/>
                </a:cubicBezTo>
                <a:cubicBezTo>
                  <a:pt x="819" y="56"/>
                  <a:pt x="826" y="64"/>
                  <a:pt x="828" y="76"/>
                </a:cubicBezTo>
                <a:lnTo>
                  <a:pt x="787" y="76"/>
                </a:lnTo>
                <a:close/>
                <a:moveTo>
                  <a:pt x="220" y="34"/>
                </a:moveTo>
                <a:cubicBezTo>
                  <a:pt x="207" y="34"/>
                  <a:pt x="197" y="39"/>
                  <a:pt x="189" y="49"/>
                </a:cubicBezTo>
                <a:cubicBezTo>
                  <a:pt x="184" y="40"/>
                  <a:pt x="174" y="34"/>
                  <a:pt x="161" y="34"/>
                </a:cubicBezTo>
                <a:cubicBezTo>
                  <a:pt x="148" y="34"/>
                  <a:pt x="139" y="41"/>
                  <a:pt x="133" y="50"/>
                </a:cubicBezTo>
                <a:cubicBezTo>
                  <a:pt x="133" y="36"/>
                  <a:pt x="133" y="36"/>
                  <a:pt x="133" y="36"/>
                </a:cubicBezTo>
                <a:cubicBezTo>
                  <a:pt x="106" y="36"/>
                  <a:pt x="106" y="36"/>
                  <a:pt x="106" y="36"/>
                </a:cubicBezTo>
                <a:cubicBezTo>
                  <a:pt x="106" y="132"/>
                  <a:pt x="106" y="132"/>
                  <a:pt x="106" y="132"/>
                </a:cubicBezTo>
                <a:cubicBezTo>
                  <a:pt x="133" y="132"/>
                  <a:pt x="133" y="132"/>
                  <a:pt x="133" y="132"/>
                </a:cubicBezTo>
                <a:cubicBezTo>
                  <a:pt x="133" y="78"/>
                  <a:pt x="133" y="78"/>
                  <a:pt x="133" y="78"/>
                </a:cubicBezTo>
                <a:cubicBezTo>
                  <a:pt x="133" y="65"/>
                  <a:pt x="139" y="59"/>
                  <a:pt x="150" y="59"/>
                </a:cubicBezTo>
                <a:cubicBezTo>
                  <a:pt x="160" y="59"/>
                  <a:pt x="166" y="65"/>
                  <a:pt x="166" y="78"/>
                </a:cubicBezTo>
                <a:cubicBezTo>
                  <a:pt x="166" y="132"/>
                  <a:pt x="166" y="132"/>
                  <a:pt x="166" y="132"/>
                </a:cubicBezTo>
                <a:cubicBezTo>
                  <a:pt x="193" y="132"/>
                  <a:pt x="193" y="132"/>
                  <a:pt x="193" y="132"/>
                </a:cubicBezTo>
                <a:cubicBezTo>
                  <a:pt x="193" y="78"/>
                  <a:pt x="193" y="78"/>
                  <a:pt x="193" y="78"/>
                </a:cubicBezTo>
                <a:cubicBezTo>
                  <a:pt x="193" y="65"/>
                  <a:pt x="199" y="59"/>
                  <a:pt x="209" y="59"/>
                </a:cubicBezTo>
                <a:cubicBezTo>
                  <a:pt x="220" y="59"/>
                  <a:pt x="225" y="65"/>
                  <a:pt x="225" y="78"/>
                </a:cubicBezTo>
                <a:cubicBezTo>
                  <a:pt x="225" y="132"/>
                  <a:pt x="225" y="132"/>
                  <a:pt x="225" y="132"/>
                </a:cubicBezTo>
                <a:cubicBezTo>
                  <a:pt x="253" y="132"/>
                  <a:pt x="253" y="132"/>
                  <a:pt x="253" y="132"/>
                </a:cubicBezTo>
                <a:cubicBezTo>
                  <a:pt x="253" y="69"/>
                  <a:pt x="253" y="69"/>
                  <a:pt x="253" y="69"/>
                </a:cubicBezTo>
                <a:cubicBezTo>
                  <a:pt x="253" y="46"/>
                  <a:pt x="240" y="34"/>
                  <a:pt x="220" y="34"/>
                </a:cubicBezTo>
                <a:close/>
                <a:moveTo>
                  <a:pt x="59" y="57"/>
                </a:moveTo>
                <a:cubicBezTo>
                  <a:pt x="38" y="51"/>
                  <a:pt x="32" y="49"/>
                  <a:pt x="32" y="40"/>
                </a:cubicBezTo>
                <a:cubicBezTo>
                  <a:pt x="32" y="40"/>
                  <a:pt x="32" y="40"/>
                  <a:pt x="32" y="40"/>
                </a:cubicBezTo>
                <a:cubicBezTo>
                  <a:pt x="32" y="34"/>
                  <a:pt x="38" y="29"/>
                  <a:pt x="48" y="29"/>
                </a:cubicBezTo>
                <a:cubicBezTo>
                  <a:pt x="59" y="29"/>
                  <a:pt x="70" y="34"/>
                  <a:pt x="81" y="41"/>
                </a:cubicBezTo>
                <a:cubicBezTo>
                  <a:pt x="95" y="21"/>
                  <a:pt x="95" y="21"/>
                  <a:pt x="95" y="21"/>
                </a:cubicBezTo>
                <a:cubicBezTo>
                  <a:pt x="83" y="10"/>
                  <a:pt x="67" y="5"/>
                  <a:pt x="49" y="5"/>
                </a:cubicBezTo>
                <a:cubicBezTo>
                  <a:pt x="23" y="5"/>
                  <a:pt x="5" y="20"/>
                  <a:pt x="5" y="43"/>
                </a:cubicBezTo>
                <a:cubicBezTo>
                  <a:pt x="5" y="43"/>
                  <a:pt x="5" y="43"/>
                  <a:pt x="5" y="43"/>
                </a:cubicBezTo>
                <a:cubicBezTo>
                  <a:pt x="5" y="68"/>
                  <a:pt x="21" y="75"/>
                  <a:pt x="46" y="81"/>
                </a:cubicBezTo>
                <a:cubicBezTo>
                  <a:pt x="67" y="87"/>
                  <a:pt x="72" y="90"/>
                  <a:pt x="72" y="97"/>
                </a:cubicBezTo>
                <a:cubicBezTo>
                  <a:pt x="72" y="98"/>
                  <a:pt x="72" y="98"/>
                  <a:pt x="72" y="98"/>
                </a:cubicBezTo>
                <a:cubicBezTo>
                  <a:pt x="72" y="105"/>
                  <a:pt x="65" y="109"/>
                  <a:pt x="54" y="109"/>
                </a:cubicBezTo>
                <a:cubicBezTo>
                  <a:pt x="39" y="109"/>
                  <a:pt x="27" y="104"/>
                  <a:pt x="16" y="94"/>
                </a:cubicBezTo>
                <a:cubicBezTo>
                  <a:pt x="0" y="114"/>
                  <a:pt x="0" y="114"/>
                  <a:pt x="0" y="114"/>
                </a:cubicBezTo>
                <a:cubicBezTo>
                  <a:pt x="15" y="127"/>
                  <a:pt x="34" y="134"/>
                  <a:pt x="53" y="134"/>
                </a:cubicBezTo>
                <a:cubicBezTo>
                  <a:pt x="80" y="134"/>
                  <a:pt x="99" y="120"/>
                  <a:pt x="99" y="95"/>
                </a:cubicBezTo>
                <a:cubicBezTo>
                  <a:pt x="99" y="95"/>
                  <a:pt x="99" y="95"/>
                  <a:pt x="99" y="95"/>
                </a:cubicBezTo>
                <a:cubicBezTo>
                  <a:pt x="99" y="73"/>
                  <a:pt x="85" y="63"/>
                  <a:pt x="59" y="57"/>
                </a:cubicBezTo>
                <a:close/>
                <a:moveTo>
                  <a:pt x="304" y="35"/>
                </a:moveTo>
                <a:cubicBezTo>
                  <a:pt x="287" y="35"/>
                  <a:pt x="277" y="38"/>
                  <a:pt x="266" y="43"/>
                </a:cubicBezTo>
                <a:cubicBezTo>
                  <a:pt x="273" y="63"/>
                  <a:pt x="273" y="63"/>
                  <a:pt x="273" y="63"/>
                </a:cubicBezTo>
                <a:cubicBezTo>
                  <a:pt x="282" y="60"/>
                  <a:pt x="289" y="58"/>
                  <a:pt x="300" y="58"/>
                </a:cubicBezTo>
                <a:cubicBezTo>
                  <a:pt x="313" y="58"/>
                  <a:pt x="320" y="64"/>
                  <a:pt x="320" y="76"/>
                </a:cubicBezTo>
                <a:cubicBezTo>
                  <a:pt x="320" y="77"/>
                  <a:pt x="320" y="77"/>
                  <a:pt x="320" y="77"/>
                </a:cubicBezTo>
                <a:cubicBezTo>
                  <a:pt x="314" y="75"/>
                  <a:pt x="307" y="73"/>
                  <a:pt x="297" y="73"/>
                </a:cubicBezTo>
                <a:cubicBezTo>
                  <a:pt x="274" y="73"/>
                  <a:pt x="258" y="83"/>
                  <a:pt x="258" y="104"/>
                </a:cubicBezTo>
                <a:cubicBezTo>
                  <a:pt x="258" y="104"/>
                  <a:pt x="258" y="104"/>
                  <a:pt x="258" y="104"/>
                </a:cubicBezTo>
                <a:cubicBezTo>
                  <a:pt x="258" y="123"/>
                  <a:pt x="273" y="134"/>
                  <a:pt x="291" y="134"/>
                </a:cubicBezTo>
                <a:cubicBezTo>
                  <a:pt x="304" y="134"/>
                  <a:pt x="314" y="129"/>
                  <a:pt x="320" y="122"/>
                </a:cubicBezTo>
                <a:cubicBezTo>
                  <a:pt x="320" y="132"/>
                  <a:pt x="320" y="132"/>
                  <a:pt x="320" y="132"/>
                </a:cubicBezTo>
                <a:cubicBezTo>
                  <a:pt x="347" y="132"/>
                  <a:pt x="347" y="132"/>
                  <a:pt x="347" y="132"/>
                </a:cubicBezTo>
                <a:cubicBezTo>
                  <a:pt x="347" y="76"/>
                  <a:pt x="347" y="76"/>
                  <a:pt x="347" y="76"/>
                </a:cubicBezTo>
                <a:cubicBezTo>
                  <a:pt x="347" y="63"/>
                  <a:pt x="343" y="53"/>
                  <a:pt x="336" y="46"/>
                </a:cubicBezTo>
                <a:cubicBezTo>
                  <a:pt x="329" y="39"/>
                  <a:pt x="319" y="35"/>
                  <a:pt x="304" y="35"/>
                </a:cubicBezTo>
                <a:close/>
                <a:moveTo>
                  <a:pt x="321" y="98"/>
                </a:moveTo>
                <a:cubicBezTo>
                  <a:pt x="321" y="108"/>
                  <a:pt x="312" y="115"/>
                  <a:pt x="299" y="115"/>
                </a:cubicBezTo>
                <a:cubicBezTo>
                  <a:pt x="291" y="115"/>
                  <a:pt x="285" y="111"/>
                  <a:pt x="285" y="103"/>
                </a:cubicBezTo>
                <a:cubicBezTo>
                  <a:pt x="285" y="103"/>
                  <a:pt x="285" y="103"/>
                  <a:pt x="285" y="103"/>
                </a:cubicBezTo>
                <a:cubicBezTo>
                  <a:pt x="285" y="94"/>
                  <a:pt x="292" y="90"/>
                  <a:pt x="303" y="90"/>
                </a:cubicBezTo>
                <a:cubicBezTo>
                  <a:pt x="310" y="90"/>
                  <a:pt x="316" y="91"/>
                  <a:pt x="321" y="93"/>
                </a:cubicBezTo>
                <a:lnTo>
                  <a:pt x="321" y="98"/>
                </a:lnTo>
                <a:close/>
                <a:moveTo>
                  <a:pt x="457" y="11"/>
                </a:moveTo>
                <a:cubicBezTo>
                  <a:pt x="429" y="11"/>
                  <a:pt x="429" y="11"/>
                  <a:pt x="429" y="11"/>
                </a:cubicBezTo>
                <a:cubicBezTo>
                  <a:pt x="429" y="36"/>
                  <a:pt x="429" y="36"/>
                  <a:pt x="429" y="36"/>
                </a:cubicBezTo>
                <a:cubicBezTo>
                  <a:pt x="418" y="36"/>
                  <a:pt x="418" y="36"/>
                  <a:pt x="418" y="36"/>
                </a:cubicBezTo>
                <a:cubicBezTo>
                  <a:pt x="418" y="59"/>
                  <a:pt x="418" y="59"/>
                  <a:pt x="418" y="59"/>
                </a:cubicBezTo>
                <a:cubicBezTo>
                  <a:pt x="429" y="59"/>
                  <a:pt x="429" y="59"/>
                  <a:pt x="429" y="59"/>
                </a:cubicBezTo>
                <a:cubicBezTo>
                  <a:pt x="429" y="105"/>
                  <a:pt x="429" y="105"/>
                  <a:pt x="429" y="105"/>
                </a:cubicBezTo>
                <a:cubicBezTo>
                  <a:pt x="429" y="127"/>
                  <a:pt x="441" y="134"/>
                  <a:pt x="457" y="134"/>
                </a:cubicBezTo>
                <a:cubicBezTo>
                  <a:pt x="466" y="134"/>
                  <a:pt x="473" y="132"/>
                  <a:pt x="479" y="128"/>
                </a:cubicBezTo>
                <a:cubicBezTo>
                  <a:pt x="479" y="106"/>
                  <a:pt x="479" y="106"/>
                  <a:pt x="479" y="106"/>
                </a:cubicBezTo>
                <a:cubicBezTo>
                  <a:pt x="475" y="108"/>
                  <a:pt x="470" y="110"/>
                  <a:pt x="465" y="110"/>
                </a:cubicBezTo>
                <a:cubicBezTo>
                  <a:pt x="459" y="110"/>
                  <a:pt x="457" y="107"/>
                  <a:pt x="457" y="100"/>
                </a:cubicBezTo>
                <a:cubicBezTo>
                  <a:pt x="457" y="59"/>
                  <a:pt x="457" y="59"/>
                  <a:pt x="457" y="59"/>
                </a:cubicBezTo>
                <a:cubicBezTo>
                  <a:pt x="479" y="59"/>
                  <a:pt x="479" y="59"/>
                  <a:pt x="479" y="59"/>
                </a:cubicBezTo>
                <a:cubicBezTo>
                  <a:pt x="479" y="36"/>
                  <a:pt x="479" y="36"/>
                  <a:pt x="479" y="36"/>
                </a:cubicBezTo>
                <a:cubicBezTo>
                  <a:pt x="457" y="36"/>
                  <a:pt x="457" y="36"/>
                  <a:pt x="457" y="36"/>
                </a:cubicBezTo>
                <a:lnTo>
                  <a:pt x="457" y="11"/>
                </a:lnTo>
                <a:close/>
                <a:moveTo>
                  <a:pt x="382" y="55"/>
                </a:moveTo>
                <a:cubicBezTo>
                  <a:pt x="382" y="36"/>
                  <a:pt x="382" y="36"/>
                  <a:pt x="382" y="36"/>
                </a:cubicBezTo>
                <a:cubicBezTo>
                  <a:pt x="354" y="36"/>
                  <a:pt x="354" y="36"/>
                  <a:pt x="354" y="36"/>
                </a:cubicBezTo>
                <a:cubicBezTo>
                  <a:pt x="354" y="132"/>
                  <a:pt x="354" y="132"/>
                  <a:pt x="354" y="132"/>
                </a:cubicBezTo>
                <a:cubicBezTo>
                  <a:pt x="382" y="132"/>
                  <a:pt x="382" y="132"/>
                  <a:pt x="382" y="132"/>
                </a:cubicBezTo>
                <a:cubicBezTo>
                  <a:pt x="382" y="97"/>
                  <a:pt x="382" y="97"/>
                  <a:pt x="382" y="97"/>
                </a:cubicBezTo>
                <a:cubicBezTo>
                  <a:pt x="382" y="74"/>
                  <a:pt x="393" y="63"/>
                  <a:pt x="411" y="63"/>
                </a:cubicBezTo>
                <a:cubicBezTo>
                  <a:pt x="412" y="63"/>
                  <a:pt x="412" y="63"/>
                  <a:pt x="412" y="63"/>
                </a:cubicBezTo>
                <a:cubicBezTo>
                  <a:pt x="412" y="34"/>
                  <a:pt x="412" y="34"/>
                  <a:pt x="412" y="34"/>
                </a:cubicBezTo>
                <a:cubicBezTo>
                  <a:pt x="396" y="33"/>
                  <a:pt x="387" y="42"/>
                  <a:pt x="382" y="55"/>
                </a:cubicBezTo>
                <a:close/>
                <a:moveTo>
                  <a:pt x="1335" y="34"/>
                </a:moveTo>
                <a:cubicBezTo>
                  <a:pt x="1305" y="34"/>
                  <a:pt x="1283" y="56"/>
                  <a:pt x="1283" y="84"/>
                </a:cubicBezTo>
                <a:cubicBezTo>
                  <a:pt x="1283" y="84"/>
                  <a:pt x="1283" y="84"/>
                  <a:pt x="1283" y="84"/>
                </a:cubicBezTo>
                <a:cubicBezTo>
                  <a:pt x="1283" y="112"/>
                  <a:pt x="1305" y="134"/>
                  <a:pt x="1335" y="134"/>
                </a:cubicBezTo>
                <a:cubicBezTo>
                  <a:pt x="1365" y="134"/>
                  <a:pt x="1387" y="112"/>
                  <a:pt x="1387" y="84"/>
                </a:cubicBezTo>
                <a:cubicBezTo>
                  <a:pt x="1387" y="84"/>
                  <a:pt x="1387" y="84"/>
                  <a:pt x="1387" y="84"/>
                </a:cubicBezTo>
                <a:cubicBezTo>
                  <a:pt x="1387" y="56"/>
                  <a:pt x="1365" y="34"/>
                  <a:pt x="1335" y="34"/>
                </a:cubicBezTo>
                <a:close/>
                <a:moveTo>
                  <a:pt x="1360" y="84"/>
                </a:moveTo>
                <a:cubicBezTo>
                  <a:pt x="1360" y="99"/>
                  <a:pt x="1351" y="111"/>
                  <a:pt x="1335" y="111"/>
                </a:cubicBezTo>
                <a:cubicBezTo>
                  <a:pt x="1320" y="111"/>
                  <a:pt x="1310" y="98"/>
                  <a:pt x="1310" y="84"/>
                </a:cubicBezTo>
                <a:cubicBezTo>
                  <a:pt x="1310" y="84"/>
                  <a:pt x="1310" y="84"/>
                  <a:pt x="1310" y="84"/>
                </a:cubicBezTo>
                <a:cubicBezTo>
                  <a:pt x="1310" y="70"/>
                  <a:pt x="1319" y="58"/>
                  <a:pt x="1335" y="58"/>
                </a:cubicBezTo>
                <a:cubicBezTo>
                  <a:pt x="1350" y="58"/>
                  <a:pt x="1360" y="70"/>
                  <a:pt x="1360" y="84"/>
                </a:cubicBezTo>
                <a:close/>
                <a:moveTo>
                  <a:pt x="1834" y="55"/>
                </a:moveTo>
                <a:cubicBezTo>
                  <a:pt x="1834" y="36"/>
                  <a:pt x="1834" y="36"/>
                  <a:pt x="1834" y="36"/>
                </a:cubicBezTo>
                <a:cubicBezTo>
                  <a:pt x="1807" y="36"/>
                  <a:pt x="1807" y="36"/>
                  <a:pt x="1807" y="36"/>
                </a:cubicBezTo>
                <a:cubicBezTo>
                  <a:pt x="1807" y="132"/>
                  <a:pt x="1807" y="132"/>
                  <a:pt x="1807" y="132"/>
                </a:cubicBezTo>
                <a:cubicBezTo>
                  <a:pt x="1834" y="132"/>
                  <a:pt x="1834" y="132"/>
                  <a:pt x="1834" y="132"/>
                </a:cubicBezTo>
                <a:cubicBezTo>
                  <a:pt x="1834" y="97"/>
                  <a:pt x="1834" y="97"/>
                  <a:pt x="1834" y="97"/>
                </a:cubicBezTo>
                <a:cubicBezTo>
                  <a:pt x="1834" y="74"/>
                  <a:pt x="1845" y="63"/>
                  <a:pt x="1863" y="63"/>
                </a:cubicBezTo>
                <a:cubicBezTo>
                  <a:pt x="1865" y="63"/>
                  <a:pt x="1865" y="63"/>
                  <a:pt x="1865" y="63"/>
                </a:cubicBezTo>
                <a:cubicBezTo>
                  <a:pt x="1865" y="34"/>
                  <a:pt x="1865" y="34"/>
                  <a:pt x="1865" y="34"/>
                </a:cubicBezTo>
                <a:cubicBezTo>
                  <a:pt x="1848" y="33"/>
                  <a:pt x="1839" y="42"/>
                  <a:pt x="1834" y="55"/>
                </a:cubicBezTo>
                <a:close/>
                <a:moveTo>
                  <a:pt x="1748" y="34"/>
                </a:moveTo>
                <a:cubicBezTo>
                  <a:pt x="1718" y="34"/>
                  <a:pt x="1696" y="56"/>
                  <a:pt x="1696" y="84"/>
                </a:cubicBezTo>
                <a:cubicBezTo>
                  <a:pt x="1696" y="84"/>
                  <a:pt x="1696" y="84"/>
                  <a:pt x="1696" y="84"/>
                </a:cubicBezTo>
                <a:cubicBezTo>
                  <a:pt x="1696" y="112"/>
                  <a:pt x="1718" y="134"/>
                  <a:pt x="1748" y="134"/>
                </a:cubicBezTo>
                <a:cubicBezTo>
                  <a:pt x="1778" y="134"/>
                  <a:pt x="1800" y="112"/>
                  <a:pt x="1800" y="84"/>
                </a:cubicBezTo>
                <a:cubicBezTo>
                  <a:pt x="1800" y="84"/>
                  <a:pt x="1800" y="84"/>
                  <a:pt x="1800" y="84"/>
                </a:cubicBezTo>
                <a:cubicBezTo>
                  <a:pt x="1800" y="56"/>
                  <a:pt x="1778" y="34"/>
                  <a:pt x="1748" y="34"/>
                </a:cubicBezTo>
                <a:close/>
                <a:moveTo>
                  <a:pt x="1773" y="84"/>
                </a:moveTo>
                <a:cubicBezTo>
                  <a:pt x="1773" y="99"/>
                  <a:pt x="1764" y="111"/>
                  <a:pt x="1748" y="111"/>
                </a:cubicBezTo>
                <a:cubicBezTo>
                  <a:pt x="1733" y="111"/>
                  <a:pt x="1723" y="98"/>
                  <a:pt x="1723" y="84"/>
                </a:cubicBezTo>
                <a:cubicBezTo>
                  <a:pt x="1723" y="84"/>
                  <a:pt x="1723" y="84"/>
                  <a:pt x="1723" y="84"/>
                </a:cubicBezTo>
                <a:cubicBezTo>
                  <a:pt x="1723" y="70"/>
                  <a:pt x="1732" y="58"/>
                  <a:pt x="1748" y="58"/>
                </a:cubicBezTo>
                <a:cubicBezTo>
                  <a:pt x="1763" y="58"/>
                  <a:pt x="1773" y="70"/>
                  <a:pt x="1773" y="84"/>
                </a:cubicBezTo>
                <a:close/>
                <a:moveTo>
                  <a:pt x="1465" y="48"/>
                </a:moveTo>
                <a:cubicBezTo>
                  <a:pt x="1458" y="40"/>
                  <a:pt x="1449" y="34"/>
                  <a:pt x="1434" y="34"/>
                </a:cubicBezTo>
                <a:cubicBezTo>
                  <a:pt x="1412" y="34"/>
                  <a:pt x="1391" y="50"/>
                  <a:pt x="1391" y="79"/>
                </a:cubicBezTo>
                <a:cubicBezTo>
                  <a:pt x="1391" y="79"/>
                  <a:pt x="1391" y="79"/>
                  <a:pt x="1391" y="79"/>
                </a:cubicBezTo>
                <a:cubicBezTo>
                  <a:pt x="1391" y="108"/>
                  <a:pt x="1412" y="124"/>
                  <a:pt x="1434" y="124"/>
                </a:cubicBezTo>
                <a:cubicBezTo>
                  <a:pt x="1448" y="124"/>
                  <a:pt x="1457" y="118"/>
                  <a:pt x="1465" y="109"/>
                </a:cubicBezTo>
                <a:cubicBezTo>
                  <a:pt x="1465" y="113"/>
                  <a:pt x="1465" y="113"/>
                  <a:pt x="1465" y="113"/>
                </a:cubicBezTo>
                <a:cubicBezTo>
                  <a:pt x="1465" y="130"/>
                  <a:pt x="1457" y="139"/>
                  <a:pt x="1438" y="139"/>
                </a:cubicBezTo>
                <a:cubicBezTo>
                  <a:pt x="1425" y="139"/>
                  <a:pt x="1415" y="136"/>
                  <a:pt x="1405" y="131"/>
                </a:cubicBezTo>
                <a:cubicBezTo>
                  <a:pt x="1396" y="151"/>
                  <a:pt x="1396" y="151"/>
                  <a:pt x="1396" y="151"/>
                </a:cubicBezTo>
                <a:cubicBezTo>
                  <a:pt x="1408" y="158"/>
                  <a:pt x="1423" y="161"/>
                  <a:pt x="1439" y="161"/>
                </a:cubicBezTo>
                <a:cubicBezTo>
                  <a:pt x="1457" y="161"/>
                  <a:pt x="1471" y="157"/>
                  <a:pt x="1480" y="148"/>
                </a:cubicBezTo>
                <a:cubicBezTo>
                  <a:pt x="1488" y="140"/>
                  <a:pt x="1492" y="128"/>
                  <a:pt x="1492" y="110"/>
                </a:cubicBezTo>
                <a:cubicBezTo>
                  <a:pt x="1492" y="36"/>
                  <a:pt x="1492" y="36"/>
                  <a:pt x="1492" y="36"/>
                </a:cubicBezTo>
                <a:cubicBezTo>
                  <a:pt x="1465" y="36"/>
                  <a:pt x="1465" y="36"/>
                  <a:pt x="1465" y="36"/>
                </a:cubicBezTo>
                <a:lnTo>
                  <a:pt x="1465" y="48"/>
                </a:lnTo>
                <a:close/>
                <a:moveTo>
                  <a:pt x="1465" y="79"/>
                </a:moveTo>
                <a:cubicBezTo>
                  <a:pt x="1465" y="92"/>
                  <a:pt x="1455" y="102"/>
                  <a:pt x="1442" y="102"/>
                </a:cubicBezTo>
                <a:cubicBezTo>
                  <a:pt x="1429" y="102"/>
                  <a:pt x="1419" y="93"/>
                  <a:pt x="1419" y="79"/>
                </a:cubicBezTo>
                <a:cubicBezTo>
                  <a:pt x="1419" y="79"/>
                  <a:pt x="1419" y="79"/>
                  <a:pt x="1419" y="79"/>
                </a:cubicBezTo>
                <a:cubicBezTo>
                  <a:pt x="1419" y="66"/>
                  <a:pt x="1429" y="57"/>
                  <a:pt x="1442" y="57"/>
                </a:cubicBezTo>
                <a:cubicBezTo>
                  <a:pt x="1455" y="57"/>
                  <a:pt x="1465" y="66"/>
                  <a:pt x="1465" y="79"/>
                </a:cubicBezTo>
                <a:close/>
                <a:moveTo>
                  <a:pt x="1697" y="37"/>
                </a:moveTo>
                <a:cubicBezTo>
                  <a:pt x="1675" y="37"/>
                  <a:pt x="1675" y="37"/>
                  <a:pt x="1675" y="37"/>
                </a:cubicBezTo>
                <a:cubicBezTo>
                  <a:pt x="1675" y="33"/>
                  <a:pt x="1675" y="33"/>
                  <a:pt x="1675" y="33"/>
                </a:cubicBezTo>
                <a:cubicBezTo>
                  <a:pt x="1675" y="26"/>
                  <a:pt x="1678" y="23"/>
                  <a:pt x="1684" y="23"/>
                </a:cubicBezTo>
                <a:cubicBezTo>
                  <a:pt x="1689" y="23"/>
                  <a:pt x="1693" y="24"/>
                  <a:pt x="1697" y="25"/>
                </a:cubicBezTo>
                <a:cubicBezTo>
                  <a:pt x="1697" y="2"/>
                  <a:pt x="1697" y="2"/>
                  <a:pt x="1697" y="2"/>
                </a:cubicBezTo>
                <a:cubicBezTo>
                  <a:pt x="1692" y="1"/>
                  <a:pt x="1686" y="0"/>
                  <a:pt x="1677" y="0"/>
                </a:cubicBezTo>
                <a:cubicBezTo>
                  <a:pt x="1668" y="0"/>
                  <a:pt x="1660" y="2"/>
                  <a:pt x="1655" y="7"/>
                </a:cubicBezTo>
                <a:cubicBezTo>
                  <a:pt x="1650" y="12"/>
                  <a:pt x="1648" y="20"/>
                  <a:pt x="1648" y="31"/>
                </a:cubicBezTo>
                <a:cubicBezTo>
                  <a:pt x="1648" y="37"/>
                  <a:pt x="1648" y="37"/>
                  <a:pt x="1648" y="37"/>
                </a:cubicBezTo>
                <a:cubicBezTo>
                  <a:pt x="1636" y="37"/>
                  <a:pt x="1636" y="37"/>
                  <a:pt x="1636" y="37"/>
                </a:cubicBezTo>
                <a:cubicBezTo>
                  <a:pt x="1636" y="59"/>
                  <a:pt x="1636" y="59"/>
                  <a:pt x="1636" y="59"/>
                </a:cubicBezTo>
                <a:cubicBezTo>
                  <a:pt x="1648" y="59"/>
                  <a:pt x="1648" y="59"/>
                  <a:pt x="1648" y="59"/>
                </a:cubicBezTo>
                <a:cubicBezTo>
                  <a:pt x="1648" y="132"/>
                  <a:pt x="1648" y="132"/>
                  <a:pt x="1648" y="132"/>
                </a:cubicBezTo>
                <a:cubicBezTo>
                  <a:pt x="1675" y="132"/>
                  <a:pt x="1675" y="132"/>
                  <a:pt x="1675" y="132"/>
                </a:cubicBezTo>
                <a:cubicBezTo>
                  <a:pt x="1675" y="59"/>
                  <a:pt x="1675" y="59"/>
                  <a:pt x="1675" y="59"/>
                </a:cubicBezTo>
                <a:cubicBezTo>
                  <a:pt x="1697" y="59"/>
                  <a:pt x="1697" y="59"/>
                  <a:pt x="1697" y="59"/>
                </a:cubicBezTo>
                <a:lnTo>
                  <a:pt x="1697" y="37"/>
                </a:lnTo>
                <a:close/>
                <a:moveTo>
                  <a:pt x="1548" y="101"/>
                </a:moveTo>
                <a:cubicBezTo>
                  <a:pt x="1526" y="36"/>
                  <a:pt x="1526" y="36"/>
                  <a:pt x="1526" y="36"/>
                </a:cubicBezTo>
                <a:cubicBezTo>
                  <a:pt x="1497" y="36"/>
                  <a:pt x="1497" y="36"/>
                  <a:pt x="1497" y="36"/>
                </a:cubicBezTo>
                <a:cubicBezTo>
                  <a:pt x="1535" y="132"/>
                  <a:pt x="1535" y="132"/>
                  <a:pt x="1535" y="132"/>
                </a:cubicBezTo>
                <a:cubicBezTo>
                  <a:pt x="1532" y="137"/>
                  <a:pt x="1530" y="139"/>
                  <a:pt x="1525" y="139"/>
                </a:cubicBezTo>
                <a:cubicBezTo>
                  <a:pt x="1521" y="139"/>
                  <a:pt x="1517" y="137"/>
                  <a:pt x="1513" y="135"/>
                </a:cubicBezTo>
                <a:cubicBezTo>
                  <a:pt x="1504" y="155"/>
                  <a:pt x="1504" y="155"/>
                  <a:pt x="1504" y="155"/>
                </a:cubicBezTo>
                <a:cubicBezTo>
                  <a:pt x="1511" y="159"/>
                  <a:pt x="1519" y="161"/>
                  <a:pt x="1528" y="161"/>
                </a:cubicBezTo>
                <a:cubicBezTo>
                  <a:pt x="1545" y="161"/>
                  <a:pt x="1553" y="154"/>
                  <a:pt x="1560" y="134"/>
                </a:cubicBezTo>
                <a:cubicBezTo>
                  <a:pt x="1597" y="36"/>
                  <a:pt x="1597" y="36"/>
                  <a:pt x="1597" y="36"/>
                </a:cubicBezTo>
                <a:cubicBezTo>
                  <a:pt x="1569" y="36"/>
                  <a:pt x="1569" y="36"/>
                  <a:pt x="1569" y="36"/>
                </a:cubicBezTo>
                <a:lnTo>
                  <a:pt x="1548" y="101"/>
                </a:lnTo>
                <a:close/>
                <a:moveTo>
                  <a:pt x="1008" y="34"/>
                </a:moveTo>
                <a:cubicBezTo>
                  <a:pt x="994" y="34"/>
                  <a:pt x="986" y="41"/>
                  <a:pt x="980" y="49"/>
                </a:cubicBezTo>
                <a:cubicBezTo>
                  <a:pt x="980" y="1"/>
                  <a:pt x="980" y="1"/>
                  <a:pt x="980" y="1"/>
                </a:cubicBezTo>
                <a:cubicBezTo>
                  <a:pt x="952" y="1"/>
                  <a:pt x="952" y="1"/>
                  <a:pt x="952" y="1"/>
                </a:cubicBezTo>
                <a:cubicBezTo>
                  <a:pt x="952" y="132"/>
                  <a:pt x="952" y="132"/>
                  <a:pt x="952" y="132"/>
                </a:cubicBezTo>
                <a:cubicBezTo>
                  <a:pt x="980" y="132"/>
                  <a:pt x="980" y="132"/>
                  <a:pt x="980" y="132"/>
                </a:cubicBezTo>
                <a:cubicBezTo>
                  <a:pt x="980" y="78"/>
                  <a:pt x="980" y="78"/>
                  <a:pt x="980" y="78"/>
                </a:cubicBezTo>
                <a:cubicBezTo>
                  <a:pt x="980" y="65"/>
                  <a:pt x="986" y="59"/>
                  <a:pt x="997" y="59"/>
                </a:cubicBezTo>
                <a:cubicBezTo>
                  <a:pt x="1007" y="59"/>
                  <a:pt x="1013" y="65"/>
                  <a:pt x="1013" y="78"/>
                </a:cubicBezTo>
                <a:cubicBezTo>
                  <a:pt x="1013" y="132"/>
                  <a:pt x="1013" y="132"/>
                  <a:pt x="1013" y="132"/>
                </a:cubicBezTo>
                <a:cubicBezTo>
                  <a:pt x="1040" y="132"/>
                  <a:pt x="1040" y="132"/>
                  <a:pt x="1040" y="132"/>
                </a:cubicBezTo>
                <a:cubicBezTo>
                  <a:pt x="1040" y="70"/>
                  <a:pt x="1040" y="70"/>
                  <a:pt x="1040" y="70"/>
                </a:cubicBezTo>
                <a:cubicBezTo>
                  <a:pt x="1040" y="48"/>
                  <a:pt x="1028" y="34"/>
                  <a:pt x="1008" y="34"/>
                </a:cubicBezTo>
                <a:close/>
                <a:moveTo>
                  <a:pt x="1250" y="132"/>
                </a:moveTo>
                <a:cubicBezTo>
                  <a:pt x="1278" y="132"/>
                  <a:pt x="1278" y="132"/>
                  <a:pt x="1278" y="132"/>
                </a:cubicBezTo>
                <a:cubicBezTo>
                  <a:pt x="1278" y="1"/>
                  <a:pt x="1278" y="1"/>
                  <a:pt x="1278" y="1"/>
                </a:cubicBezTo>
                <a:cubicBezTo>
                  <a:pt x="1250" y="1"/>
                  <a:pt x="1250" y="1"/>
                  <a:pt x="1250" y="1"/>
                </a:cubicBezTo>
                <a:lnTo>
                  <a:pt x="1250" y="132"/>
                </a:lnTo>
                <a:close/>
                <a:moveTo>
                  <a:pt x="1103" y="34"/>
                </a:moveTo>
                <a:cubicBezTo>
                  <a:pt x="1089" y="34"/>
                  <a:pt x="1081" y="41"/>
                  <a:pt x="1075" y="49"/>
                </a:cubicBezTo>
                <a:cubicBezTo>
                  <a:pt x="1075" y="36"/>
                  <a:pt x="1075" y="36"/>
                  <a:pt x="1075" y="36"/>
                </a:cubicBezTo>
                <a:cubicBezTo>
                  <a:pt x="1047" y="36"/>
                  <a:pt x="1047" y="36"/>
                  <a:pt x="1047" y="36"/>
                </a:cubicBezTo>
                <a:cubicBezTo>
                  <a:pt x="1047" y="132"/>
                  <a:pt x="1047" y="132"/>
                  <a:pt x="1047" y="132"/>
                </a:cubicBezTo>
                <a:cubicBezTo>
                  <a:pt x="1075" y="132"/>
                  <a:pt x="1075" y="132"/>
                  <a:pt x="1075" y="132"/>
                </a:cubicBezTo>
                <a:cubicBezTo>
                  <a:pt x="1075" y="78"/>
                  <a:pt x="1075" y="78"/>
                  <a:pt x="1075" y="78"/>
                </a:cubicBezTo>
                <a:cubicBezTo>
                  <a:pt x="1075" y="65"/>
                  <a:pt x="1081" y="59"/>
                  <a:pt x="1092" y="59"/>
                </a:cubicBezTo>
                <a:cubicBezTo>
                  <a:pt x="1102" y="59"/>
                  <a:pt x="1108" y="65"/>
                  <a:pt x="1108" y="78"/>
                </a:cubicBezTo>
                <a:cubicBezTo>
                  <a:pt x="1108" y="132"/>
                  <a:pt x="1108" y="132"/>
                  <a:pt x="1108" y="132"/>
                </a:cubicBezTo>
                <a:cubicBezTo>
                  <a:pt x="1135" y="132"/>
                  <a:pt x="1135" y="132"/>
                  <a:pt x="1135" y="132"/>
                </a:cubicBezTo>
                <a:cubicBezTo>
                  <a:pt x="1135" y="70"/>
                  <a:pt x="1135" y="70"/>
                  <a:pt x="1135" y="70"/>
                </a:cubicBezTo>
                <a:cubicBezTo>
                  <a:pt x="1135" y="48"/>
                  <a:pt x="1123" y="34"/>
                  <a:pt x="1103" y="34"/>
                </a:cubicBezTo>
                <a:close/>
                <a:moveTo>
                  <a:pt x="910" y="111"/>
                </a:moveTo>
                <a:cubicBezTo>
                  <a:pt x="895" y="111"/>
                  <a:pt x="885" y="99"/>
                  <a:pt x="885" y="84"/>
                </a:cubicBezTo>
                <a:cubicBezTo>
                  <a:pt x="885" y="84"/>
                  <a:pt x="885" y="84"/>
                  <a:pt x="885" y="84"/>
                </a:cubicBezTo>
                <a:cubicBezTo>
                  <a:pt x="885" y="70"/>
                  <a:pt x="895" y="58"/>
                  <a:pt x="909" y="58"/>
                </a:cubicBezTo>
                <a:cubicBezTo>
                  <a:pt x="918" y="58"/>
                  <a:pt x="925" y="62"/>
                  <a:pt x="931" y="68"/>
                </a:cubicBezTo>
                <a:cubicBezTo>
                  <a:pt x="947" y="50"/>
                  <a:pt x="947" y="50"/>
                  <a:pt x="947" y="50"/>
                </a:cubicBezTo>
                <a:cubicBezTo>
                  <a:pt x="938" y="40"/>
                  <a:pt x="927" y="34"/>
                  <a:pt x="909" y="34"/>
                </a:cubicBezTo>
                <a:cubicBezTo>
                  <a:pt x="880" y="34"/>
                  <a:pt x="859" y="57"/>
                  <a:pt x="859" y="84"/>
                </a:cubicBezTo>
                <a:cubicBezTo>
                  <a:pt x="859" y="84"/>
                  <a:pt x="859" y="84"/>
                  <a:pt x="859" y="84"/>
                </a:cubicBezTo>
                <a:cubicBezTo>
                  <a:pt x="859" y="112"/>
                  <a:pt x="880" y="134"/>
                  <a:pt x="909" y="134"/>
                </a:cubicBezTo>
                <a:cubicBezTo>
                  <a:pt x="928" y="134"/>
                  <a:pt x="939" y="127"/>
                  <a:pt x="948" y="117"/>
                </a:cubicBezTo>
                <a:cubicBezTo>
                  <a:pt x="932" y="100"/>
                  <a:pt x="932" y="100"/>
                  <a:pt x="932" y="100"/>
                </a:cubicBezTo>
                <a:cubicBezTo>
                  <a:pt x="925" y="107"/>
                  <a:pt x="919" y="111"/>
                  <a:pt x="910" y="111"/>
                </a:cubicBezTo>
                <a:close/>
                <a:moveTo>
                  <a:pt x="1945" y="35"/>
                </a:moveTo>
                <a:cubicBezTo>
                  <a:pt x="1929" y="35"/>
                  <a:pt x="1918" y="38"/>
                  <a:pt x="1908" y="42"/>
                </a:cubicBezTo>
                <a:cubicBezTo>
                  <a:pt x="1915" y="63"/>
                  <a:pt x="1915" y="63"/>
                  <a:pt x="1915" y="63"/>
                </a:cubicBezTo>
                <a:cubicBezTo>
                  <a:pt x="1923" y="60"/>
                  <a:pt x="1931" y="58"/>
                  <a:pt x="1941" y="58"/>
                </a:cubicBezTo>
                <a:cubicBezTo>
                  <a:pt x="1955" y="58"/>
                  <a:pt x="1962" y="64"/>
                  <a:pt x="1962" y="76"/>
                </a:cubicBezTo>
                <a:cubicBezTo>
                  <a:pt x="1962" y="77"/>
                  <a:pt x="1962" y="77"/>
                  <a:pt x="1962" y="77"/>
                </a:cubicBezTo>
                <a:cubicBezTo>
                  <a:pt x="1955" y="75"/>
                  <a:pt x="1948" y="73"/>
                  <a:pt x="1938" y="73"/>
                </a:cubicBezTo>
                <a:cubicBezTo>
                  <a:pt x="1915" y="73"/>
                  <a:pt x="1899" y="83"/>
                  <a:pt x="1899" y="104"/>
                </a:cubicBezTo>
                <a:cubicBezTo>
                  <a:pt x="1899" y="104"/>
                  <a:pt x="1899" y="104"/>
                  <a:pt x="1899" y="104"/>
                </a:cubicBezTo>
                <a:cubicBezTo>
                  <a:pt x="1899" y="123"/>
                  <a:pt x="1914" y="134"/>
                  <a:pt x="1932" y="134"/>
                </a:cubicBezTo>
                <a:cubicBezTo>
                  <a:pt x="1946" y="134"/>
                  <a:pt x="1955" y="129"/>
                  <a:pt x="1962" y="122"/>
                </a:cubicBezTo>
                <a:cubicBezTo>
                  <a:pt x="1962" y="132"/>
                  <a:pt x="1962" y="132"/>
                  <a:pt x="1962" y="132"/>
                </a:cubicBezTo>
                <a:cubicBezTo>
                  <a:pt x="1988" y="132"/>
                  <a:pt x="1988" y="132"/>
                  <a:pt x="1988" y="132"/>
                </a:cubicBezTo>
                <a:cubicBezTo>
                  <a:pt x="1988" y="76"/>
                  <a:pt x="1988" y="76"/>
                  <a:pt x="1988" y="76"/>
                </a:cubicBezTo>
                <a:cubicBezTo>
                  <a:pt x="1988" y="63"/>
                  <a:pt x="1985" y="53"/>
                  <a:pt x="1978" y="46"/>
                </a:cubicBezTo>
                <a:cubicBezTo>
                  <a:pt x="1971" y="39"/>
                  <a:pt x="1960" y="35"/>
                  <a:pt x="1945" y="35"/>
                </a:cubicBezTo>
                <a:close/>
                <a:moveTo>
                  <a:pt x="1962" y="98"/>
                </a:moveTo>
                <a:cubicBezTo>
                  <a:pt x="1962" y="108"/>
                  <a:pt x="1953" y="115"/>
                  <a:pt x="1941" y="115"/>
                </a:cubicBezTo>
                <a:cubicBezTo>
                  <a:pt x="1932" y="115"/>
                  <a:pt x="1926" y="111"/>
                  <a:pt x="1926" y="103"/>
                </a:cubicBezTo>
                <a:cubicBezTo>
                  <a:pt x="1926" y="103"/>
                  <a:pt x="1926" y="103"/>
                  <a:pt x="1926" y="103"/>
                </a:cubicBezTo>
                <a:cubicBezTo>
                  <a:pt x="1926" y="94"/>
                  <a:pt x="1933" y="90"/>
                  <a:pt x="1945" y="90"/>
                </a:cubicBezTo>
                <a:cubicBezTo>
                  <a:pt x="1951" y="90"/>
                  <a:pt x="1957" y="91"/>
                  <a:pt x="1962" y="93"/>
                </a:cubicBezTo>
                <a:lnTo>
                  <a:pt x="1962" y="98"/>
                </a:lnTo>
                <a:close/>
                <a:moveTo>
                  <a:pt x="1193" y="34"/>
                </a:moveTo>
                <a:cubicBezTo>
                  <a:pt x="1163" y="34"/>
                  <a:pt x="1141" y="56"/>
                  <a:pt x="1141" y="84"/>
                </a:cubicBezTo>
                <a:cubicBezTo>
                  <a:pt x="1141" y="84"/>
                  <a:pt x="1141" y="84"/>
                  <a:pt x="1141" y="84"/>
                </a:cubicBezTo>
                <a:cubicBezTo>
                  <a:pt x="1141" y="112"/>
                  <a:pt x="1163" y="134"/>
                  <a:pt x="1193" y="134"/>
                </a:cubicBezTo>
                <a:cubicBezTo>
                  <a:pt x="1223" y="134"/>
                  <a:pt x="1245" y="112"/>
                  <a:pt x="1245" y="84"/>
                </a:cubicBezTo>
                <a:cubicBezTo>
                  <a:pt x="1245" y="84"/>
                  <a:pt x="1245" y="84"/>
                  <a:pt x="1245" y="84"/>
                </a:cubicBezTo>
                <a:cubicBezTo>
                  <a:pt x="1245" y="56"/>
                  <a:pt x="1223" y="34"/>
                  <a:pt x="1193" y="34"/>
                </a:cubicBezTo>
                <a:close/>
                <a:moveTo>
                  <a:pt x="1218" y="84"/>
                </a:moveTo>
                <a:cubicBezTo>
                  <a:pt x="1218" y="99"/>
                  <a:pt x="1209" y="111"/>
                  <a:pt x="1193" y="111"/>
                </a:cubicBezTo>
                <a:cubicBezTo>
                  <a:pt x="1178" y="111"/>
                  <a:pt x="1168" y="98"/>
                  <a:pt x="1168" y="84"/>
                </a:cubicBezTo>
                <a:cubicBezTo>
                  <a:pt x="1168" y="84"/>
                  <a:pt x="1168" y="84"/>
                  <a:pt x="1168" y="84"/>
                </a:cubicBezTo>
                <a:cubicBezTo>
                  <a:pt x="1168" y="70"/>
                  <a:pt x="1177" y="58"/>
                  <a:pt x="1193" y="58"/>
                </a:cubicBezTo>
                <a:cubicBezTo>
                  <a:pt x="1208" y="58"/>
                  <a:pt x="1218" y="70"/>
                  <a:pt x="1218" y="84"/>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1800"/>
          </a:p>
        </p:txBody>
      </p:sp>
      <p:sp>
        <p:nvSpPr>
          <p:cNvPr id="2" name="TextBox 1">
            <a:extLst>
              <a:ext uri="{FF2B5EF4-FFF2-40B4-BE49-F238E27FC236}">
                <a16:creationId xmlns:a16="http://schemas.microsoft.com/office/drawing/2014/main" id="{3BEA120E-6723-C020-D029-69C7AB8E3D17}"/>
              </a:ext>
            </a:extLst>
          </p:cNvPr>
          <p:cNvSpPr txBox="1"/>
          <p:nvPr userDrawn="1"/>
        </p:nvSpPr>
        <p:spPr>
          <a:xfrm>
            <a:off x="750529" y="6401580"/>
            <a:ext cx="4115872" cy="153888"/>
          </a:xfrm>
          <a:prstGeom prst="rect">
            <a:avLst/>
          </a:prstGeom>
          <a:noFill/>
        </p:spPr>
        <p:txBody>
          <a:bodyPr wrap="square" lIns="0" tIns="0" rIns="0" bIns="0" rtlCol="0">
            <a:spAutoFit/>
          </a:bodyPr>
          <a:lstStyle/>
          <a:p>
            <a:r>
              <a:rPr lang="en-US" sz="1000">
                <a:solidFill>
                  <a:schemeClr val="bg1"/>
                </a:solidFill>
                <a:latin typeface="Arial" pitchFamily="34" charset="0"/>
                <a:cs typeface="Arial" pitchFamily="34" charset="0"/>
              </a:rPr>
              <a:t>2025 Lenovo Restricted. All rights reserved.</a:t>
            </a:r>
          </a:p>
        </p:txBody>
      </p:sp>
      <p:sp>
        <p:nvSpPr>
          <p:cNvPr id="3" name="Rectangle 2">
            <a:extLst>
              <a:ext uri="{FF2B5EF4-FFF2-40B4-BE49-F238E27FC236}">
                <a16:creationId xmlns:a16="http://schemas.microsoft.com/office/drawing/2014/main" id="{305D0FED-63D1-F756-AA52-228FCF94EBA7}"/>
              </a:ext>
            </a:extLst>
          </p:cNvPr>
          <p:cNvSpPr/>
          <p:nvPr userDrawn="1"/>
        </p:nvSpPr>
        <p:spPr>
          <a:xfrm>
            <a:off x="745766" y="6568226"/>
            <a:ext cx="8536622" cy="138499"/>
          </a:xfrm>
          <a:prstGeom prst="rect">
            <a:avLst/>
          </a:prstGeom>
        </p:spPr>
        <p:txBody>
          <a:bodyPr wrap="square" lIns="0" tIns="0" rIns="0" bIns="0">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bg1"/>
                </a:solidFill>
                <a:effectLst/>
                <a:uLnTx/>
                <a:uFillTx/>
                <a:latin typeface="+mn-lt"/>
                <a:ea typeface="+mn-ea"/>
                <a:cs typeface="Arial" pitchFamily="34" charset="0"/>
              </a:rPr>
              <a:t>This document is Lenovo restricted and intended for viewing by and distribution to only designated individuals or positions. Duplication/reproduction prohibited.</a:t>
            </a:r>
          </a:p>
        </p:txBody>
      </p:sp>
    </p:spTree>
    <p:extLst>
      <p:ext uri="{BB962C8B-B14F-4D97-AF65-F5344CB8AC3E}">
        <p14:creationId xmlns:p14="http://schemas.microsoft.com/office/powerpoint/2010/main" val="1943765098"/>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_White">
    <p:bg>
      <p:bgPr>
        <a:solidFill>
          <a:schemeClr val="bg1"/>
        </a:solidFill>
        <a:effectLst/>
      </p:bgPr>
    </p:bg>
    <p:spTree>
      <p:nvGrpSpPr>
        <p:cNvPr id="1" name=""/>
        <p:cNvGrpSpPr/>
        <p:nvPr/>
      </p:nvGrpSpPr>
      <p:grpSpPr>
        <a:xfrm>
          <a:off x="0" y="0"/>
          <a:ext cx="0" cy="0"/>
          <a:chOff x="0" y="0"/>
          <a:chExt cx="0" cy="0"/>
        </a:xfrm>
      </p:grpSpPr>
      <p:sp>
        <p:nvSpPr>
          <p:cNvPr id="46" name="Title 16"/>
          <p:cNvSpPr>
            <a:spLocks noGrp="1"/>
          </p:cNvSpPr>
          <p:nvPr>
            <p:ph type="title" hasCustomPrompt="1"/>
          </p:nvPr>
        </p:nvSpPr>
        <p:spPr bwMode="gray">
          <a:xfrm>
            <a:off x="750528" y="1549492"/>
            <a:ext cx="9914678" cy="2405203"/>
          </a:xfrm>
          <a:prstGeom prst="rect">
            <a:avLst/>
          </a:prstGeom>
        </p:spPr>
        <p:txBody>
          <a:bodyPr lIns="0" tIns="0" rIns="0" bIns="0" anchor="b" anchorCtr="0"/>
          <a:lstStyle>
            <a:lvl1pPr marL="0" algn="l" defTabSz="1218987" rtl="0" eaLnBrk="1" latinLnBrk="0" hangingPunct="1">
              <a:lnSpc>
                <a:spcPct val="75000"/>
              </a:lnSpc>
              <a:spcBef>
                <a:spcPct val="0"/>
              </a:spcBef>
              <a:buNone/>
              <a:defRPr lang="en-US" sz="6000" b="1" kern="1200" cap="none" spc="-150" baseline="0" dirty="0">
                <a:solidFill>
                  <a:schemeClr val="tx1"/>
                </a:solidFill>
                <a:latin typeface="Arial" pitchFamily="34" charset="0"/>
                <a:ea typeface="+mn-ea"/>
                <a:cs typeface="Arial" pitchFamily="34" charset="0"/>
              </a:defRPr>
            </a:lvl1pPr>
          </a:lstStyle>
          <a:p>
            <a:r>
              <a:rPr lang="en-US"/>
              <a:t>Section header</a:t>
            </a:r>
          </a:p>
        </p:txBody>
      </p:sp>
      <p:sp>
        <p:nvSpPr>
          <p:cNvPr id="11" name="Text Placeholder 2"/>
          <p:cNvSpPr>
            <a:spLocks noGrp="1"/>
          </p:cNvSpPr>
          <p:nvPr>
            <p:ph type="body" idx="1" hasCustomPrompt="1"/>
          </p:nvPr>
        </p:nvSpPr>
        <p:spPr bwMode="white">
          <a:xfrm>
            <a:off x="750528" y="4328650"/>
            <a:ext cx="9914678" cy="327013"/>
          </a:xfrm>
          <a:prstGeom prst="rect">
            <a:avLst/>
          </a:prstGeom>
        </p:spPr>
        <p:txBody>
          <a:bodyPr wrap="square" lIns="0" tIns="0" rIns="0" bIns="0" anchor="t" anchorCtr="0">
            <a:spAutoFit/>
          </a:bodyPr>
          <a:lstStyle>
            <a:lvl1pPr marL="0" indent="0">
              <a:lnSpc>
                <a:spcPct val="85000"/>
              </a:lnSpc>
              <a:spcBef>
                <a:spcPts val="0"/>
              </a:spcBef>
              <a:buNone/>
              <a:defRPr sz="2500" spc="0"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Subhead here</a:t>
            </a:r>
          </a:p>
        </p:txBody>
      </p:sp>
      <p:sp>
        <p:nvSpPr>
          <p:cNvPr id="5" name="Slide Number Placeholder 4">
            <a:extLst>
              <a:ext uri="{FF2B5EF4-FFF2-40B4-BE49-F238E27FC236}">
                <a16:creationId xmlns:a16="http://schemas.microsoft.com/office/drawing/2014/main" id="{E7C22F89-ADF9-0A52-8877-914CA372E2DE}"/>
              </a:ext>
            </a:extLst>
          </p:cNvPr>
          <p:cNvSpPr>
            <a:spLocks noGrp="1"/>
          </p:cNvSpPr>
          <p:nvPr>
            <p:ph type="sldNum" sz="quarter" idx="10"/>
          </p:nvPr>
        </p:nvSpPr>
        <p:spPr/>
        <p:txBody>
          <a:bodyPr/>
          <a:lstStyle>
            <a:lvl1pPr>
              <a:defRPr>
                <a:solidFill>
                  <a:schemeClr val="tx1"/>
                </a:solidFill>
              </a:defRPr>
            </a:lvl1pPr>
          </a:lstStyle>
          <a:p>
            <a:fld id="{6D22F896-40B5-4ADD-8801-0D06FADFA095}" type="slidenum">
              <a:rPr lang="en-US" smtClean="0"/>
              <a:pPr/>
              <a:t>‹#›</a:t>
            </a:fld>
            <a:endParaRPr lang="en-US"/>
          </a:p>
        </p:txBody>
      </p:sp>
      <p:sp>
        <p:nvSpPr>
          <p:cNvPr id="2" name="TextBox 1">
            <a:extLst>
              <a:ext uri="{FF2B5EF4-FFF2-40B4-BE49-F238E27FC236}">
                <a16:creationId xmlns:a16="http://schemas.microsoft.com/office/drawing/2014/main" id="{3E1CB3FA-A40E-89BA-D9B4-612659A1D7F8}"/>
              </a:ext>
            </a:extLst>
          </p:cNvPr>
          <p:cNvSpPr txBox="1"/>
          <p:nvPr userDrawn="1"/>
        </p:nvSpPr>
        <p:spPr>
          <a:xfrm>
            <a:off x="1602706" y="6401580"/>
            <a:ext cx="4115872" cy="153888"/>
          </a:xfrm>
          <a:prstGeom prst="rect">
            <a:avLst/>
          </a:prstGeom>
          <a:noFill/>
        </p:spPr>
        <p:txBody>
          <a:bodyPr wrap="square" lIns="0" tIns="0" rIns="0" bIns="0" rtlCol="0">
            <a:spAutoFit/>
          </a:bodyPr>
          <a:lstStyle/>
          <a:p>
            <a:r>
              <a:rPr lang="en-US" sz="1000">
                <a:latin typeface="Arial" pitchFamily="34" charset="0"/>
                <a:cs typeface="Arial" pitchFamily="34" charset="0"/>
              </a:rPr>
              <a:t>2025 Lenovo Restricted. All rights reserved.</a:t>
            </a:r>
          </a:p>
        </p:txBody>
      </p:sp>
      <p:grpSp>
        <p:nvGrpSpPr>
          <p:cNvPr id="3" name="Group 2">
            <a:extLst>
              <a:ext uri="{FF2B5EF4-FFF2-40B4-BE49-F238E27FC236}">
                <a16:creationId xmlns:a16="http://schemas.microsoft.com/office/drawing/2014/main" id="{FB68E53D-8D38-4B99-06F1-FB4045C1E803}"/>
              </a:ext>
            </a:extLst>
          </p:cNvPr>
          <p:cNvGrpSpPr>
            <a:grpSpLocks noChangeAspect="1"/>
          </p:cNvGrpSpPr>
          <p:nvPr userDrawn="1"/>
        </p:nvGrpSpPr>
        <p:grpSpPr>
          <a:xfrm>
            <a:off x="760611" y="6348283"/>
            <a:ext cx="777442" cy="259316"/>
            <a:chOff x="547688" y="952500"/>
            <a:chExt cx="12190413" cy="4067175"/>
          </a:xfrm>
        </p:grpSpPr>
        <p:sp>
          <p:nvSpPr>
            <p:cNvPr id="4" name="Rectangle 3">
              <a:extLst>
                <a:ext uri="{FF2B5EF4-FFF2-40B4-BE49-F238E27FC236}">
                  <a16:creationId xmlns:a16="http://schemas.microsoft.com/office/drawing/2014/main" id="{7B980263-2916-F21B-C57E-4D2C5D0C6879}"/>
                </a:ext>
              </a:extLst>
            </p:cNvPr>
            <p:cNvSpPr>
              <a:spLocks noChangeArrowheads="1"/>
            </p:cNvSpPr>
            <p:nvPr userDrawn="1"/>
          </p:nvSpPr>
          <p:spPr bwMode="auto">
            <a:xfrm>
              <a:off x="547688" y="952500"/>
              <a:ext cx="12190413" cy="406717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6" name="Freeform 7">
              <a:extLst>
                <a:ext uri="{FF2B5EF4-FFF2-40B4-BE49-F238E27FC236}">
                  <a16:creationId xmlns:a16="http://schemas.microsoft.com/office/drawing/2014/main" id="{9963EF3A-E5EB-BF83-AE65-6242B1661D00}"/>
                </a:ext>
              </a:extLst>
            </p:cNvPr>
            <p:cNvSpPr>
              <a:spLocks/>
            </p:cNvSpPr>
            <p:nvPr userDrawn="1"/>
          </p:nvSpPr>
          <p:spPr bwMode="auto">
            <a:xfrm>
              <a:off x="4922838" y="2319338"/>
              <a:ext cx="1571625" cy="1590675"/>
            </a:xfrm>
            <a:custGeom>
              <a:avLst/>
              <a:gdLst>
                <a:gd name="T0" fmla="*/ 492 w 825"/>
                <a:gd name="T1" fmla="*/ 0 h 834"/>
                <a:gd name="T2" fmla="*/ 225 w 825"/>
                <a:gd name="T3" fmla="*/ 132 h 834"/>
                <a:gd name="T4" fmla="*/ 225 w 825"/>
                <a:gd name="T5" fmla="*/ 132 h 834"/>
                <a:gd name="T6" fmla="*/ 225 w 825"/>
                <a:gd name="T7" fmla="*/ 132 h 834"/>
                <a:gd name="T8" fmla="*/ 225 w 825"/>
                <a:gd name="T9" fmla="*/ 14 h 834"/>
                <a:gd name="T10" fmla="*/ 0 w 825"/>
                <a:gd name="T11" fmla="*/ 14 h 834"/>
                <a:gd name="T12" fmla="*/ 0 w 825"/>
                <a:gd name="T13" fmla="*/ 834 h 834"/>
                <a:gd name="T14" fmla="*/ 225 w 825"/>
                <a:gd name="T15" fmla="*/ 834 h 834"/>
                <a:gd name="T16" fmla="*/ 225 w 825"/>
                <a:gd name="T17" fmla="*/ 367 h 834"/>
                <a:gd name="T18" fmla="*/ 411 w 825"/>
                <a:gd name="T19" fmla="*/ 194 h 834"/>
                <a:gd name="T20" fmla="*/ 600 w 825"/>
                <a:gd name="T21" fmla="*/ 367 h 834"/>
                <a:gd name="T22" fmla="*/ 600 w 825"/>
                <a:gd name="T23" fmla="*/ 834 h 834"/>
                <a:gd name="T24" fmla="*/ 825 w 825"/>
                <a:gd name="T25" fmla="*/ 834 h 834"/>
                <a:gd name="T26" fmla="*/ 825 w 825"/>
                <a:gd name="T27" fmla="*/ 326 h 834"/>
                <a:gd name="T28" fmla="*/ 492 w 825"/>
                <a:gd name="T29" fmla="*/ 0 h 8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25" h="834">
                  <a:moveTo>
                    <a:pt x="492" y="0"/>
                  </a:moveTo>
                  <a:cubicBezTo>
                    <a:pt x="398" y="0"/>
                    <a:pt x="291" y="44"/>
                    <a:pt x="225" y="132"/>
                  </a:cubicBezTo>
                  <a:cubicBezTo>
                    <a:pt x="225" y="132"/>
                    <a:pt x="225" y="132"/>
                    <a:pt x="225" y="132"/>
                  </a:cubicBezTo>
                  <a:cubicBezTo>
                    <a:pt x="225" y="132"/>
                    <a:pt x="225" y="132"/>
                    <a:pt x="225" y="132"/>
                  </a:cubicBezTo>
                  <a:cubicBezTo>
                    <a:pt x="225" y="14"/>
                    <a:pt x="225" y="14"/>
                    <a:pt x="225" y="14"/>
                  </a:cubicBezTo>
                  <a:cubicBezTo>
                    <a:pt x="0" y="14"/>
                    <a:pt x="0" y="14"/>
                    <a:pt x="0" y="14"/>
                  </a:cubicBezTo>
                  <a:cubicBezTo>
                    <a:pt x="0" y="834"/>
                    <a:pt x="0" y="834"/>
                    <a:pt x="0" y="834"/>
                  </a:cubicBezTo>
                  <a:cubicBezTo>
                    <a:pt x="225" y="834"/>
                    <a:pt x="225" y="834"/>
                    <a:pt x="225" y="834"/>
                  </a:cubicBezTo>
                  <a:cubicBezTo>
                    <a:pt x="225" y="367"/>
                    <a:pt x="225" y="367"/>
                    <a:pt x="225" y="367"/>
                  </a:cubicBezTo>
                  <a:cubicBezTo>
                    <a:pt x="225" y="283"/>
                    <a:pt x="290" y="194"/>
                    <a:pt x="411" y="194"/>
                  </a:cubicBezTo>
                  <a:cubicBezTo>
                    <a:pt x="504" y="194"/>
                    <a:pt x="600" y="259"/>
                    <a:pt x="600" y="367"/>
                  </a:cubicBezTo>
                  <a:cubicBezTo>
                    <a:pt x="600" y="834"/>
                    <a:pt x="600" y="834"/>
                    <a:pt x="600" y="834"/>
                  </a:cubicBezTo>
                  <a:cubicBezTo>
                    <a:pt x="825" y="834"/>
                    <a:pt x="825" y="834"/>
                    <a:pt x="825" y="834"/>
                  </a:cubicBezTo>
                  <a:cubicBezTo>
                    <a:pt x="825" y="326"/>
                    <a:pt x="825" y="326"/>
                    <a:pt x="825" y="326"/>
                  </a:cubicBezTo>
                  <a:cubicBezTo>
                    <a:pt x="825" y="137"/>
                    <a:pt x="690" y="0"/>
                    <a:pt x="492"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7" name="Freeform 8">
              <a:extLst>
                <a:ext uri="{FF2B5EF4-FFF2-40B4-BE49-F238E27FC236}">
                  <a16:creationId xmlns:a16="http://schemas.microsoft.com/office/drawing/2014/main" id="{8E894888-D539-48CF-7E80-4B30A55764E9}"/>
                </a:ext>
              </a:extLst>
            </p:cNvPr>
            <p:cNvSpPr>
              <a:spLocks/>
            </p:cNvSpPr>
            <p:nvPr userDrawn="1"/>
          </p:nvSpPr>
          <p:spPr bwMode="auto">
            <a:xfrm>
              <a:off x="8277225" y="2346325"/>
              <a:ext cx="1755775" cy="1563688"/>
            </a:xfrm>
            <a:custGeom>
              <a:avLst/>
              <a:gdLst>
                <a:gd name="T0" fmla="*/ 797 w 1106"/>
                <a:gd name="T1" fmla="*/ 0 h 985"/>
                <a:gd name="T2" fmla="*/ 553 w 1106"/>
                <a:gd name="T3" fmla="*/ 671 h 985"/>
                <a:gd name="T4" fmla="*/ 308 w 1106"/>
                <a:gd name="T5" fmla="*/ 0 h 985"/>
                <a:gd name="T6" fmla="*/ 0 w 1106"/>
                <a:gd name="T7" fmla="*/ 0 h 985"/>
                <a:gd name="T8" fmla="*/ 405 w 1106"/>
                <a:gd name="T9" fmla="*/ 985 h 985"/>
                <a:gd name="T10" fmla="*/ 701 w 1106"/>
                <a:gd name="T11" fmla="*/ 985 h 985"/>
                <a:gd name="T12" fmla="*/ 1106 w 1106"/>
                <a:gd name="T13" fmla="*/ 0 h 985"/>
                <a:gd name="T14" fmla="*/ 797 w 1106"/>
                <a:gd name="T15" fmla="*/ 0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06" h="985">
                  <a:moveTo>
                    <a:pt x="797" y="0"/>
                  </a:moveTo>
                  <a:lnTo>
                    <a:pt x="553" y="671"/>
                  </a:lnTo>
                  <a:lnTo>
                    <a:pt x="308" y="0"/>
                  </a:lnTo>
                  <a:lnTo>
                    <a:pt x="0" y="0"/>
                  </a:lnTo>
                  <a:lnTo>
                    <a:pt x="405" y="985"/>
                  </a:lnTo>
                  <a:lnTo>
                    <a:pt x="701" y="985"/>
                  </a:lnTo>
                  <a:lnTo>
                    <a:pt x="1106" y="0"/>
                  </a:lnTo>
                  <a:lnTo>
                    <a:pt x="797"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8" name="Freeform 9">
              <a:extLst>
                <a:ext uri="{FF2B5EF4-FFF2-40B4-BE49-F238E27FC236}">
                  <a16:creationId xmlns:a16="http://schemas.microsoft.com/office/drawing/2014/main" id="{A681269A-84EF-7A74-26C2-AA9D63BF38D7}"/>
                </a:ext>
              </a:extLst>
            </p:cNvPr>
            <p:cNvSpPr>
              <a:spLocks noEditPoints="1"/>
            </p:cNvSpPr>
            <p:nvPr userDrawn="1"/>
          </p:nvSpPr>
          <p:spPr bwMode="auto">
            <a:xfrm>
              <a:off x="3138488" y="2319338"/>
              <a:ext cx="1630363" cy="1617663"/>
            </a:xfrm>
            <a:custGeom>
              <a:avLst/>
              <a:gdLst>
                <a:gd name="T0" fmla="*/ 697 w 856"/>
                <a:gd name="T1" fmla="*/ 582 h 848"/>
                <a:gd name="T2" fmla="*/ 462 w 856"/>
                <a:gd name="T3" fmla="*/ 669 h 848"/>
                <a:gd name="T4" fmla="*/ 280 w 856"/>
                <a:gd name="T5" fmla="*/ 602 h 848"/>
                <a:gd name="T6" fmla="*/ 856 w 856"/>
                <a:gd name="T7" fmla="*/ 363 h 848"/>
                <a:gd name="T8" fmla="*/ 758 w 856"/>
                <a:gd name="T9" fmla="*/ 135 h 848"/>
                <a:gd name="T10" fmla="*/ 434 w 856"/>
                <a:gd name="T11" fmla="*/ 0 h 848"/>
                <a:gd name="T12" fmla="*/ 0 w 856"/>
                <a:gd name="T13" fmla="*/ 424 h 848"/>
                <a:gd name="T14" fmla="*/ 459 w 856"/>
                <a:gd name="T15" fmla="*/ 848 h 848"/>
                <a:gd name="T16" fmla="*/ 840 w 856"/>
                <a:gd name="T17" fmla="*/ 691 h 848"/>
                <a:gd name="T18" fmla="*/ 697 w 856"/>
                <a:gd name="T19" fmla="*/ 582 h 848"/>
                <a:gd name="T20" fmla="*/ 265 w 856"/>
                <a:gd name="T21" fmla="*/ 261 h 848"/>
                <a:gd name="T22" fmla="*/ 438 w 856"/>
                <a:gd name="T23" fmla="*/ 179 h 848"/>
                <a:gd name="T24" fmla="*/ 612 w 856"/>
                <a:gd name="T25" fmla="*/ 294 h 848"/>
                <a:gd name="T26" fmla="*/ 219 w 856"/>
                <a:gd name="T27" fmla="*/ 457 h 848"/>
                <a:gd name="T28" fmla="*/ 265 w 856"/>
                <a:gd name="T29" fmla="*/ 261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56" h="848">
                  <a:moveTo>
                    <a:pt x="697" y="582"/>
                  </a:moveTo>
                  <a:cubicBezTo>
                    <a:pt x="602" y="652"/>
                    <a:pt x="548" y="669"/>
                    <a:pt x="462" y="669"/>
                  </a:cubicBezTo>
                  <a:cubicBezTo>
                    <a:pt x="384" y="669"/>
                    <a:pt x="323" y="645"/>
                    <a:pt x="280" y="602"/>
                  </a:cubicBezTo>
                  <a:cubicBezTo>
                    <a:pt x="856" y="363"/>
                    <a:pt x="856" y="363"/>
                    <a:pt x="856" y="363"/>
                  </a:cubicBezTo>
                  <a:cubicBezTo>
                    <a:pt x="843" y="275"/>
                    <a:pt x="810" y="195"/>
                    <a:pt x="758" y="135"/>
                  </a:cubicBezTo>
                  <a:cubicBezTo>
                    <a:pt x="682" y="47"/>
                    <a:pt x="570" y="0"/>
                    <a:pt x="434" y="0"/>
                  </a:cubicBezTo>
                  <a:cubicBezTo>
                    <a:pt x="186" y="0"/>
                    <a:pt x="0" y="183"/>
                    <a:pt x="0" y="424"/>
                  </a:cubicBezTo>
                  <a:cubicBezTo>
                    <a:pt x="0" y="672"/>
                    <a:pt x="187" y="848"/>
                    <a:pt x="459" y="848"/>
                  </a:cubicBezTo>
                  <a:cubicBezTo>
                    <a:pt x="611" y="848"/>
                    <a:pt x="767" y="776"/>
                    <a:pt x="840" y="691"/>
                  </a:cubicBezTo>
                  <a:lnTo>
                    <a:pt x="697" y="582"/>
                  </a:lnTo>
                  <a:close/>
                  <a:moveTo>
                    <a:pt x="265" y="261"/>
                  </a:moveTo>
                  <a:cubicBezTo>
                    <a:pt x="303" y="210"/>
                    <a:pt x="364" y="179"/>
                    <a:pt x="438" y="179"/>
                  </a:cubicBezTo>
                  <a:cubicBezTo>
                    <a:pt x="519" y="179"/>
                    <a:pt x="581" y="226"/>
                    <a:pt x="612" y="294"/>
                  </a:cubicBezTo>
                  <a:cubicBezTo>
                    <a:pt x="219" y="457"/>
                    <a:pt x="219" y="457"/>
                    <a:pt x="219" y="457"/>
                  </a:cubicBezTo>
                  <a:cubicBezTo>
                    <a:pt x="208" y="374"/>
                    <a:pt x="230" y="308"/>
                    <a:pt x="265" y="26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9" name="Freeform 10">
              <a:extLst>
                <a:ext uri="{FF2B5EF4-FFF2-40B4-BE49-F238E27FC236}">
                  <a16:creationId xmlns:a16="http://schemas.microsoft.com/office/drawing/2014/main" id="{A46570AB-4E06-E508-810C-A8843C51D4F5}"/>
                </a:ext>
              </a:extLst>
            </p:cNvPr>
            <p:cNvSpPr>
              <a:spLocks/>
            </p:cNvSpPr>
            <p:nvPr userDrawn="1"/>
          </p:nvSpPr>
          <p:spPr bwMode="auto">
            <a:xfrm>
              <a:off x="1685925" y="1879600"/>
              <a:ext cx="1409700" cy="2030413"/>
            </a:xfrm>
            <a:custGeom>
              <a:avLst/>
              <a:gdLst>
                <a:gd name="T0" fmla="*/ 888 w 888"/>
                <a:gd name="T1" fmla="*/ 1030 h 1279"/>
                <a:gd name="T2" fmla="*/ 274 w 888"/>
                <a:gd name="T3" fmla="*/ 1030 h 1279"/>
                <a:gd name="T4" fmla="*/ 274 w 888"/>
                <a:gd name="T5" fmla="*/ 0 h 1279"/>
                <a:gd name="T6" fmla="*/ 0 w 888"/>
                <a:gd name="T7" fmla="*/ 0 h 1279"/>
                <a:gd name="T8" fmla="*/ 0 w 888"/>
                <a:gd name="T9" fmla="*/ 1279 h 1279"/>
                <a:gd name="T10" fmla="*/ 888 w 888"/>
                <a:gd name="T11" fmla="*/ 1279 h 1279"/>
                <a:gd name="T12" fmla="*/ 888 w 888"/>
                <a:gd name="T13" fmla="*/ 1030 h 1279"/>
              </a:gdLst>
              <a:ahLst/>
              <a:cxnLst>
                <a:cxn ang="0">
                  <a:pos x="T0" y="T1"/>
                </a:cxn>
                <a:cxn ang="0">
                  <a:pos x="T2" y="T3"/>
                </a:cxn>
                <a:cxn ang="0">
                  <a:pos x="T4" y="T5"/>
                </a:cxn>
                <a:cxn ang="0">
                  <a:pos x="T6" y="T7"/>
                </a:cxn>
                <a:cxn ang="0">
                  <a:pos x="T8" y="T9"/>
                </a:cxn>
                <a:cxn ang="0">
                  <a:pos x="T10" y="T11"/>
                </a:cxn>
                <a:cxn ang="0">
                  <a:pos x="T12" y="T13"/>
                </a:cxn>
              </a:cxnLst>
              <a:rect l="0" t="0" r="r" b="b"/>
              <a:pathLst>
                <a:path w="888" h="1279">
                  <a:moveTo>
                    <a:pt x="888" y="1030"/>
                  </a:moveTo>
                  <a:lnTo>
                    <a:pt x="274" y="1030"/>
                  </a:lnTo>
                  <a:lnTo>
                    <a:pt x="274" y="0"/>
                  </a:lnTo>
                  <a:lnTo>
                    <a:pt x="0" y="0"/>
                  </a:lnTo>
                  <a:lnTo>
                    <a:pt x="0" y="1279"/>
                  </a:lnTo>
                  <a:lnTo>
                    <a:pt x="888" y="1279"/>
                  </a:lnTo>
                  <a:lnTo>
                    <a:pt x="888" y="103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0" name="Freeform 10">
              <a:extLst>
                <a:ext uri="{FF2B5EF4-FFF2-40B4-BE49-F238E27FC236}">
                  <a16:creationId xmlns:a16="http://schemas.microsoft.com/office/drawing/2014/main" id="{E4BCE35C-5FE5-30D2-825F-5F6BD7E2E562}"/>
                </a:ext>
              </a:extLst>
            </p:cNvPr>
            <p:cNvSpPr>
              <a:spLocks noEditPoints="1"/>
            </p:cNvSpPr>
            <p:nvPr userDrawn="1"/>
          </p:nvSpPr>
          <p:spPr bwMode="auto">
            <a:xfrm>
              <a:off x="9966325" y="2319338"/>
              <a:ext cx="1677988" cy="1617663"/>
            </a:xfrm>
            <a:custGeom>
              <a:avLst/>
              <a:gdLst>
                <a:gd name="T0" fmla="*/ 439 w 881"/>
                <a:gd name="T1" fmla="*/ 848 h 848"/>
                <a:gd name="T2" fmla="*/ 0 w 881"/>
                <a:gd name="T3" fmla="*/ 424 h 848"/>
                <a:gd name="T4" fmla="*/ 442 w 881"/>
                <a:gd name="T5" fmla="*/ 0 h 848"/>
                <a:gd name="T6" fmla="*/ 881 w 881"/>
                <a:gd name="T7" fmla="*/ 424 h 848"/>
                <a:gd name="T8" fmla="*/ 439 w 881"/>
                <a:gd name="T9" fmla="*/ 848 h 848"/>
                <a:gd name="T10" fmla="*/ 439 w 881"/>
                <a:gd name="T11" fmla="*/ 193 h 848"/>
                <a:gd name="T12" fmla="*/ 222 w 881"/>
                <a:gd name="T13" fmla="*/ 424 h 848"/>
                <a:gd name="T14" fmla="*/ 442 w 881"/>
                <a:gd name="T15" fmla="*/ 655 h 848"/>
                <a:gd name="T16" fmla="*/ 659 w 881"/>
                <a:gd name="T17" fmla="*/ 424 h 848"/>
                <a:gd name="T18" fmla="*/ 439 w 881"/>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1" h="848">
                  <a:moveTo>
                    <a:pt x="439" y="848"/>
                  </a:moveTo>
                  <a:cubicBezTo>
                    <a:pt x="193" y="848"/>
                    <a:pt x="0" y="664"/>
                    <a:pt x="0" y="424"/>
                  </a:cubicBezTo>
                  <a:cubicBezTo>
                    <a:pt x="0" y="186"/>
                    <a:pt x="194" y="0"/>
                    <a:pt x="442" y="0"/>
                  </a:cubicBezTo>
                  <a:cubicBezTo>
                    <a:pt x="688" y="0"/>
                    <a:pt x="881" y="184"/>
                    <a:pt x="881" y="424"/>
                  </a:cubicBezTo>
                  <a:cubicBezTo>
                    <a:pt x="881" y="662"/>
                    <a:pt x="687" y="848"/>
                    <a:pt x="439" y="848"/>
                  </a:cubicBezTo>
                  <a:moveTo>
                    <a:pt x="439" y="193"/>
                  </a:moveTo>
                  <a:cubicBezTo>
                    <a:pt x="313" y="193"/>
                    <a:pt x="222" y="288"/>
                    <a:pt x="222" y="424"/>
                  </a:cubicBezTo>
                  <a:cubicBezTo>
                    <a:pt x="222" y="553"/>
                    <a:pt x="319" y="655"/>
                    <a:pt x="442" y="655"/>
                  </a:cubicBezTo>
                  <a:cubicBezTo>
                    <a:pt x="568" y="655"/>
                    <a:pt x="659" y="557"/>
                    <a:pt x="659" y="424"/>
                  </a:cubicBezTo>
                  <a:cubicBezTo>
                    <a:pt x="659" y="295"/>
                    <a:pt x="562"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2" name="Freeform 11">
              <a:extLst>
                <a:ext uri="{FF2B5EF4-FFF2-40B4-BE49-F238E27FC236}">
                  <a16:creationId xmlns:a16="http://schemas.microsoft.com/office/drawing/2014/main" id="{84957B54-C991-1A8F-6F65-A7A27118B92B}"/>
                </a:ext>
              </a:extLst>
            </p:cNvPr>
            <p:cNvSpPr>
              <a:spLocks noEditPoints="1"/>
            </p:cNvSpPr>
            <p:nvPr userDrawn="1"/>
          </p:nvSpPr>
          <p:spPr bwMode="auto">
            <a:xfrm>
              <a:off x="6664325" y="2319338"/>
              <a:ext cx="1679575" cy="1617663"/>
            </a:xfrm>
            <a:custGeom>
              <a:avLst/>
              <a:gdLst>
                <a:gd name="T0" fmla="*/ 439 w 882"/>
                <a:gd name="T1" fmla="*/ 848 h 848"/>
                <a:gd name="T2" fmla="*/ 0 w 882"/>
                <a:gd name="T3" fmla="*/ 424 h 848"/>
                <a:gd name="T4" fmla="*/ 442 w 882"/>
                <a:gd name="T5" fmla="*/ 0 h 848"/>
                <a:gd name="T6" fmla="*/ 882 w 882"/>
                <a:gd name="T7" fmla="*/ 424 h 848"/>
                <a:gd name="T8" fmla="*/ 439 w 882"/>
                <a:gd name="T9" fmla="*/ 848 h 848"/>
                <a:gd name="T10" fmla="*/ 439 w 882"/>
                <a:gd name="T11" fmla="*/ 193 h 848"/>
                <a:gd name="T12" fmla="*/ 222 w 882"/>
                <a:gd name="T13" fmla="*/ 424 h 848"/>
                <a:gd name="T14" fmla="*/ 442 w 882"/>
                <a:gd name="T15" fmla="*/ 655 h 848"/>
                <a:gd name="T16" fmla="*/ 660 w 882"/>
                <a:gd name="T17" fmla="*/ 424 h 848"/>
                <a:gd name="T18" fmla="*/ 439 w 882"/>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2" h="848">
                  <a:moveTo>
                    <a:pt x="439" y="848"/>
                  </a:moveTo>
                  <a:cubicBezTo>
                    <a:pt x="193" y="848"/>
                    <a:pt x="0" y="664"/>
                    <a:pt x="0" y="424"/>
                  </a:cubicBezTo>
                  <a:cubicBezTo>
                    <a:pt x="0" y="186"/>
                    <a:pt x="195" y="0"/>
                    <a:pt x="442" y="0"/>
                  </a:cubicBezTo>
                  <a:cubicBezTo>
                    <a:pt x="689" y="0"/>
                    <a:pt x="882" y="184"/>
                    <a:pt x="882" y="424"/>
                  </a:cubicBezTo>
                  <a:cubicBezTo>
                    <a:pt x="882" y="662"/>
                    <a:pt x="687" y="848"/>
                    <a:pt x="439" y="848"/>
                  </a:cubicBezTo>
                  <a:moveTo>
                    <a:pt x="439" y="193"/>
                  </a:moveTo>
                  <a:cubicBezTo>
                    <a:pt x="314" y="193"/>
                    <a:pt x="222" y="288"/>
                    <a:pt x="222" y="424"/>
                  </a:cubicBezTo>
                  <a:cubicBezTo>
                    <a:pt x="222" y="553"/>
                    <a:pt x="319" y="655"/>
                    <a:pt x="442" y="655"/>
                  </a:cubicBezTo>
                  <a:cubicBezTo>
                    <a:pt x="568" y="655"/>
                    <a:pt x="660" y="557"/>
                    <a:pt x="660" y="424"/>
                  </a:cubicBezTo>
                  <a:cubicBezTo>
                    <a:pt x="660" y="295"/>
                    <a:pt x="563"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grpSp>
    </p:spTree>
    <p:extLst>
      <p:ext uri="{BB962C8B-B14F-4D97-AF65-F5344CB8AC3E}">
        <p14:creationId xmlns:p14="http://schemas.microsoft.com/office/powerpoint/2010/main" val="2444758358"/>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Header_Black">
    <p:bg>
      <p:bgPr>
        <a:solidFill>
          <a:srgbClr val="1E0113"/>
        </a:solidFill>
        <a:effectLst/>
      </p:bgPr>
    </p:bg>
    <p:spTree>
      <p:nvGrpSpPr>
        <p:cNvPr id="1" name=""/>
        <p:cNvGrpSpPr/>
        <p:nvPr/>
      </p:nvGrpSpPr>
      <p:grpSpPr>
        <a:xfrm>
          <a:off x="0" y="0"/>
          <a:ext cx="0" cy="0"/>
          <a:chOff x="0" y="0"/>
          <a:chExt cx="0" cy="0"/>
        </a:xfrm>
      </p:grpSpPr>
      <p:pic>
        <p:nvPicPr>
          <p:cNvPr id="2" name="Picture 1" descr="Circle&#10;&#10;Description automatically generated">
            <a:extLst>
              <a:ext uri="{FF2B5EF4-FFF2-40B4-BE49-F238E27FC236}">
                <a16:creationId xmlns:a16="http://schemas.microsoft.com/office/drawing/2014/main" id="{4242233C-A47C-0EEA-626B-61501CAEC395}"/>
              </a:ext>
            </a:extLst>
          </p:cNvPr>
          <p:cNvPicPr>
            <a:picLocks noChangeAspect="1"/>
          </p:cNvPicPr>
          <p:nvPr userDrawn="1"/>
        </p:nvPicPr>
        <p:blipFill>
          <a:blip r:embed="rId2"/>
          <a:stretch>
            <a:fillRect/>
          </a:stretch>
        </p:blipFill>
        <p:spPr>
          <a:xfrm>
            <a:off x="219" y="0"/>
            <a:ext cx="12191564" cy="6858000"/>
          </a:xfrm>
          <a:prstGeom prst="rect">
            <a:avLst/>
          </a:prstGeom>
        </p:spPr>
      </p:pic>
      <p:sp>
        <p:nvSpPr>
          <p:cNvPr id="16" name="TextBox 15">
            <a:extLst>
              <a:ext uri="{FF2B5EF4-FFF2-40B4-BE49-F238E27FC236}">
                <a16:creationId xmlns:a16="http://schemas.microsoft.com/office/drawing/2014/main" id="{89C3EB64-A851-71DD-8882-1FDB7C2E99CB}"/>
              </a:ext>
            </a:extLst>
          </p:cNvPr>
          <p:cNvSpPr txBox="1"/>
          <p:nvPr userDrawn="1"/>
        </p:nvSpPr>
        <p:spPr>
          <a:xfrm>
            <a:off x="1602806" y="6401580"/>
            <a:ext cx="4115872" cy="153888"/>
          </a:xfrm>
          <a:prstGeom prst="rect">
            <a:avLst/>
          </a:prstGeom>
          <a:noFill/>
        </p:spPr>
        <p:txBody>
          <a:bodyPr wrap="square" lIns="0" tIns="0" rIns="0" bIns="0" rtlCol="0">
            <a:spAutoFit/>
          </a:bodyPr>
          <a:lstStyle/>
          <a:p>
            <a:r>
              <a:rPr lang="en-US" sz="1000">
                <a:solidFill>
                  <a:schemeClr val="bg1"/>
                </a:solidFill>
                <a:latin typeface="Arial" pitchFamily="34" charset="0"/>
                <a:cs typeface="Arial" pitchFamily="34" charset="0"/>
              </a:rPr>
              <a:t>2025 Lenovo Restricted. All rights reserved.</a:t>
            </a:r>
          </a:p>
        </p:txBody>
      </p:sp>
      <p:grpSp>
        <p:nvGrpSpPr>
          <p:cNvPr id="17" name="Group 16">
            <a:extLst>
              <a:ext uri="{FF2B5EF4-FFF2-40B4-BE49-F238E27FC236}">
                <a16:creationId xmlns:a16="http://schemas.microsoft.com/office/drawing/2014/main" id="{76E4C2BE-620B-6B7D-1426-F9CB0B9DB688}"/>
              </a:ext>
            </a:extLst>
          </p:cNvPr>
          <p:cNvGrpSpPr>
            <a:grpSpLocks noChangeAspect="1"/>
          </p:cNvGrpSpPr>
          <p:nvPr userDrawn="1"/>
        </p:nvGrpSpPr>
        <p:grpSpPr>
          <a:xfrm>
            <a:off x="760611" y="6348283"/>
            <a:ext cx="777442" cy="259316"/>
            <a:chOff x="547688" y="952500"/>
            <a:chExt cx="12190413" cy="4067175"/>
          </a:xfrm>
        </p:grpSpPr>
        <p:sp>
          <p:nvSpPr>
            <p:cNvPr id="18" name="Rectangle 17">
              <a:extLst>
                <a:ext uri="{FF2B5EF4-FFF2-40B4-BE49-F238E27FC236}">
                  <a16:creationId xmlns:a16="http://schemas.microsoft.com/office/drawing/2014/main" id="{7C002FA1-87AB-10E7-DF14-BCD2904245D0}"/>
                </a:ext>
              </a:extLst>
            </p:cNvPr>
            <p:cNvSpPr>
              <a:spLocks noChangeArrowheads="1"/>
            </p:cNvSpPr>
            <p:nvPr userDrawn="1"/>
          </p:nvSpPr>
          <p:spPr bwMode="auto">
            <a:xfrm>
              <a:off x="547688" y="952500"/>
              <a:ext cx="12190413" cy="406717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9" name="Freeform 7">
              <a:extLst>
                <a:ext uri="{FF2B5EF4-FFF2-40B4-BE49-F238E27FC236}">
                  <a16:creationId xmlns:a16="http://schemas.microsoft.com/office/drawing/2014/main" id="{AFC16D85-BEED-1820-DFF9-5D8B0AACAC23}"/>
                </a:ext>
              </a:extLst>
            </p:cNvPr>
            <p:cNvSpPr>
              <a:spLocks/>
            </p:cNvSpPr>
            <p:nvPr userDrawn="1"/>
          </p:nvSpPr>
          <p:spPr bwMode="auto">
            <a:xfrm>
              <a:off x="4922838" y="2319338"/>
              <a:ext cx="1571625" cy="1590675"/>
            </a:xfrm>
            <a:custGeom>
              <a:avLst/>
              <a:gdLst>
                <a:gd name="T0" fmla="*/ 492 w 825"/>
                <a:gd name="T1" fmla="*/ 0 h 834"/>
                <a:gd name="T2" fmla="*/ 225 w 825"/>
                <a:gd name="T3" fmla="*/ 132 h 834"/>
                <a:gd name="T4" fmla="*/ 225 w 825"/>
                <a:gd name="T5" fmla="*/ 132 h 834"/>
                <a:gd name="T6" fmla="*/ 225 w 825"/>
                <a:gd name="T7" fmla="*/ 132 h 834"/>
                <a:gd name="T8" fmla="*/ 225 w 825"/>
                <a:gd name="T9" fmla="*/ 14 h 834"/>
                <a:gd name="T10" fmla="*/ 0 w 825"/>
                <a:gd name="T11" fmla="*/ 14 h 834"/>
                <a:gd name="T12" fmla="*/ 0 w 825"/>
                <a:gd name="T13" fmla="*/ 834 h 834"/>
                <a:gd name="T14" fmla="*/ 225 w 825"/>
                <a:gd name="T15" fmla="*/ 834 h 834"/>
                <a:gd name="T16" fmla="*/ 225 w 825"/>
                <a:gd name="T17" fmla="*/ 367 h 834"/>
                <a:gd name="T18" fmla="*/ 411 w 825"/>
                <a:gd name="T19" fmla="*/ 194 h 834"/>
                <a:gd name="T20" fmla="*/ 600 w 825"/>
                <a:gd name="T21" fmla="*/ 367 h 834"/>
                <a:gd name="T22" fmla="*/ 600 w 825"/>
                <a:gd name="T23" fmla="*/ 834 h 834"/>
                <a:gd name="T24" fmla="*/ 825 w 825"/>
                <a:gd name="T25" fmla="*/ 834 h 834"/>
                <a:gd name="T26" fmla="*/ 825 w 825"/>
                <a:gd name="T27" fmla="*/ 326 h 834"/>
                <a:gd name="T28" fmla="*/ 492 w 825"/>
                <a:gd name="T29" fmla="*/ 0 h 8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25" h="834">
                  <a:moveTo>
                    <a:pt x="492" y="0"/>
                  </a:moveTo>
                  <a:cubicBezTo>
                    <a:pt x="398" y="0"/>
                    <a:pt x="291" y="44"/>
                    <a:pt x="225" y="132"/>
                  </a:cubicBezTo>
                  <a:cubicBezTo>
                    <a:pt x="225" y="132"/>
                    <a:pt x="225" y="132"/>
                    <a:pt x="225" y="132"/>
                  </a:cubicBezTo>
                  <a:cubicBezTo>
                    <a:pt x="225" y="132"/>
                    <a:pt x="225" y="132"/>
                    <a:pt x="225" y="132"/>
                  </a:cubicBezTo>
                  <a:cubicBezTo>
                    <a:pt x="225" y="14"/>
                    <a:pt x="225" y="14"/>
                    <a:pt x="225" y="14"/>
                  </a:cubicBezTo>
                  <a:cubicBezTo>
                    <a:pt x="0" y="14"/>
                    <a:pt x="0" y="14"/>
                    <a:pt x="0" y="14"/>
                  </a:cubicBezTo>
                  <a:cubicBezTo>
                    <a:pt x="0" y="834"/>
                    <a:pt x="0" y="834"/>
                    <a:pt x="0" y="834"/>
                  </a:cubicBezTo>
                  <a:cubicBezTo>
                    <a:pt x="225" y="834"/>
                    <a:pt x="225" y="834"/>
                    <a:pt x="225" y="834"/>
                  </a:cubicBezTo>
                  <a:cubicBezTo>
                    <a:pt x="225" y="367"/>
                    <a:pt x="225" y="367"/>
                    <a:pt x="225" y="367"/>
                  </a:cubicBezTo>
                  <a:cubicBezTo>
                    <a:pt x="225" y="283"/>
                    <a:pt x="290" y="194"/>
                    <a:pt x="411" y="194"/>
                  </a:cubicBezTo>
                  <a:cubicBezTo>
                    <a:pt x="504" y="194"/>
                    <a:pt x="600" y="259"/>
                    <a:pt x="600" y="367"/>
                  </a:cubicBezTo>
                  <a:cubicBezTo>
                    <a:pt x="600" y="834"/>
                    <a:pt x="600" y="834"/>
                    <a:pt x="600" y="834"/>
                  </a:cubicBezTo>
                  <a:cubicBezTo>
                    <a:pt x="825" y="834"/>
                    <a:pt x="825" y="834"/>
                    <a:pt x="825" y="834"/>
                  </a:cubicBezTo>
                  <a:cubicBezTo>
                    <a:pt x="825" y="326"/>
                    <a:pt x="825" y="326"/>
                    <a:pt x="825" y="326"/>
                  </a:cubicBezTo>
                  <a:cubicBezTo>
                    <a:pt x="825" y="137"/>
                    <a:pt x="690" y="0"/>
                    <a:pt x="492"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0" name="Freeform 8">
              <a:extLst>
                <a:ext uri="{FF2B5EF4-FFF2-40B4-BE49-F238E27FC236}">
                  <a16:creationId xmlns:a16="http://schemas.microsoft.com/office/drawing/2014/main" id="{1F2566FE-64C0-16F6-945D-2961668799EB}"/>
                </a:ext>
              </a:extLst>
            </p:cNvPr>
            <p:cNvSpPr>
              <a:spLocks/>
            </p:cNvSpPr>
            <p:nvPr userDrawn="1"/>
          </p:nvSpPr>
          <p:spPr bwMode="auto">
            <a:xfrm>
              <a:off x="8277225" y="2346325"/>
              <a:ext cx="1755775" cy="1563688"/>
            </a:xfrm>
            <a:custGeom>
              <a:avLst/>
              <a:gdLst>
                <a:gd name="T0" fmla="*/ 797 w 1106"/>
                <a:gd name="T1" fmla="*/ 0 h 985"/>
                <a:gd name="T2" fmla="*/ 553 w 1106"/>
                <a:gd name="T3" fmla="*/ 671 h 985"/>
                <a:gd name="T4" fmla="*/ 308 w 1106"/>
                <a:gd name="T5" fmla="*/ 0 h 985"/>
                <a:gd name="T6" fmla="*/ 0 w 1106"/>
                <a:gd name="T7" fmla="*/ 0 h 985"/>
                <a:gd name="T8" fmla="*/ 405 w 1106"/>
                <a:gd name="T9" fmla="*/ 985 h 985"/>
                <a:gd name="T10" fmla="*/ 701 w 1106"/>
                <a:gd name="T11" fmla="*/ 985 h 985"/>
                <a:gd name="T12" fmla="*/ 1106 w 1106"/>
                <a:gd name="T13" fmla="*/ 0 h 985"/>
                <a:gd name="T14" fmla="*/ 797 w 1106"/>
                <a:gd name="T15" fmla="*/ 0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06" h="985">
                  <a:moveTo>
                    <a:pt x="797" y="0"/>
                  </a:moveTo>
                  <a:lnTo>
                    <a:pt x="553" y="671"/>
                  </a:lnTo>
                  <a:lnTo>
                    <a:pt x="308" y="0"/>
                  </a:lnTo>
                  <a:lnTo>
                    <a:pt x="0" y="0"/>
                  </a:lnTo>
                  <a:lnTo>
                    <a:pt x="405" y="985"/>
                  </a:lnTo>
                  <a:lnTo>
                    <a:pt x="701" y="985"/>
                  </a:lnTo>
                  <a:lnTo>
                    <a:pt x="1106" y="0"/>
                  </a:lnTo>
                  <a:lnTo>
                    <a:pt x="797"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1" name="Freeform 9">
              <a:extLst>
                <a:ext uri="{FF2B5EF4-FFF2-40B4-BE49-F238E27FC236}">
                  <a16:creationId xmlns:a16="http://schemas.microsoft.com/office/drawing/2014/main" id="{D3B60C47-FE53-B519-B5B0-91907EAADB5E}"/>
                </a:ext>
              </a:extLst>
            </p:cNvPr>
            <p:cNvSpPr>
              <a:spLocks noEditPoints="1"/>
            </p:cNvSpPr>
            <p:nvPr userDrawn="1"/>
          </p:nvSpPr>
          <p:spPr bwMode="auto">
            <a:xfrm>
              <a:off x="3138488" y="2319338"/>
              <a:ext cx="1630363" cy="1617663"/>
            </a:xfrm>
            <a:custGeom>
              <a:avLst/>
              <a:gdLst>
                <a:gd name="T0" fmla="*/ 697 w 856"/>
                <a:gd name="T1" fmla="*/ 582 h 848"/>
                <a:gd name="T2" fmla="*/ 462 w 856"/>
                <a:gd name="T3" fmla="*/ 669 h 848"/>
                <a:gd name="T4" fmla="*/ 280 w 856"/>
                <a:gd name="T5" fmla="*/ 602 h 848"/>
                <a:gd name="T6" fmla="*/ 856 w 856"/>
                <a:gd name="T7" fmla="*/ 363 h 848"/>
                <a:gd name="T8" fmla="*/ 758 w 856"/>
                <a:gd name="T9" fmla="*/ 135 h 848"/>
                <a:gd name="T10" fmla="*/ 434 w 856"/>
                <a:gd name="T11" fmla="*/ 0 h 848"/>
                <a:gd name="T12" fmla="*/ 0 w 856"/>
                <a:gd name="T13" fmla="*/ 424 h 848"/>
                <a:gd name="T14" fmla="*/ 459 w 856"/>
                <a:gd name="T15" fmla="*/ 848 h 848"/>
                <a:gd name="T16" fmla="*/ 840 w 856"/>
                <a:gd name="T17" fmla="*/ 691 h 848"/>
                <a:gd name="T18" fmla="*/ 697 w 856"/>
                <a:gd name="T19" fmla="*/ 582 h 848"/>
                <a:gd name="T20" fmla="*/ 265 w 856"/>
                <a:gd name="T21" fmla="*/ 261 h 848"/>
                <a:gd name="T22" fmla="*/ 438 w 856"/>
                <a:gd name="T23" fmla="*/ 179 h 848"/>
                <a:gd name="T24" fmla="*/ 612 w 856"/>
                <a:gd name="T25" fmla="*/ 294 h 848"/>
                <a:gd name="T26" fmla="*/ 219 w 856"/>
                <a:gd name="T27" fmla="*/ 457 h 848"/>
                <a:gd name="T28" fmla="*/ 265 w 856"/>
                <a:gd name="T29" fmla="*/ 261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56" h="848">
                  <a:moveTo>
                    <a:pt x="697" y="582"/>
                  </a:moveTo>
                  <a:cubicBezTo>
                    <a:pt x="602" y="652"/>
                    <a:pt x="548" y="669"/>
                    <a:pt x="462" y="669"/>
                  </a:cubicBezTo>
                  <a:cubicBezTo>
                    <a:pt x="384" y="669"/>
                    <a:pt x="323" y="645"/>
                    <a:pt x="280" y="602"/>
                  </a:cubicBezTo>
                  <a:cubicBezTo>
                    <a:pt x="856" y="363"/>
                    <a:pt x="856" y="363"/>
                    <a:pt x="856" y="363"/>
                  </a:cubicBezTo>
                  <a:cubicBezTo>
                    <a:pt x="843" y="275"/>
                    <a:pt x="810" y="195"/>
                    <a:pt x="758" y="135"/>
                  </a:cubicBezTo>
                  <a:cubicBezTo>
                    <a:pt x="682" y="47"/>
                    <a:pt x="570" y="0"/>
                    <a:pt x="434" y="0"/>
                  </a:cubicBezTo>
                  <a:cubicBezTo>
                    <a:pt x="186" y="0"/>
                    <a:pt x="0" y="183"/>
                    <a:pt x="0" y="424"/>
                  </a:cubicBezTo>
                  <a:cubicBezTo>
                    <a:pt x="0" y="672"/>
                    <a:pt x="187" y="848"/>
                    <a:pt x="459" y="848"/>
                  </a:cubicBezTo>
                  <a:cubicBezTo>
                    <a:pt x="611" y="848"/>
                    <a:pt x="767" y="776"/>
                    <a:pt x="840" y="691"/>
                  </a:cubicBezTo>
                  <a:lnTo>
                    <a:pt x="697" y="582"/>
                  </a:lnTo>
                  <a:close/>
                  <a:moveTo>
                    <a:pt x="265" y="261"/>
                  </a:moveTo>
                  <a:cubicBezTo>
                    <a:pt x="303" y="210"/>
                    <a:pt x="364" y="179"/>
                    <a:pt x="438" y="179"/>
                  </a:cubicBezTo>
                  <a:cubicBezTo>
                    <a:pt x="519" y="179"/>
                    <a:pt x="581" y="226"/>
                    <a:pt x="612" y="294"/>
                  </a:cubicBezTo>
                  <a:cubicBezTo>
                    <a:pt x="219" y="457"/>
                    <a:pt x="219" y="457"/>
                    <a:pt x="219" y="457"/>
                  </a:cubicBezTo>
                  <a:cubicBezTo>
                    <a:pt x="208" y="374"/>
                    <a:pt x="230" y="308"/>
                    <a:pt x="265" y="26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2" name="Freeform 10">
              <a:extLst>
                <a:ext uri="{FF2B5EF4-FFF2-40B4-BE49-F238E27FC236}">
                  <a16:creationId xmlns:a16="http://schemas.microsoft.com/office/drawing/2014/main" id="{51BD7309-4598-0B4D-F955-25A4778655B5}"/>
                </a:ext>
              </a:extLst>
            </p:cNvPr>
            <p:cNvSpPr>
              <a:spLocks/>
            </p:cNvSpPr>
            <p:nvPr userDrawn="1"/>
          </p:nvSpPr>
          <p:spPr bwMode="auto">
            <a:xfrm>
              <a:off x="1685925" y="1879600"/>
              <a:ext cx="1409700" cy="2030413"/>
            </a:xfrm>
            <a:custGeom>
              <a:avLst/>
              <a:gdLst>
                <a:gd name="T0" fmla="*/ 888 w 888"/>
                <a:gd name="T1" fmla="*/ 1030 h 1279"/>
                <a:gd name="T2" fmla="*/ 274 w 888"/>
                <a:gd name="T3" fmla="*/ 1030 h 1279"/>
                <a:gd name="T4" fmla="*/ 274 w 888"/>
                <a:gd name="T5" fmla="*/ 0 h 1279"/>
                <a:gd name="T6" fmla="*/ 0 w 888"/>
                <a:gd name="T7" fmla="*/ 0 h 1279"/>
                <a:gd name="T8" fmla="*/ 0 w 888"/>
                <a:gd name="T9" fmla="*/ 1279 h 1279"/>
                <a:gd name="T10" fmla="*/ 888 w 888"/>
                <a:gd name="T11" fmla="*/ 1279 h 1279"/>
                <a:gd name="T12" fmla="*/ 888 w 888"/>
                <a:gd name="T13" fmla="*/ 1030 h 1279"/>
              </a:gdLst>
              <a:ahLst/>
              <a:cxnLst>
                <a:cxn ang="0">
                  <a:pos x="T0" y="T1"/>
                </a:cxn>
                <a:cxn ang="0">
                  <a:pos x="T2" y="T3"/>
                </a:cxn>
                <a:cxn ang="0">
                  <a:pos x="T4" y="T5"/>
                </a:cxn>
                <a:cxn ang="0">
                  <a:pos x="T6" y="T7"/>
                </a:cxn>
                <a:cxn ang="0">
                  <a:pos x="T8" y="T9"/>
                </a:cxn>
                <a:cxn ang="0">
                  <a:pos x="T10" y="T11"/>
                </a:cxn>
                <a:cxn ang="0">
                  <a:pos x="T12" y="T13"/>
                </a:cxn>
              </a:cxnLst>
              <a:rect l="0" t="0" r="r" b="b"/>
              <a:pathLst>
                <a:path w="888" h="1279">
                  <a:moveTo>
                    <a:pt x="888" y="1030"/>
                  </a:moveTo>
                  <a:lnTo>
                    <a:pt x="274" y="1030"/>
                  </a:lnTo>
                  <a:lnTo>
                    <a:pt x="274" y="0"/>
                  </a:lnTo>
                  <a:lnTo>
                    <a:pt x="0" y="0"/>
                  </a:lnTo>
                  <a:lnTo>
                    <a:pt x="0" y="1279"/>
                  </a:lnTo>
                  <a:lnTo>
                    <a:pt x="888" y="1279"/>
                  </a:lnTo>
                  <a:lnTo>
                    <a:pt x="888" y="103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3" name="Freeform 10">
              <a:extLst>
                <a:ext uri="{FF2B5EF4-FFF2-40B4-BE49-F238E27FC236}">
                  <a16:creationId xmlns:a16="http://schemas.microsoft.com/office/drawing/2014/main" id="{3AB317A1-606F-084E-CD32-A64A53D259C5}"/>
                </a:ext>
              </a:extLst>
            </p:cNvPr>
            <p:cNvSpPr>
              <a:spLocks noEditPoints="1"/>
            </p:cNvSpPr>
            <p:nvPr userDrawn="1"/>
          </p:nvSpPr>
          <p:spPr bwMode="auto">
            <a:xfrm>
              <a:off x="9966325" y="2319338"/>
              <a:ext cx="1677988" cy="1617663"/>
            </a:xfrm>
            <a:custGeom>
              <a:avLst/>
              <a:gdLst>
                <a:gd name="T0" fmla="*/ 439 w 881"/>
                <a:gd name="T1" fmla="*/ 848 h 848"/>
                <a:gd name="T2" fmla="*/ 0 w 881"/>
                <a:gd name="T3" fmla="*/ 424 h 848"/>
                <a:gd name="T4" fmla="*/ 442 w 881"/>
                <a:gd name="T5" fmla="*/ 0 h 848"/>
                <a:gd name="T6" fmla="*/ 881 w 881"/>
                <a:gd name="T7" fmla="*/ 424 h 848"/>
                <a:gd name="T8" fmla="*/ 439 w 881"/>
                <a:gd name="T9" fmla="*/ 848 h 848"/>
                <a:gd name="T10" fmla="*/ 439 w 881"/>
                <a:gd name="T11" fmla="*/ 193 h 848"/>
                <a:gd name="T12" fmla="*/ 222 w 881"/>
                <a:gd name="T13" fmla="*/ 424 h 848"/>
                <a:gd name="T14" fmla="*/ 442 w 881"/>
                <a:gd name="T15" fmla="*/ 655 h 848"/>
                <a:gd name="T16" fmla="*/ 659 w 881"/>
                <a:gd name="T17" fmla="*/ 424 h 848"/>
                <a:gd name="T18" fmla="*/ 439 w 881"/>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1" h="848">
                  <a:moveTo>
                    <a:pt x="439" y="848"/>
                  </a:moveTo>
                  <a:cubicBezTo>
                    <a:pt x="193" y="848"/>
                    <a:pt x="0" y="664"/>
                    <a:pt x="0" y="424"/>
                  </a:cubicBezTo>
                  <a:cubicBezTo>
                    <a:pt x="0" y="186"/>
                    <a:pt x="194" y="0"/>
                    <a:pt x="442" y="0"/>
                  </a:cubicBezTo>
                  <a:cubicBezTo>
                    <a:pt x="688" y="0"/>
                    <a:pt x="881" y="184"/>
                    <a:pt x="881" y="424"/>
                  </a:cubicBezTo>
                  <a:cubicBezTo>
                    <a:pt x="881" y="662"/>
                    <a:pt x="687" y="848"/>
                    <a:pt x="439" y="848"/>
                  </a:cubicBezTo>
                  <a:moveTo>
                    <a:pt x="439" y="193"/>
                  </a:moveTo>
                  <a:cubicBezTo>
                    <a:pt x="313" y="193"/>
                    <a:pt x="222" y="288"/>
                    <a:pt x="222" y="424"/>
                  </a:cubicBezTo>
                  <a:cubicBezTo>
                    <a:pt x="222" y="553"/>
                    <a:pt x="319" y="655"/>
                    <a:pt x="442" y="655"/>
                  </a:cubicBezTo>
                  <a:cubicBezTo>
                    <a:pt x="568" y="655"/>
                    <a:pt x="659" y="557"/>
                    <a:pt x="659" y="424"/>
                  </a:cubicBezTo>
                  <a:cubicBezTo>
                    <a:pt x="659" y="295"/>
                    <a:pt x="562"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4" name="Freeform 11">
              <a:extLst>
                <a:ext uri="{FF2B5EF4-FFF2-40B4-BE49-F238E27FC236}">
                  <a16:creationId xmlns:a16="http://schemas.microsoft.com/office/drawing/2014/main" id="{3ECEF077-D5E5-A906-C26A-748935BA5E8F}"/>
                </a:ext>
              </a:extLst>
            </p:cNvPr>
            <p:cNvSpPr>
              <a:spLocks noEditPoints="1"/>
            </p:cNvSpPr>
            <p:nvPr userDrawn="1"/>
          </p:nvSpPr>
          <p:spPr bwMode="auto">
            <a:xfrm>
              <a:off x="6664325" y="2319338"/>
              <a:ext cx="1679575" cy="1617663"/>
            </a:xfrm>
            <a:custGeom>
              <a:avLst/>
              <a:gdLst>
                <a:gd name="T0" fmla="*/ 439 w 882"/>
                <a:gd name="T1" fmla="*/ 848 h 848"/>
                <a:gd name="T2" fmla="*/ 0 w 882"/>
                <a:gd name="T3" fmla="*/ 424 h 848"/>
                <a:gd name="T4" fmla="*/ 442 w 882"/>
                <a:gd name="T5" fmla="*/ 0 h 848"/>
                <a:gd name="T6" fmla="*/ 882 w 882"/>
                <a:gd name="T7" fmla="*/ 424 h 848"/>
                <a:gd name="T8" fmla="*/ 439 w 882"/>
                <a:gd name="T9" fmla="*/ 848 h 848"/>
                <a:gd name="T10" fmla="*/ 439 w 882"/>
                <a:gd name="T11" fmla="*/ 193 h 848"/>
                <a:gd name="T12" fmla="*/ 222 w 882"/>
                <a:gd name="T13" fmla="*/ 424 h 848"/>
                <a:gd name="T14" fmla="*/ 442 w 882"/>
                <a:gd name="T15" fmla="*/ 655 h 848"/>
                <a:gd name="T16" fmla="*/ 660 w 882"/>
                <a:gd name="T17" fmla="*/ 424 h 848"/>
                <a:gd name="T18" fmla="*/ 439 w 882"/>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2" h="848">
                  <a:moveTo>
                    <a:pt x="439" y="848"/>
                  </a:moveTo>
                  <a:cubicBezTo>
                    <a:pt x="193" y="848"/>
                    <a:pt x="0" y="664"/>
                    <a:pt x="0" y="424"/>
                  </a:cubicBezTo>
                  <a:cubicBezTo>
                    <a:pt x="0" y="186"/>
                    <a:pt x="195" y="0"/>
                    <a:pt x="442" y="0"/>
                  </a:cubicBezTo>
                  <a:cubicBezTo>
                    <a:pt x="689" y="0"/>
                    <a:pt x="882" y="184"/>
                    <a:pt x="882" y="424"/>
                  </a:cubicBezTo>
                  <a:cubicBezTo>
                    <a:pt x="882" y="662"/>
                    <a:pt x="687" y="848"/>
                    <a:pt x="439" y="848"/>
                  </a:cubicBezTo>
                  <a:moveTo>
                    <a:pt x="439" y="193"/>
                  </a:moveTo>
                  <a:cubicBezTo>
                    <a:pt x="314" y="193"/>
                    <a:pt x="222" y="288"/>
                    <a:pt x="222" y="424"/>
                  </a:cubicBezTo>
                  <a:cubicBezTo>
                    <a:pt x="222" y="553"/>
                    <a:pt x="319" y="655"/>
                    <a:pt x="442" y="655"/>
                  </a:cubicBezTo>
                  <a:cubicBezTo>
                    <a:pt x="568" y="655"/>
                    <a:pt x="660" y="557"/>
                    <a:pt x="660" y="424"/>
                  </a:cubicBezTo>
                  <a:cubicBezTo>
                    <a:pt x="660" y="295"/>
                    <a:pt x="563"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grpSp>
      <p:sp>
        <p:nvSpPr>
          <p:cNvPr id="46" name="Title 16"/>
          <p:cNvSpPr>
            <a:spLocks noGrp="1"/>
          </p:cNvSpPr>
          <p:nvPr>
            <p:ph type="title" hasCustomPrompt="1"/>
          </p:nvPr>
        </p:nvSpPr>
        <p:spPr bwMode="gray">
          <a:xfrm>
            <a:off x="750529" y="1549492"/>
            <a:ext cx="9923824" cy="2405203"/>
          </a:xfrm>
          <a:prstGeom prst="rect">
            <a:avLst/>
          </a:prstGeom>
        </p:spPr>
        <p:txBody>
          <a:bodyPr lIns="0" tIns="0" rIns="0" bIns="0" anchor="b" anchorCtr="0"/>
          <a:lstStyle>
            <a:lvl1pPr marL="0" algn="l" defTabSz="1218987" rtl="0" eaLnBrk="1" latinLnBrk="0" hangingPunct="1">
              <a:lnSpc>
                <a:spcPct val="75000"/>
              </a:lnSpc>
              <a:spcBef>
                <a:spcPct val="0"/>
              </a:spcBef>
              <a:buNone/>
              <a:defRPr lang="en-US" sz="6000" b="1" kern="1200" cap="none" spc="-150" baseline="0" dirty="0">
                <a:solidFill>
                  <a:schemeClr val="bg1"/>
                </a:solidFill>
                <a:latin typeface="Arial" pitchFamily="34" charset="0"/>
                <a:ea typeface="+mn-ea"/>
                <a:cs typeface="Arial" pitchFamily="34" charset="0"/>
              </a:defRPr>
            </a:lvl1pPr>
          </a:lstStyle>
          <a:p>
            <a:r>
              <a:rPr lang="en-US"/>
              <a:t>Section header</a:t>
            </a:r>
          </a:p>
        </p:txBody>
      </p:sp>
      <p:sp>
        <p:nvSpPr>
          <p:cNvPr id="11" name="Text Placeholder 2"/>
          <p:cNvSpPr>
            <a:spLocks noGrp="1"/>
          </p:cNvSpPr>
          <p:nvPr>
            <p:ph type="body" idx="1" hasCustomPrompt="1"/>
          </p:nvPr>
        </p:nvSpPr>
        <p:spPr bwMode="white">
          <a:xfrm>
            <a:off x="750529" y="4328650"/>
            <a:ext cx="9923824" cy="327013"/>
          </a:xfrm>
          <a:prstGeom prst="rect">
            <a:avLst/>
          </a:prstGeom>
        </p:spPr>
        <p:txBody>
          <a:bodyPr wrap="square" lIns="0" tIns="0" rIns="0" bIns="0" anchor="t" anchorCtr="0">
            <a:spAutoFit/>
          </a:bodyPr>
          <a:lstStyle>
            <a:lvl1pPr marL="0" indent="0">
              <a:lnSpc>
                <a:spcPct val="85000"/>
              </a:lnSpc>
              <a:spcBef>
                <a:spcPts val="0"/>
              </a:spcBef>
              <a:buNone/>
              <a:defRPr sz="2500" spc="0" baseline="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Subhead here</a:t>
            </a:r>
          </a:p>
        </p:txBody>
      </p:sp>
      <p:sp>
        <p:nvSpPr>
          <p:cNvPr id="5" name="Slide Number Placeholder 4">
            <a:extLst>
              <a:ext uri="{FF2B5EF4-FFF2-40B4-BE49-F238E27FC236}">
                <a16:creationId xmlns:a16="http://schemas.microsoft.com/office/drawing/2014/main" id="{E7C22F89-ADF9-0A52-8877-914CA372E2DE}"/>
              </a:ext>
            </a:extLst>
          </p:cNvPr>
          <p:cNvSpPr>
            <a:spLocks noGrp="1"/>
          </p:cNvSpPr>
          <p:nvPr>
            <p:ph type="sldNum" sz="quarter" idx="10"/>
          </p:nvPr>
        </p:nvSpPr>
        <p:spPr/>
        <p:txBody>
          <a:bodyPr/>
          <a:lstStyle>
            <a:lvl1pPr>
              <a:defRPr>
                <a:solidFill>
                  <a:schemeClr val="bg1"/>
                </a:solidFill>
              </a:defRPr>
            </a:lvl1pPr>
          </a:lstStyle>
          <a:p>
            <a:fld id="{6D22F896-40B5-4ADD-8801-0D06FADFA095}" type="slidenum">
              <a:rPr lang="en-US" smtClean="0"/>
              <a:pPr/>
              <a:t>‹#›</a:t>
            </a:fld>
            <a:endParaRPr lang="en-US"/>
          </a:p>
        </p:txBody>
      </p:sp>
    </p:spTree>
    <p:extLst>
      <p:ext uri="{BB962C8B-B14F-4D97-AF65-F5344CB8AC3E}">
        <p14:creationId xmlns:p14="http://schemas.microsoft.com/office/powerpoint/2010/main" val="3876307937"/>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1" name="Title 28"/>
          <p:cNvSpPr>
            <a:spLocks noGrp="1"/>
          </p:cNvSpPr>
          <p:nvPr>
            <p:ph type="title" hasCustomPrompt="1"/>
          </p:nvPr>
        </p:nvSpPr>
        <p:spPr bwMode="gray">
          <a:xfrm>
            <a:off x="760611" y="442528"/>
            <a:ext cx="10670780" cy="418576"/>
          </a:xfrm>
          <a:prstGeom prst="rect">
            <a:avLst/>
          </a:prstGeom>
        </p:spPr>
        <p:txBody>
          <a:bodyPr wrap="square" lIns="0" tIns="0" rIns="0" bIns="0" anchor="t" anchorCtr="0">
            <a:noAutofit/>
          </a:bodyPr>
          <a:lstStyle>
            <a:lvl1pPr marL="0" algn="l" defTabSz="1218987" rtl="0" eaLnBrk="1" latinLnBrk="0" hangingPunct="1">
              <a:lnSpc>
                <a:spcPct val="85000"/>
              </a:lnSpc>
              <a:spcBef>
                <a:spcPct val="0"/>
              </a:spcBef>
              <a:buNone/>
              <a:tabLst>
                <a:tab pos="1218987" algn="l"/>
              </a:tabLst>
              <a:defRPr lang="en-US" sz="3200" b="1" kern="1200" cap="none" spc="-150" baseline="0" dirty="0">
                <a:solidFill>
                  <a:schemeClr val="tx1"/>
                </a:solidFill>
                <a:latin typeface="Arial" pitchFamily="34" charset="0"/>
                <a:ea typeface="+mn-ea"/>
                <a:cs typeface="Arial" pitchFamily="34" charset="0"/>
              </a:defRPr>
            </a:lvl1pPr>
          </a:lstStyle>
          <a:p>
            <a:r>
              <a:rPr lang="en-US"/>
              <a:t>Click to edit master title</a:t>
            </a:r>
          </a:p>
        </p:txBody>
      </p:sp>
      <p:sp>
        <p:nvSpPr>
          <p:cNvPr id="2" name="Slide Number Placeholder 1">
            <a:extLst>
              <a:ext uri="{FF2B5EF4-FFF2-40B4-BE49-F238E27FC236}">
                <a16:creationId xmlns:a16="http://schemas.microsoft.com/office/drawing/2014/main" id="{99A0C0A2-1C95-CF60-15E7-57B445A89924}"/>
              </a:ext>
            </a:extLst>
          </p:cNvPr>
          <p:cNvSpPr>
            <a:spLocks noGrp="1"/>
          </p:cNvSpPr>
          <p:nvPr>
            <p:ph type="sldNum" sz="quarter" idx="10"/>
          </p:nvPr>
        </p:nvSpPr>
        <p:spPr/>
        <p:txBody>
          <a:bodyPr/>
          <a:lstStyle/>
          <a:p>
            <a:fld id="{6D22F896-40B5-4ADD-8801-0D06FADFA095}" type="slidenum">
              <a:rPr lang="en-US" smtClean="0"/>
              <a:pPr/>
              <a:t>‹#›</a:t>
            </a:fld>
            <a:endParaRPr lang="en-US"/>
          </a:p>
        </p:txBody>
      </p:sp>
    </p:spTree>
    <p:extLst>
      <p:ext uri="{BB962C8B-B14F-4D97-AF65-F5344CB8AC3E}">
        <p14:creationId xmlns:p14="http://schemas.microsoft.com/office/powerpoint/2010/main" val="1017169881"/>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Only_Black">
    <p:bg>
      <p:bgPr>
        <a:solidFill>
          <a:srgbClr val="1E0113"/>
        </a:solidFill>
        <a:effectLst/>
      </p:bgPr>
    </p:bg>
    <p:spTree>
      <p:nvGrpSpPr>
        <p:cNvPr id="1" name=""/>
        <p:cNvGrpSpPr/>
        <p:nvPr/>
      </p:nvGrpSpPr>
      <p:grpSpPr>
        <a:xfrm>
          <a:off x="0" y="0"/>
          <a:ext cx="0" cy="0"/>
          <a:chOff x="0" y="0"/>
          <a:chExt cx="0" cy="0"/>
        </a:xfrm>
      </p:grpSpPr>
      <p:pic>
        <p:nvPicPr>
          <p:cNvPr id="3" name="Picture 2" descr="Circle&#10;&#10;Description automatically generated">
            <a:extLst>
              <a:ext uri="{FF2B5EF4-FFF2-40B4-BE49-F238E27FC236}">
                <a16:creationId xmlns:a16="http://schemas.microsoft.com/office/drawing/2014/main" id="{9C9F70BD-BE54-1A3C-E602-C4BED9883610}"/>
              </a:ext>
            </a:extLst>
          </p:cNvPr>
          <p:cNvPicPr>
            <a:picLocks noChangeAspect="1"/>
          </p:cNvPicPr>
          <p:nvPr userDrawn="1"/>
        </p:nvPicPr>
        <p:blipFill>
          <a:blip r:embed="rId2"/>
          <a:stretch>
            <a:fillRect/>
          </a:stretch>
        </p:blipFill>
        <p:spPr>
          <a:xfrm>
            <a:off x="219" y="0"/>
            <a:ext cx="12191564" cy="6858000"/>
          </a:xfrm>
          <a:prstGeom prst="rect">
            <a:avLst/>
          </a:prstGeom>
        </p:spPr>
      </p:pic>
      <p:sp>
        <p:nvSpPr>
          <p:cNvPr id="21" name="Title 28"/>
          <p:cNvSpPr>
            <a:spLocks noGrp="1"/>
          </p:cNvSpPr>
          <p:nvPr>
            <p:ph type="title" hasCustomPrompt="1"/>
          </p:nvPr>
        </p:nvSpPr>
        <p:spPr bwMode="gray">
          <a:xfrm>
            <a:off x="760611" y="442528"/>
            <a:ext cx="10670780" cy="418576"/>
          </a:xfrm>
          <a:prstGeom prst="rect">
            <a:avLst/>
          </a:prstGeom>
        </p:spPr>
        <p:txBody>
          <a:bodyPr wrap="square" lIns="0" tIns="0" rIns="0" bIns="0" anchor="t" anchorCtr="0">
            <a:noAutofit/>
          </a:bodyPr>
          <a:lstStyle>
            <a:lvl1pPr marL="0" algn="l" defTabSz="1218987" rtl="0" eaLnBrk="1" latinLnBrk="0" hangingPunct="1">
              <a:lnSpc>
                <a:spcPct val="85000"/>
              </a:lnSpc>
              <a:spcBef>
                <a:spcPct val="0"/>
              </a:spcBef>
              <a:buNone/>
              <a:tabLst>
                <a:tab pos="1218987" algn="l"/>
              </a:tabLst>
              <a:defRPr lang="en-US" sz="3200" b="1" kern="1200" cap="none" spc="-150" baseline="0" dirty="0">
                <a:solidFill>
                  <a:schemeClr val="bg1"/>
                </a:solidFill>
                <a:latin typeface="Arial" pitchFamily="34" charset="0"/>
                <a:ea typeface="+mn-ea"/>
                <a:cs typeface="Arial" pitchFamily="34" charset="0"/>
              </a:defRPr>
            </a:lvl1pPr>
          </a:lstStyle>
          <a:p>
            <a:r>
              <a:rPr lang="en-US"/>
              <a:t>Click to edit master title</a:t>
            </a:r>
          </a:p>
        </p:txBody>
      </p:sp>
      <p:sp>
        <p:nvSpPr>
          <p:cNvPr id="2" name="Slide Number Placeholder 1">
            <a:extLst>
              <a:ext uri="{FF2B5EF4-FFF2-40B4-BE49-F238E27FC236}">
                <a16:creationId xmlns:a16="http://schemas.microsoft.com/office/drawing/2014/main" id="{A245D89D-54AB-A7D6-4141-95E6B3C3695D}"/>
              </a:ext>
            </a:extLst>
          </p:cNvPr>
          <p:cNvSpPr>
            <a:spLocks noGrp="1"/>
          </p:cNvSpPr>
          <p:nvPr>
            <p:ph type="sldNum" sz="quarter" idx="10"/>
          </p:nvPr>
        </p:nvSpPr>
        <p:spPr/>
        <p:txBody>
          <a:bodyPr/>
          <a:lstStyle>
            <a:lvl1pPr>
              <a:defRPr>
                <a:solidFill>
                  <a:schemeClr val="bg1"/>
                </a:solidFill>
              </a:defRPr>
            </a:lvl1pPr>
          </a:lstStyle>
          <a:p>
            <a:fld id="{6D22F896-40B5-4ADD-8801-0D06FADFA095}" type="slidenum">
              <a:rPr lang="en-US" smtClean="0"/>
              <a:pPr/>
              <a:t>‹#›</a:t>
            </a:fld>
            <a:endParaRPr lang="en-US"/>
          </a:p>
        </p:txBody>
      </p:sp>
    </p:spTree>
    <p:extLst>
      <p:ext uri="{BB962C8B-B14F-4D97-AF65-F5344CB8AC3E}">
        <p14:creationId xmlns:p14="http://schemas.microsoft.com/office/powerpoint/2010/main" val="2514004186"/>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with Subtitle Only">
    <p:bg>
      <p:bgPr>
        <a:solidFill>
          <a:schemeClr val="bg1"/>
        </a:solidFill>
        <a:effectLst/>
      </p:bgPr>
    </p:bg>
    <p:spTree>
      <p:nvGrpSpPr>
        <p:cNvPr id="1" name=""/>
        <p:cNvGrpSpPr/>
        <p:nvPr/>
      </p:nvGrpSpPr>
      <p:grpSpPr>
        <a:xfrm>
          <a:off x="0" y="0"/>
          <a:ext cx="0" cy="0"/>
          <a:chOff x="0" y="0"/>
          <a:chExt cx="0" cy="0"/>
        </a:xfrm>
      </p:grpSpPr>
      <p:sp>
        <p:nvSpPr>
          <p:cNvPr id="23" name="Text Placeholder 2"/>
          <p:cNvSpPr>
            <a:spLocks noGrp="1"/>
          </p:cNvSpPr>
          <p:nvPr>
            <p:ph type="body" idx="10" hasCustomPrompt="1"/>
          </p:nvPr>
        </p:nvSpPr>
        <p:spPr bwMode="gray">
          <a:xfrm>
            <a:off x="760610" y="931563"/>
            <a:ext cx="10673828" cy="261610"/>
          </a:xfrm>
          <a:prstGeom prst="rect">
            <a:avLst/>
          </a:prstGeom>
        </p:spPr>
        <p:txBody>
          <a:bodyPr lIns="0" tIns="0" rIns="0" bIns="0" anchor="t" anchorCtr="0">
            <a:noAutofit/>
          </a:bodyPr>
          <a:lstStyle>
            <a:lvl1pPr marL="0" indent="0">
              <a:lnSpc>
                <a:spcPct val="85000"/>
              </a:lnSpc>
              <a:spcBef>
                <a:spcPts val="0"/>
              </a:spcBef>
              <a:buNone/>
              <a:defRPr sz="2000" b="0">
                <a:solidFill>
                  <a:schemeClr val="tx1"/>
                </a:solidFill>
                <a:latin typeface="Arial" pitchFamily="34" charset="0"/>
                <a:cs typeface="Arial" pitchFamily="34" charset="0"/>
              </a:defRPr>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a:t>Click to edit master text styles</a:t>
            </a:r>
          </a:p>
        </p:txBody>
      </p:sp>
      <p:sp>
        <p:nvSpPr>
          <p:cNvPr id="11" name="Title 28"/>
          <p:cNvSpPr>
            <a:spLocks noGrp="1"/>
          </p:cNvSpPr>
          <p:nvPr>
            <p:ph type="title" hasCustomPrompt="1"/>
          </p:nvPr>
        </p:nvSpPr>
        <p:spPr bwMode="gray">
          <a:xfrm>
            <a:off x="760611" y="442528"/>
            <a:ext cx="10670780" cy="418576"/>
          </a:xfrm>
          <a:prstGeom prst="rect">
            <a:avLst/>
          </a:prstGeom>
        </p:spPr>
        <p:txBody>
          <a:bodyPr wrap="square" lIns="0" tIns="0" rIns="0" bIns="0" anchor="t" anchorCtr="0">
            <a:noAutofit/>
          </a:bodyPr>
          <a:lstStyle>
            <a:lvl1pPr marL="0" algn="l" defTabSz="1218987" rtl="0" eaLnBrk="1" latinLnBrk="0" hangingPunct="1">
              <a:lnSpc>
                <a:spcPct val="85000"/>
              </a:lnSpc>
              <a:spcBef>
                <a:spcPct val="0"/>
              </a:spcBef>
              <a:buNone/>
              <a:tabLst>
                <a:tab pos="1218987" algn="l"/>
              </a:tabLst>
              <a:defRPr lang="en-US" sz="3200" b="1" kern="1200" cap="none" spc="-150" baseline="0" dirty="0">
                <a:solidFill>
                  <a:schemeClr val="tx1"/>
                </a:solidFill>
                <a:latin typeface="Arial" pitchFamily="34" charset="0"/>
                <a:ea typeface="+mn-ea"/>
                <a:cs typeface="Arial" pitchFamily="34" charset="0"/>
              </a:defRPr>
            </a:lvl1pPr>
          </a:lstStyle>
          <a:p>
            <a:r>
              <a:rPr lang="en-US"/>
              <a:t>Click to edit master title</a:t>
            </a:r>
          </a:p>
        </p:txBody>
      </p:sp>
      <p:sp>
        <p:nvSpPr>
          <p:cNvPr id="2" name="Slide Number Placeholder 1">
            <a:extLst>
              <a:ext uri="{FF2B5EF4-FFF2-40B4-BE49-F238E27FC236}">
                <a16:creationId xmlns:a16="http://schemas.microsoft.com/office/drawing/2014/main" id="{C55B6443-4299-282C-565B-68E5F9702780}"/>
              </a:ext>
            </a:extLst>
          </p:cNvPr>
          <p:cNvSpPr>
            <a:spLocks noGrp="1"/>
          </p:cNvSpPr>
          <p:nvPr>
            <p:ph type="sldNum" sz="quarter" idx="11"/>
          </p:nvPr>
        </p:nvSpPr>
        <p:spPr/>
        <p:txBody>
          <a:bodyPr/>
          <a:lstStyle/>
          <a:p>
            <a:fld id="{6D22F896-40B5-4ADD-8801-0D06FADFA095}" type="slidenum">
              <a:rPr lang="en-US" smtClean="0"/>
              <a:pPr/>
              <a:t>‹#›</a:t>
            </a:fld>
            <a:endParaRPr lang="en-US"/>
          </a:p>
        </p:txBody>
      </p:sp>
    </p:spTree>
    <p:extLst>
      <p:ext uri="{BB962C8B-B14F-4D97-AF65-F5344CB8AC3E}">
        <p14:creationId xmlns:p14="http://schemas.microsoft.com/office/powerpoint/2010/main" val="748543277"/>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with Subtitle Only_Black">
    <p:bg>
      <p:bgPr>
        <a:solidFill>
          <a:srgbClr val="1E0113"/>
        </a:solidFill>
        <a:effectLst/>
      </p:bgPr>
    </p:bg>
    <p:spTree>
      <p:nvGrpSpPr>
        <p:cNvPr id="1" name=""/>
        <p:cNvGrpSpPr/>
        <p:nvPr/>
      </p:nvGrpSpPr>
      <p:grpSpPr>
        <a:xfrm>
          <a:off x="0" y="0"/>
          <a:ext cx="0" cy="0"/>
          <a:chOff x="0" y="0"/>
          <a:chExt cx="0" cy="0"/>
        </a:xfrm>
      </p:grpSpPr>
      <p:pic>
        <p:nvPicPr>
          <p:cNvPr id="3" name="Picture 2" descr="Circle&#10;&#10;Description automatically generated">
            <a:extLst>
              <a:ext uri="{FF2B5EF4-FFF2-40B4-BE49-F238E27FC236}">
                <a16:creationId xmlns:a16="http://schemas.microsoft.com/office/drawing/2014/main" id="{F4287927-EBF6-8C61-F8E2-301FE7F3F210}"/>
              </a:ext>
            </a:extLst>
          </p:cNvPr>
          <p:cNvPicPr>
            <a:picLocks noChangeAspect="1"/>
          </p:cNvPicPr>
          <p:nvPr userDrawn="1"/>
        </p:nvPicPr>
        <p:blipFill>
          <a:blip r:embed="rId2"/>
          <a:stretch>
            <a:fillRect/>
          </a:stretch>
        </p:blipFill>
        <p:spPr>
          <a:xfrm>
            <a:off x="219" y="0"/>
            <a:ext cx="12191564" cy="6858000"/>
          </a:xfrm>
          <a:prstGeom prst="rect">
            <a:avLst/>
          </a:prstGeom>
        </p:spPr>
      </p:pic>
      <p:sp>
        <p:nvSpPr>
          <p:cNvPr id="23" name="Text Placeholder 2"/>
          <p:cNvSpPr>
            <a:spLocks noGrp="1"/>
          </p:cNvSpPr>
          <p:nvPr>
            <p:ph type="body" idx="10" hasCustomPrompt="1"/>
          </p:nvPr>
        </p:nvSpPr>
        <p:spPr bwMode="gray">
          <a:xfrm>
            <a:off x="760610" y="931563"/>
            <a:ext cx="10673828" cy="261610"/>
          </a:xfrm>
          <a:prstGeom prst="rect">
            <a:avLst/>
          </a:prstGeom>
        </p:spPr>
        <p:txBody>
          <a:bodyPr lIns="0" tIns="0" rIns="0" bIns="0" anchor="t" anchorCtr="0">
            <a:noAutofit/>
          </a:bodyPr>
          <a:lstStyle>
            <a:lvl1pPr marL="0" indent="0">
              <a:lnSpc>
                <a:spcPct val="85000"/>
              </a:lnSpc>
              <a:spcBef>
                <a:spcPts val="0"/>
              </a:spcBef>
              <a:buNone/>
              <a:defRPr sz="2000" b="0">
                <a:solidFill>
                  <a:schemeClr val="bg1"/>
                </a:solidFill>
                <a:latin typeface="Arial" pitchFamily="34" charset="0"/>
                <a:cs typeface="Arial" pitchFamily="34" charset="0"/>
              </a:defRPr>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a:t>Click to edit master text styles</a:t>
            </a:r>
          </a:p>
        </p:txBody>
      </p:sp>
      <p:sp>
        <p:nvSpPr>
          <p:cNvPr id="11" name="Title 28"/>
          <p:cNvSpPr>
            <a:spLocks noGrp="1"/>
          </p:cNvSpPr>
          <p:nvPr>
            <p:ph type="title" hasCustomPrompt="1"/>
          </p:nvPr>
        </p:nvSpPr>
        <p:spPr bwMode="gray">
          <a:xfrm>
            <a:off x="760610" y="442528"/>
            <a:ext cx="10673828" cy="418576"/>
          </a:xfrm>
          <a:prstGeom prst="rect">
            <a:avLst/>
          </a:prstGeom>
        </p:spPr>
        <p:txBody>
          <a:bodyPr wrap="square" lIns="0" tIns="0" rIns="0" bIns="0" anchor="t" anchorCtr="0">
            <a:noAutofit/>
          </a:bodyPr>
          <a:lstStyle>
            <a:lvl1pPr marL="0" algn="l" defTabSz="1218987" rtl="0" eaLnBrk="1" latinLnBrk="0" hangingPunct="1">
              <a:lnSpc>
                <a:spcPct val="85000"/>
              </a:lnSpc>
              <a:spcBef>
                <a:spcPct val="0"/>
              </a:spcBef>
              <a:buNone/>
              <a:tabLst>
                <a:tab pos="1218987" algn="l"/>
              </a:tabLst>
              <a:defRPr lang="en-US" sz="3200" b="1" kern="1200" cap="none" spc="-150" baseline="0" dirty="0">
                <a:solidFill>
                  <a:schemeClr val="bg1"/>
                </a:solidFill>
                <a:latin typeface="Arial" pitchFamily="34" charset="0"/>
                <a:ea typeface="+mn-ea"/>
                <a:cs typeface="Arial" pitchFamily="34" charset="0"/>
              </a:defRPr>
            </a:lvl1pPr>
          </a:lstStyle>
          <a:p>
            <a:r>
              <a:rPr lang="en-US"/>
              <a:t>Click to edit master title</a:t>
            </a:r>
          </a:p>
        </p:txBody>
      </p:sp>
      <p:sp>
        <p:nvSpPr>
          <p:cNvPr id="2" name="Slide Number Placeholder 1">
            <a:extLst>
              <a:ext uri="{FF2B5EF4-FFF2-40B4-BE49-F238E27FC236}">
                <a16:creationId xmlns:a16="http://schemas.microsoft.com/office/drawing/2014/main" id="{BC296FD5-38BC-1E97-5513-17F333DF59B9}"/>
              </a:ext>
            </a:extLst>
          </p:cNvPr>
          <p:cNvSpPr>
            <a:spLocks noGrp="1"/>
          </p:cNvSpPr>
          <p:nvPr>
            <p:ph type="sldNum" sz="quarter" idx="11"/>
          </p:nvPr>
        </p:nvSpPr>
        <p:spPr/>
        <p:txBody>
          <a:bodyPr/>
          <a:lstStyle>
            <a:lvl1pPr>
              <a:defRPr>
                <a:solidFill>
                  <a:schemeClr val="bg1"/>
                </a:solidFill>
              </a:defRPr>
            </a:lvl1pPr>
          </a:lstStyle>
          <a:p>
            <a:fld id="{6D22F896-40B5-4ADD-8801-0D06FADFA095}" type="slidenum">
              <a:rPr lang="en-US" smtClean="0"/>
              <a:pPr/>
              <a:t>‹#›</a:t>
            </a:fld>
            <a:endParaRPr lang="en-US"/>
          </a:p>
        </p:txBody>
      </p:sp>
    </p:spTree>
    <p:extLst>
      <p:ext uri="{BB962C8B-B14F-4D97-AF65-F5344CB8AC3E}">
        <p14:creationId xmlns:p14="http://schemas.microsoft.com/office/powerpoint/2010/main" val="614136078"/>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0" name="Title 28"/>
          <p:cNvSpPr>
            <a:spLocks noGrp="1"/>
          </p:cNvSpPr>
          <p:nvPr>
            <p:ph type="title" hasCustomPrompt="1"/>
          </p:nvPr>
        </p:nvSpPr>
        <p:spPr bwMode="gray">
          <a:xfrm>
            <a:off x="760610" y="442528"/>
            <a:ext cx="10673828" cy="418576"/>
          </a:xfrm>
          <a:prstGeom prst="rect">
            <a:avLst/>
          </a:prstGeom>
        </p:spPr>
        <p:txBody>
          <a:bodyPr wrap="square" lIns="0" tIns="0" rIns="0" bIns="0" anchor="t" anchorCtr="0">
            <a:noAutofit/>
          </a:bodyPr>
          <a:lstStyle>
            <a:lvl1pPr marL="0" algn="l" defTabSz="1218987" rtl="0" eaLnBrk="1" latinLnBrk="0" hangingPunct="1">
              <a:lnSpc>
                <a:spcPct val="85000"/>
              </a:lnSpc>
              <a:spcBef>
                <a:spcPct val="0"/>
              </a:spcBef>
              <a:buNone/>
              <a:tabLst>
                <a:tab pos="1218987" algn="l"/>
              </a:tabLst>
              <a:defRPr lang="en-US" sz="3200" b="1" kern="1200" cap="none" spc="-150" baseline="0" dirty="0">
                <a:solidFill>
                  <a:schemeClr val="tx1"/>
                </a:solidFill>
                <a:latin typeface="Arial" pitchFamily="34" charset="0"/>
                <a:ea typeface="+mn-ea"/>
                <a:cs typeface="Arial" pitchFamily="34" charset="0"/>
              </a:defRPr>
            </a:lvl1pPr>
          </a:lstStyle>
          <a:p>
            <a:r>
              <a:rPr lang="en-US"/>
              <a:t>Click to edit master title</a:t>
            </a:r>
          </a:p>
        </p:txBody>
      </p:sp>
      <p:sp>
        <p:nvSpPr>
          <p:cNvPr id="22" name="Content Placeholder 2"/>
          <p:cNvSpPr>
            <a:spLocks noGrp="1"/>
          </p:cNvSpPr>
          <p:nvPr>
            <p:ph sz="half" idx="1"/>
          </p:nvPr>
        </p:nvSpPr>
        <p:spPr bwMode="gray">
          <a:xfrm>
            <a:off x="760611" y="1308880"/>
            <a:ext cx="10673828" cy="4787120"/>
          </a:xfrm>
          <a:prstGeom prst="rect">
            <a:avLst/>
          </a:prstGeom>
        </p:spPr>
        <p:txBody>
          <a:bodyPr lIns="0" tIns="0" rIns="0" bIns="0"/>
          <a:lstStyle>
            <a:lvl1pPr marL="171450" indent="-171450">
              <a:lnSpc>
                <a:spcPct val="90000"/>
              </a:lnSpc>
              <a:spcBef>
                <a:spcPts val="1000"/>
              </a:spcBef>
              <a:buClrTx/>
              <a:buFont typeface="Arial" panose="020B0604020202020204" pitchFamily="34" charset="0"/>
              <a:buChar char="•"/>
              <a:defRPr sz="2000">
                <a:solidFill>
                  <a:schemeClr val="tx1"/>
                </a:solidFill>
                <a:latin typeface="Arial" pitchFamily="34" charset="0"/>
                <a:cs typeface="Arial" pitchFamily="34" charset="0"/>
              </a:defRPr>
            </a:lvl1pPr>
            <a:lvl2pPr marL="609493" indent="-228560">
              <a:lnSpc>
                <a:spcPct val="90000"/>
              </a:lnSpc>
              <a:spcBef>
                <a:spcPts val="500"/>
              </a:spcBef>
              <a:buClrTx/>
              <a:buFont typeface="Arial" pitchFamily="34" charset="0"/>
              <a:buChar char="–"/>
              <a:defRPr sz="1800">
                <a:solidFill>
                  <a:schemeClr val="tx1"/>
                </a:solidFill>
                <a:latin typeface="Arial" pitchFamily="34" charset="0"/>
                <a:cs typeface="Arial" pitchFamily="34" charset="0"/>
              </a:defRPr>
            </a:lvl2pPr>
            <a:lvl3pPr marL="835938" indent="-150258">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3pPr>
            <a:lvl4pPr marL="1147033" indent="-156606">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4pPr>
            <a:lvl5pPr marL="1445431" indent="-150258">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Slide Number Placeholder 1">
            <a:extLst>
              <a:ext uri="{FF2B5EF4-FFF2-40B4-BE49-F238E27FC236}">
                <a16:creationId xmlns:a16="http://schemas.microsoft.com/office/drawing/2014/main" id="{0BC5559F-D4D6-DA53-A720-07C2A2D68FA6}"/>
              </a:ext>
            </a:extLst>
          </p:cNvPr>
          <p:cNvSpPr>
            <a:spLocks noGrp="1"/>
          </p:cNvSpPr>
          <p:nvPr>
            <p:ph type="sldNum" sz="quarter" idx="10"/>
          </p:nvPr>
        </p:nvSpPr>
        <p:spPr/>
        <p:txBody>
          <a:bodyPr/>
          <a:lstStyle/>
          <a:p>
            <a:fld id="{6D22F896-40B5-4ADD-8801-0D06FADFA095}" type="slidenum">
              <a:rPr lang="en-US" smtClean="0"/>
              <a:pPr/>
              <a:t>‹#›</a:t>
            </a:fld>
            <a:endParaRPr lang="en-US"/>
          </a:p>
        </p:txBody>
      </p:sp>
    </p:spTree>
    <p:extLst>
      <p:ext uri="{BB962C8B-B14F-4D97-AF65-F5344CB8AC3E}">
        <p14:creationId xmlns:p14="http://schemas.microsoft.com/office/powerpoint/2010/main" val="3166477977"/>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 and Content_Black">
    <p:bg>
      <p:bgPr>
        <a:solidFill>
          <a:srgbClr val="1E0113"/>
        </a:solidFill>
        <a:effectLst/>
      </p:bgPr>
    </p:bg>
    <p:spTree>
      <p:nvGrpSpPr>
        <p:cNvPr id="1" name=""/>
        <p:cNvGrpSpPr/>
        <p:nvPr/>
      </p:nvGrpSpPr>
      <p:grpSpPr>
        <a:xfrm>
          <a:off x="0" y="0"/>
          <a:ext cx="0" cy="0"/>
          <a:chOff x="0" y="0"/>
          <a:chExt cx="0" cy="0"/>
        </a:xfrm>
      </p:grpSpPr>
      <p:pic>
        <p:nvPicPr>
          <p:cNvPr id="3" name="Picture 2" descr="Circle&#10;&#10;Description automatically generated">
            <a:extLst>
              <a:ext uri="{FF2B5EF4-FFF2-40B4-BE49-F238E27FC236}">
                <a16:creationId xmlns:a16="http://schemas.microsoft.com/office/drawing/2014/main" id="{278AB7D6-2473-9A43-205B-FDE24D24106E}"/>
              </a:ext>
            </a:extLst>
          </p:cNvPr>
          <p:cNvPicPr>
            <a:picLocks noChangeAspect="1"/>
          </p:cNvPicPr>
          <p:nvPr userDrawn="1"/>
        </p:nvPicPr>
        <p:blipFill>
          <a:blip r:embed="rId2"/>
          <a:stretch>
            <a:fillRect/>
          </a:stretch>
        </p:blipFill>
        <p:spPr>
          <a:xfrm>
            <a:off x="219" y="0"/>
            <a:ext cx="12191564" cy="6858000"/>
          </a:xfrm>
          <a:prstGeom prst="rect">
            <a:avLst/>
          </a:prstGeom>
        </p:spPr>
      </p:pic>
      <p:sp>
        <p:nvSpPr>
          <p:cNvPr id="10" name="Title 28"/>
          <p:cNvSpPr>
            <a:spLocks noGrp="1"/>
          </p:cNvSpPr>
          <p:nvPr>
            <p:ph type="title" hasCustomPrompt="1"/>
          </p:nvPr>
        </p:nvSpPr>
        <p:spPr bwMode="gray">
          <a:xfrm>
            <a:off x="760610" y="442528"/>
            <a:ext cx="10673829" cy="418576"/>
          </a:xfrm>
          <a:prstGeom prst="rect">
            <a:avLst/>
          </a:prstGeom>
        </p:spPr>
        <p:txBody>
          <a:bodyPr wrap="square" lIns="0" tIns="0" rIns="0" bIns="0" anchor="t" anchorCtr="0">
            <a:noAutofit/>
          </a:bodyPr>
          <a:lstStyle>
            <a:lvl1pPr marL="0" algn="l" defTabSz="1218987" rtl="0" eaLnBrk="1" latinLnBrk="0" hangingPunct="1">
              <a:lnSpc>
                <a:spcPct val="85000"/>
              </a:lnSpc>
              <a:spcBef>
                <a:spcPct val="0"/>
              </a:spcBef>
              <a:buNone/>
              <a:tabLst>
                <a:tab pos="1218987" algn="l"/>
              </a:tabLst>
              <a:defRPr lang="en-US" sz="3200" b="1" kern="1200" cap="none" spc="-150" baseline="0" dirty="0">
                <a:solidFill>
                  <a:schemeClr val="bg1"/>
                </a:solidFill>
                <a:latin typeface="Arial" pitchFamily="34" charset="0"/>
                <a:ea typeface="+mn-ea"/>
                <a:cs typeface="Arial" pitchFamily="34" charset="0"/>
              </a:defRPr>
            </a:lvl1pPr>
          </a:lstStyle>
          <a:p>
            <a:r>
              <a:rPr lang="en-US"/>
              <a:t>Click to edit master title</a:t>
            </a:r>
          </a:p>
        </p:txBody>
      </p:sp>
      <p:sp>
        <p:nvSpPr>
          <p:cNvPr id="22" name="Content Placeholder 2"/>
          <p:cNvSpPr>
            <a:spLocks noGrp="1"/>
          </p:cNvSpPr>
          <p:nvPr>
            <p:ph sz="half" idx="1"/>
          </p:nvPr>
        </p:nvSpPr>
        <p:spPr bwMode="gray">
          <a:xfrm>
            <a:off x="760612" y="1308880"/>
            <a:ext cx="10670778" cy="4787120"/>
          </a:xfrm>
          <a:prstGeom prst="rect">
            <a:avLst/>
          </a:prstGeom>
        </p:spPr>
        <p:txBody>
          <a:bodyPr lIns="0" tIns="0" rIns="0" bIns="0"/>
          <a:lstStyle>
            <a:lvl1pPr marL="171450" indent="-171450">
              <a:lnSpc>
                <a:spcPct val="90000"/>
              </a:lnSpc>
              <a:spcBef>
                <a:spcPts val="1000"/>
              </a:spcBef>
              <a:buClrTx/>
              <a:buFont typeface="Arial" panose="020B0604020202020204" pitchFamily="34" charset="0"/>
              <a:buChar char="•"/>
              <a:defRPr sz="2000">
                <a:solidFill>
                  <a:schemeClr val="bg1"/>
                </a:solidFill>
                <a:latin typeface="Arial" pitchFamily="34" charset="0"/>
                <a:cs typeface="Arial" pitchFamily="34" charset="0"/>
              </a:defRPr>
            </a:lvl1pPr>
            <a:lvl2pPr marL="609493" indent="-228560">
              <a:lnSpc>
                <a:spcPct val="90000"/>
              </a:lnSpc>
              <a:spcBef>
                <a:spcPts val="500"/>
              </a:spcBef>
              <a:buClrTx/>
              <a:buFont typeface="Arial" pitchFamily="34" charset="0"/>
              <a:buChar char="–"/>
              <a:defRPr sz="1800">
                <a:solidFill>
                  <a:schemeClr val="bg1"/>
                </a:solidFill>
                <a:latin typeface="Arial" pitchFamily="34" charset="0"/>
                <a:cs typeface="Arial" pitchFamily="34" charset="0"/>
              </a:defRPr>
            </a:lvl2pPr>
            <a:lvl3pPr marL="835938" indent="-150258">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3pPr>
            <a:lvl4pPr marL="1147033" indent="-156606">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4pPr>
            <a:lvl5pPr marL="1445431" indent="-150258">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Slide Number Placeholder 1">
            <a:extLst>
              <a:ext uri="{FF2B5EF4-FFF2-40B4-BE49-F238E27FC236}">
                <a16:creationId xmlns:a16="http://schemas.microsoft.com/office/drawing/2014/main" id="{2B190EFC-69A6-D92C-008E-75B891AE7709}"/>
              </a:ext>
            </a:extLst>
          </p:cNvPr>
          <p:cNvSpPr>
            <a:spLocks noGrp="1"/>
          </p:cNvSpPr>
          <p:nvPr>
            <p:ph type="sldNum" sz="quarter" idx="10"/>
          </p:nvPr>
        </p:nvSpPr>
        <p:spPr/>
        <p:txBody>
          <a:bodyPr/>
          <a:lstStyle>
            <a:lvl1pPr>
              <a:defRPr>
                <a:solidFill>
                  <a:schemeClr val="bg1"/>
                </a:solidFill>
              </a:defRPr>
            </a:lvl1pPr>
          </a:lstStyle>
          <a:p>
            <a:fld id="{6D22F896-40B5-4ADD-8801-0D06FADFA095}" type="slidenum">
              <a:rPr lang="en-US" smtClean="0"/>
              <a:pPr/>
              <a:t>‹#›</a:t>
            </a:fld>
            <a:endParaRPr lang="en-US"/>
          </a:p>
        </p:txBody>
      </p:sp>
    </p:spTree>
    <p:extLst>
      <p:ext uri="{BB962C8B-B14F-4D97-AF65-F5344CB8AC3E}">
        <p14:creationId xmlns:p14="http://schemas.microsoft.com/office/powerpoint/2010/main" val="589255249"/>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with Subtitle Content">
    <p:bg>
      <p:bgPr>
        <a:solidFill>
          <a:schemeClr val="bg1"/>
        </a:solidFill>
        <a:effectLst/>
      </p:bgPr>
    </p:bg>
    <p:spTree>
      <p:nvGrpSpPr>
        <p:cNvPr id="1" name=""/>
        <p:cNvGrpSpPr/>
        <p:nvPr/>
      </p:nvGrpSpPr>
      <p:grpSpPr>
        <a:xfrm>
          <a:off x="0" y="0"/>
          <a:ext cx="0" cy="0"/>
          <a:chOff x="0" y="0"/>
          <a:chExt cx="0" cy="0"/>
        </a:xfrm>
      </p:grpSpPr>
      <p:sp>
        <p:nvSpPr>
          <p:cNvPr id="22" name="Content Placeholder 2"/>
          <p:cNvSpPr>
            <a:spLocks noGrp="1"/>
          </p:cNvSpPr>
          <p:nvPr>
            <p:ph sz="half" idx="1"/>
          </p:nvPr>
        </p:nvSpPr>
        <p:spPr bwMode="gray">
          <a:xfrm>
            <a:off x="760610" y="1749388"/>
            <a:ext cx="10673829" cy="4346612"/>
          </a:xfrm>
          <a:prstGeom prst="rect">
            <a:avLst/>
          </a:prstGeom>
        </p:spPr>
        <p:txBody>
          <a:bodyPr lIns="0" tIns="0" rIns="0" bIns="0"/>
          <a:lstStyle>
            <a:lvl1pPr marL="171450" indent="-171450">
              <a:lnSpc>
                <a:spcPct val="90000"/>
              </a:lnSpc>
              <a:spcBef>
                <a:spcPts val="1000"/>
              </a:spcBef>
              <a:buClrTx/>
              <a:buFont typeface="Arial" panose="020B0604020202020204" pitchFamily="34" charset="0"/>
              <a:buChar char="•"/>
              <a:defRPr sz="2000">
                <a:solidFill>
                  <a:schemeClr val="tx1"/>
                </a:solidFill>
                <a:latin typeface="Arial" pitchFamily="34" charset="0"/>
                <a:cs typeface="Arial" pitchFamily="34" charset="0"/>
              </a:defRPr>
            </a:lvl1pPr>
            <a:lvl2pPr marL="609493" indent="-228560">
              <a:lnSpc>
                <a:spcPct val="90000"/>
              </a:lnSpc>
              <a:spcBef>
                <a:spcPts val="500"/>
              </a:spcBef>
              <a:buClrTx/>
              <a:buFont typeface="Arial" pitchFamily="34" charset="0"/>
              <a:buChar char="–"/>
              <a:defRPr sz="1800">
                <a:solidFill>
                  <a:schemeClr val="tx1"/>
                </a:solidFill>
                <a:latin typeface="Arial" pitchFamily="34" charset="0"/>
                <a:cs typeface="Arial" pitchFamily="34" charset="0"/>
              </a:defRPr>
            </a:lvl2pPr>
            <a:lvl3pPr marL="835938" indent="-150258">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3pPr>
            <a:lvl4pPr marL="1147033" indent="-156606">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4pPr>
            <a:lvl5pPr marL="1445431" indent="-150258">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2"/>
          <p:cNvSpPr>
            <a:spLocks noGrp="1"/>
          </p:cNvSpPr>
          <p:nvPr>
            <p:ph type="body" idx="10"/>
          </p:nvPr>
        </p:nvSpPr>
        <p:spPr bwMode="gray">
          <a:xfrm>
            <a:off x="760610" y="931563"/>
            <a:ext cx="10673828" cy="261610"/>
          </a:xfrm>
          <a:prstGeom prst="rect">
            <a:avLst/>
          </a:prstGeom>
        </p:spPr>
        <p:txBody>
          <a:bodyPr lIns="0" tIns="0" rIns="0" bIns="0" anchor="t" anchorCtr="0">
            <a:noAutofit/>
          </a:bodyPr>
          <a:lstStyle>
            <a:lvl1pPr marL="0" indent="0">
              <a:lnSpc>
                <a:spcPct val="85000"/>
              </a:lnSpc>
              <a:spcBef>
                <a:spcPts val="0"/>
              </a:spcBef>
              <a:buNone/>
              <a:defRPr sz="2000" b="0">
                <a:solidFill>
                  <a:schemeClr val="tx1"/>
                </a:solidFill>
                <a:latin typeface="Arial" pitchFamily="34" charset="0"/>
                <a:cs typeface="Arial" pitchFamily="34" charset="0"/>
              </a:defRPr>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a:t>Click to edit Master text styles</a:t>
            </a:r>
          </a:p>
        </p:txBody>
      </p:sp>
      <p:sp>
        <p:nvSpPr>
          <p:cNvPr id="11" name="Title 28"/>
          <p:cNvSpPr>
            <a:spLocks noGrp="1"/>
          </p:cNvSpPr>
          <p:nvPr>
            <p:ph type="title" hasCustomPrompt="1"/>
          </p:nvPr>
        </p:nvSpPr>
        <p:spPr bwMode="gray">
          <a:xfrm>
            <a:off x="760610" y="442528"/>
            <a:ext cx="10673829" cy="418576"/>
          </a:xfrm>
          <a:prstGeom prst="rect">
            <a:avLst/>
          </a:prstGeom>
        </p:spPr>
        <p:txBody>
          <a:bodyPr wrap="square" lIns="0" tIns="0" rIns="0" bIns="0" anchor="t" anchorCtr="0">
            <a:noAutofit/>
          </a:bodyPr>
          <a:lstStyle>
            <a:lvl1pPr marL="0" algn="l" defTabSz="1218987" rtl="0" eaLnBrk="1" latinLnBrk="0" hangingPunct="1">
              <a:lnSpc>
                <a:spcPct val="85000"/>
              </a:lnSpc>
              <a:spcBef>
                <a:spcPct val="0"/>
              </a:spcBef>
              <a:buNone/>
              <a:tabLst>
                <a:tab pos="1218987" algn="l"/>
              </a:tabLst>
              <a:defRPr lang="en-US" sz="3200" b="1" kern="1200" cap="none" spc="-150" baseline="0" dirty="0">
                <a:solidFill>
                  <a:schemeClr val="tx1"/>
                </a:solidFill>
                <a:latin typeface="Arial" pitchFamily="34" charset="0"/>
                <a:ea typeface="+mn-ea"/>
                <a:cs typeface="Arial" pitchFamily="34" charset="0"/>
              </a:defRPr>
            </a:lvl1pPr>
          </a:lstStyle>
          <a:p>
            <a:r>
              <a:rPr lang="en-US"/>
              <a:t>Click to edit master title</a:t>
            </a:r>
          </a:p>
        </p:txBody>
      </p:sp>
      <p:sp>
        <p:nvSpPr>
          <p:cNvPr id="2" name="Slide Number Placeholder 1">
            <a:extLst>
              <a:ext uri="{FF2B5EF4-FFF2-40B4-BE49-F238E27FC236}">
                <a16:creationId xmlns:a16="http://schemas.microsoft.com/office/drawing/2014/main" id="{827BD319-CE6A-C56C-FAF4-F7D3C4B20C07}"/>
              </a:ext>
            </a:extLst>
          </p:cNvPr>
          <p:cNvSpPr>
            <a:spLocks noGrp="1"/>
          </p:cNvSpPr>
          <p:nvPr>
            <p:ph type="sldNum" sz="quarter" idx="11"/>
          </p:nvPr>
        </p:nvSpPr>
        <p:spPr/>
        <p:txBody>
          <a:bodyPr/>
          <a:lstStyle/>
          <a:p>
            <a:fld id="{6D22F896-40B5-4ADD-8801-0D06FADFA095}" type="slidenum">
              <a:rPr lang="en-US" smtClean="0"/>
              <a:pPr/>
              <a:t>‹#›</a:t>
            </a:fld>
            <a:endParaRPr lang="en-US"/>
          </a:p>
        </p:txBody>
      </p:sp>
    </p:spTree>
    <p:extLst>
      <p:ext uri="{BB962C8B-B14F-4D97-AF65-F5344CB8AC3E}">
        <p14:creationId xmlns:p14="http://schemas.microsoft.com/office/powerpoint/2010/main" val="387800490"/>
      </p:ext>
    </p:extLst>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Title with Subtitle Content_Black">
    <p:bg>
      <p:bgPr>
        <a:solidFill>
          <a:srgbClr val="1E0113"/>
        </a:solidFill>
        <a:effectLst/>
      </p:bgPr>
    </p:bg>
    <p:spTree>
      <p:nvGrpSpPr>
        <p:cNvPr id="1" name=""/>
        <p:cNvGrpSpPr/>
        <p:nvPr/>
      </p:nvGrpSpPr>
      <p:grpSpPr>
        <a:xfrm>
          <a:off x="0" y="0"/>
          <a:ext cx="0" cy="0"/>
          <a:chOff x="0" y="0"/>
          <a:chExt cx="0" cy="0"/>
        </a:xfrm>
      </p:grpSpPr>
      <p:pic>
        <p:nvPicPr>
          <p:cNvPr id="3" name="Picture 2" descr="Circle&#10;&#10;Description automatically generated">
            <a:extLst>
              <a:ext uri="{FF2B5EF4-FFF2-40B4-BE49-F238E27FC236}">
                <a16:creationId xmlns:a16="http://schemas.microsoft.com/office/drawing/2014/main" id="{A502EC9A-329F-1AF5-8F7D-EBFC4D1A0AB5}"/>
              </a:ext>
            </a:extLst>
          </p:cNvPr>
          <p:cNvPicPr>
            <a:picLocks noChangeAspect="1"/>
          </p:cNvPicPr>
          <p:nvPr userDrawn="1"/>
        </p:nvPicPr>
        <p:blipFill>
          <a:blip r:embed="rId2"/>
          <a:stretch>
            <a:fillRect/>
          </a:stretch>
        </p:blipFill>
        <p:spPr>
          <a:xfrm>
            <a:off x="219" y="0"/>
            <a:ext cx="12191564" cy="6858000"/>
          </a:xfrm>
          <a:prstGeom prst="rect">
            <a:avLst/>
          </a:prstGeom>
        </p:spPr>
      </p:pic>
      <p:sp>
        <p:nvSpPr>
          <p:cNvPr id="22" name="Content Placeholder 2"/>
          <p:cNvSpPr>
            <a:spLocks noGrp="1"/>
          </p:cNvSpPr>
          <p:nvPr>
            <p:ph sz="half" idx="1"/>
          </p:nvPr>
        </p:nvSpPr>
        <p:spPr bwMode="gray">
          <a:xfrm>
            <a:off x="760610" y="1749389"/>
            <a:ext cx="10673829" cy="4346612"/>
          </a:xfrm>
          <a:prstGeom prst="rect">
            <a:avLst/>
          </a:prstGeom>
        </p:spPr>
        <p:txBody>
          <a:bodyPr lIns="0" tIns="0" rIns="0" bIns="0"/>
          <a:lstStyle>
            <a:lvl1pPr marL="171450" indent="-171450">
              <a:lnSpc>
                <a:spcPct val="90000"/>
              </a:lnSpc>
              <a:spcBef>
                <a:spcPts val="1000"/>
              </a:spcBef>
              <a:buClrTx/>
              <a:buFont typeface="Arial" panose="020B0604020202020204" pitchFamily="34" charset="0"/>
              <a:buChar char="•"/>
              <a:defRPr sz="2000">
                <a:solidFill>
                  <a:schemeClr val="bg1"/>
                </a:solidFill>
                <a:latin typeface="Arial" pitchFamily="34" charset="0"/>
                <a:cs typeface="Arial" pitchFamily="34" charset="0"/>
              </a:defRPr>
            </a:lvl1pPr>
            <a:lvl2pPr marL="609493" indent="-228560">
              <a:lnSpc>
                <a:spcPct val="90000"/>
              </a:lnSpc>
              <a:spcBef>
                <a:spcPts val="500"/>
              </a:spcBef>
              <a:buClrTx/>
              <a:buFont typeface="Arial" pitchFamily="34" charset="0"/>
              <a:buChar char="–"/>
              <a:defRPr sz="1800">
                <a:solidFill>
                  <a:schemeClr val="bg1"/>
                </a:solidFill>
                <a:latin typeface="Arial" pitchFamily="34" charset="0"/>
                <a:cs typeface="Arial" pitchFamily="34" charset="0"/>
              </a:defRPr>
            </a:lvl2pPr>
            <a:lvl3pPr marL="835938" indent="-150258">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3pPr>
            <a:lvl4pPr marL="1147033" indent="-156606">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4pPr>
            <a:lvl5pPr marL="1445431" indent="-150258">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2"/>
          <p:cNvSpPr>
            <a:spLocks noGrp="1"/>
          </p:cNvSpPr>
          <p:nvPr>
            <p:ph type="body" idx="10" hasCustomPrompt="1"/>
          </p:nvPr>
        </p:nvSpPr>
        <p:spPr bwMode="gray">
          <a:xfrm>
            <a:off x="760610" y="931563"/>
            <a:ext cx="10673828" cy="261610"/>
          </a:xfrm>
          <a:prstGeom prst="rect">
            <a:avLst/>
          </a:prstGeom>
        </p:spPr>
        <p:txBody>
          <a:bodyPr lIns="0" tIns="0" rIns="0" bIns="0" anchor="t" anchorCtr="0">
            <a:noAutofit/>
          </a:bodyPr>
          <a:lstStyle>
            <a:lvl1pPr marL="0" indent="0">
              <a:lnSpc>
                <a:spcPct val="85000"/>
              </a:lnSpc>
              <a:spcBef>
                <a:spcPts val="0"/>
              </a:spcBef>
              <a:buNone/>
              <a:defRPr sz="2000" b="0">
                <a:solidFill>
                  <a:schemeClr val="bg1"/>
                </a:solidFill>
                <a:latin typeface="Arial" pitchFamily="34" charset="0"/>
                <a:cs typeface="Arial" pitchFamily="34" charset="0"/>
              </a:defRPr>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a:t>Click to edit master text styles</a:t>
            </a:r>
          </a:p>
        </p:txBody>
      </p:sp>
      <p:sp>
        <p:nvSpPr>
          <p:cNvPr id="11" name="Title 28"/>
          <p:cNvSpPr>
            <a:spLocks noGrp="1"/>
          </p:cNvSpPr>
          <p:nvPr>
            <p:ph type="title" hasCustomPrompt="1"/>
          </p:nvPr>
        </p:nvSpPr>
        <p:spPr bwMode="gray">
          <a:xfrm>
            <a:off x="760610" y="442528"/>
            <a:ext cx="10673829" cy="418576"/>
          </a:xfrm>
          <a:prstGeom prst="rect">
            <a:avLst/>
          </a:prstGeom>
        </p:spPr>
        <p:txBody>
          <a:bodyPr wrap="square" lIns="0" tIns="0" rIns="0" bIns="0" anchor="t" anchorCtr="0">
            <a:noAutofit/>
          </a:bodyPr>
          <a:lstStyle>
            <a:lvl1pPr marL="0" algn="l" defTabSz="1218987" rtl="0" eaLnBrk="1" latinLnBrk="0" hangingPunct="1">
              <a:lnSpc>
                <a:spcPct val="85000"/>
              </a:lnSpc>
              <a:spcBef>
                <a:spcPct val="0"/>
              </a:spcBef>
              <a:buNone/>
              <a:tabLst>
                <a:tab pos="1218987" algn="l"/>
              </a:tabLst>
              <a:defRPr lang="en-US" sz="3200" b="1" kern="1200" cap="none" spc="-150" baseline="0" dirty="0">
                <a:solidFill>
                  <a:schemeClr val="bg1"/>
                </a:solidFill>
                <a:latin typeface="Arial" pitchFamily="34" charset="0"/>
                <a:ea typeface="+mn-ea"/>
                <a:cs typeface="Arial" pitchFamily="34" charset="0"/>
              </a:defRPr>
            </a:lvl1pPr>
          </a:lstStyle>
          <a:p>
            <a:r>
              <a:rPr lang="en-US"/>
              <a:t>Click to edit master title</a:t>
            </a:r>
          </a:p>
        </p:txBody>
      </p:sp>
      <p:sp>
        <p:nvSpPr>
          <p:cNvPr id="2" name="Slide Number Placeholder 1">
            <a:extLst>
              <a:ext uri="{FF2B5EF4-FFF2-40B4-BE49-F238E27FC236}">
                <a16:creationId xmlns:a16="http://schemas.microsoft.com/office/drawing/2014/main" id="{C2F390D5-FAC3-3E07-D977-2FACDFA7E866}"/>
              </a:ext>
            </a:extLst>
          </p:cNvPr>
          <p:cNvSpPr>
            <a:spLocks noGrp="1"/>
          </p:cNvSpPr>
          <p:nvPr>
            <p:ph type="sldNum" sz="quarter" idx="11"/>
          </p:nvPr>
        </p:nvSpPr>
        <p:spPr/>
        <p:txBody>
          <a:bodyPr/>
          <a:lstStyle>
            <a:lvl1pPr>
              <a:defRPr>
                <a:solidFill>
                  <a:schemeClr val="bg1"/>
                </a:solidFill>
              </a:defRPr>
            </a:lvl1pPr>
          </a:lstStyle>
          <a:p>
            <a:fld id="{6D22F896-40B5-4ADD-8801-0D06FADFA095}" type="slidenum">
              <a:rPr lang="en-US" smtClean="0"/>
              <a:pPr/>
              <a:t>‹#›</a:t>
            </a:fld>
            <a:endParaRPr lang="en-US"/>
          </a:p>
        </p:txBody>
      </p:sp>
    </p:spTree>
    <p:extLst>
      <p:ext uri="{BB962C8B-B14F-4D97-AF65-F5344CB8AC3E}">
        <p14:creationId xmlns:p14="http://schemas.microsoft.com/office/powerpoint/2010/main" val="1852800018"/>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lumn Slide">
    <p:bg>
      <p:bgPr>
        <a:solidFill>
          <a:schemeClr val="bg1"/>
        </a:solidFill>
        <a:effectLst/>
      </p:bgPr>
    </p:bg>
    <p:spTree>
      <p:nvGrpSpPr>
        <p:cNvPr id="1" name=""/>
        <p:cNvGrpSpPr/>
        <p:nvPr/>
      </p:nvGrpSpPr>
      <p:grpSpPr>
        <a:xfrm>
          <a:off x="0" y="0"/>
          <a:ext cx="0" cy="0"/>
          <a:chOff x="0" y="0"/>
          <a:chExt cx="0" cy="0"/>
        </a:xfrm>
      </p:grpSpPr>
      <p:sp>
        <p:nvSpPr>
          <p:cNvPr id="11" name="Title 28"/>
          <p:cNvSpPr>
            <a:spLocks noGrp="1"/>
          </p:cNvSpPr>
          <p:nvPr>
            <p:ph type="title" hasCustomPrompt="1"/>
          </p:nvPr>
        </p:nvSpPr>
        <p:spPr bwMode="gray">
          <a:xfrm>
            <a:off x="760610" y="442528"/>
            <a:ext cx="10673829" cy="418576"/>
          </a:xfrm>
          <a:prstGeom prst="rect">
            <a:avLst/>
          </a:prstGeom>
        </p:spPr>
        <p:txBody>
          <a:bodyPr wrap="square" lIns="0" tIns="0" rIns="0" bIns="0" anchor="t" anchorCtr="0">
            <a:noAutofit/>
          </a:bodyPr>
          <a:lstStyle>
            <a:lvl1pPr marL="0" algn="l" defTabSz="1218987" rtl="0" eaLnBrk="1" latinLnBrk="0" hangingPunct="1">
              <a:lnSpc>
                <a:spcPct val="85000"/>
              </a:lnSpc>
              <a:spcBef>
                <a:spcPct val="0"/>
              </a:spcBef>
              <a:buNone/>
              <a:tabLst>
                <a:tab pos="1218987" algn="l"/>
              </a:tabLst>
              <a:defRPr lang="en-US" sz="3200" b="1" kern="1200" cap="none" spc="-150" baseline="0" dirty="0">
                <a:solidFill>
                  <a:schemeClr val="tx1"/>
                </a:solidFill>
                <a:latin typeface="Arial" pitchFamily="34" charset="0"/>
                <a:ea typeface="+mn-ea"/>
                <a:cs typeface="Arial" pitchFamily="34" charset="0"/>
              </a:defRPr>
            </a:lvl1pPr>
          </a:lstStyle>
          <a:p>
            <a:r>
              <a:rPr lang="en-US"/>
              <a:t>Click to edit master title</a:t>
            </a:r>
          </a:p>
        </p:txBody>
      </p:sp>
      <p:sp>
        <p:nvSpPr>
          <p:cNvPr id="16" name="Content Placeholder 2"/>
          <p:cNvSpPr>
            <a:spLocks noGrp="1"/>
          </p:cNvSpPr>
          <p:nvPr>
            <p:ph sz="half" idx="1"/>
          </p:nvPr>
        </p:nvSpPr>
        <p:spPr bwMode="gray">
          <a:xfrm>
            <a:off x="760610" y="1307593"/>
            <a:ext cx="5070324" cy="4788408"/>
          </a:xfrm>
          <a:prstGeom prst="rect">
            <a:avLst/>
          </a:prstGeom>
        </p:spPr>
        <p:txBody>
          <a:bodyPr lIns="0" tIns="0" rIns="0" bIns="0"/>
          <a:lstStyle>
            <a:lvl1pPr marL="171450" indent="-171450">
              <a:lnSpc>
                <a:spcPct val="90000"/>
              </a:lnSpc>
              <a:spcBef>
                <a:spcPts val="1000"/>
              </a:spcBef>
              <a:buClrTx/>
              <a:buFont typeface="Arial" panose="020B0604020202020204" pitchFamily="34" charset="0"/>
              <a:buChar char="•"/>
              <a:defRPr sz="2000">
                <a:solidFill>
                  <a:schemeClr val="tx1"/>
                </a:solidFill>
                <a:latin typeface="Arial" pitchFamily="34" charset="0"/>
                <a:cs typeface="Arial" pitchFamily="34" charset="0"/>
              </a:defRPr>
            </a:lvl1pPr>
            <a:lvl2pPr marL="609493" indent="-228560">
              <a:lnSpc>
                <a:spcPct val="90000"/>
              </a:lnSpc>
              <a:spcBef>
                <a:spcPts val="500"/>
              </a:spcBef>
              <a:buClrTx/>
              <a:buFont typeface="Arial" pitchFamily="34" charset="0"/>
              <a:buChar char="–"/>
              <a:defRPr sz="1800">
                <a:solidFill>
                  <a:schemeClr val="tx1"/>
                </a:solidFill>
                <a:latin typeface="Arial" pitchFamily="34" charset="0"/>
                <a:cs typeface="Arial" pitchFamily="34" charset="0"/>
              </a:defRPr>
            </a:lvl2pPr>
            <a:lvl3pPr marL="835938" indent="-150258">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3pPr>
            <a:lvl4pPr marL="1147033" indent="-156606">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4pPr>
            <a:lvl5pPr marL="1445431" indent="-150258">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2"/>
          <p:cNvSpPr>
            <a:spLocks noGrp="1"/>
          </p:cNvSpPr>
          <p:nvPr>
            <p:ph sz="half" idx="14"/>
          </p:nvPr>
        </p:nvSpPr>
        <p:spPr bwMode="gray">
          <a:xfrm>
            <a:off x="6340962" y="1307593"/>
            <a:ext cx="5067096" cy="4788408"/>
          </a:xfrm>
          <a:prstGeom prst="rect">
            <a:avLst/>
          </a:prstGeom>
        </p:spPr>
        <p:txBody>
          <a:bodyPr lIns="0" tIns="0" rIns="0" bIns="0"/>
          <a:lstStyle>
            <a:lvl1pPr marL="171450" indent="-171450">
              <a:lnSpc>
                <a:spcPct val="90000"/>
              </a:lnSpc>
              <a:spcBef>
                <a:spcPts val="1000"/>
              </a:spcBef>
              <a:buClrTx/>
              <a:buFont typeface="Arial" panose="020B0604020202020204" pitchFamily="34" charset="0"/>
              <a:buChar char="•"/>
              <a:defRPr sz="2000">
                <a:solidFill>
                  <a:schemeClr val="tx1"/>
                </a:solidFill>
                <a:latin typeface="Arial" pitchFamily="34" charset="0"/>
                <a:cs typeface="Arial" pitchFamily="34" charset="0"/>
              </a:defRPr>
            </a:lvl1pPr>
            <a:lvl2pPr marL="609493" indent="-228560">
              <a:lnSpc>
                <a:spcPct val="90000"/>
              </a:lnSpc>
              <a:spcBef>
                <a:spcPts val="500"/>
              </a:spcBef>
              <a:buClrTx/>
              <a:buFont typeface="Arial" pitchFamily="34" charset="0"/>
              <a:buChar char="–"/>
              <a:defRPr sz="1800">
                <a:solidFill>
                  <a:schemeClr val="tx1"/>
                </a:solidFill>
                <a:latin typeface="Arial" pitchFamily="34" charset="0"/>
                <a:cs typeface="Arial" pitchFamily="34" charset="0"/>
              </a:defRPr>
            </a:lvl2pPr>
            <a:lvl3pPr marL="835938" indent="-150258">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3pPr>
            <a:lvl4pPr marL="1147033" indent="-156606">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4pPr>
            <a:lvl5pPr marL="1445431" indent="-150258">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Slide Number Placeholder 1">
            <a:extLst>
              <a:ext uri="{FF2B5EF4-FFF2-40B4-BE49-F238E27FC236}">
                <a16:creationId xmlns:a16="http://schemas.microsoft.com/office/drawing/2014/main" id="{02FE5186-E704-46DB-A234-0339427F829C}"/>
              </a:ext>
            </a:extLst>
          </p:cNvPr>
          <p:cNvSpPr>
            <a:spLocks noGrp="1"/>
          </p:cNvSpPr>
          <p:nvPr>
            <p:ph type="sldNum" sz="quarter" idx="15"/>
          </p:nvPr>
        </p:nvSpPr>
        <p:spPr/>
        <p:txBody>
          <a:bodyPr/>
          <a:lstStyle/>
          <a:p>
            <a:fld id="{6D22F896-40B5-4ADD-8801-0D06FADFA095}" type="slidenum">
              <a:rPr lang="en-US" smtClean="0"/>
              <a:pPr/>
              <a:t>‹#›</a:t>
            </a:fld>
            <a:endParaRPr lang="en-US"/>
          </a:p>
        </p:txBody>
      </p:sp>
    </p:spTree>
    <p:extLst>
      <p:ext uri="{BB962C8B-B14F-4D97-AF65-F5344CB8AC3E}">
        <p14:creationId xmlns:p14="http://schemas.microsoft.com/office/powerpoint/2010/main" val="367827642"/>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Two Column Slide_Black">
    <p:bg>
      <p:bgPr>
        <a:solidFill>
          <a:srgbClr val="1E0113"/>
        </a:solidFill>
        <a:effectLst/>
      </p:bgPr>
    </p:bg>
    <p:spTree>
      <p:nvGrpSpPr>
        <p:cNvPr id="1" name=""/>
        <p:cNvGrpSpPr/>
        <p:nvPr/>
      </p:nvGrpSpPr>
      <p:grpSpPr>
        <a:xfrm>
          <a:off x="0" y="0"/>
          <a:ext cx="0" cy="0"/>
          <a:chOff x="0" y="0"/>
          <a:chExt cx="0" cy="0"/>
        </a:xfrm>
      </p:grpSpPr>
      <p:pic>
        <p:nvPicPr>
          <p:cNvPr id="3" name="Picture 2" descr="Circle&#10;&#10;Description automatically generated">
            <a:extLst>
              <a:ext uri="{FF2B5EF4-FFF2-40B4-BE49-F238E27FC236}">
                <a16:creationId xmlns:a16="http://schemas.microsoft.com/office/drawing/2014/main" id="{D2AFEEE1-B3CF-9D21-EAE9-9414E4DBE83E}"/>
              </a:ext>
            </a:extLst>
          </p:cNvPr>
          <p:cNvPicPr>
            <a:picLocks noChangeAspect="1"/>
          </p:cNvPicPr>
          <p:nvPr userDrawn="1"/>
        </p:nvPicPr>
        <p:blipFill>
          <a:blip r:embed="rId2"/>
          <a:stretch>
            <a:fillRect/>
          </a:stretch>
        </p:blipFill>
        <p:spPr>
          <a:xfrm>
            <a:off x="219" y="0"/>
            <a:ext cx="12191564" cy="6858000"/>
          </a:xfrm>
          <a:prstGeom prst="rect">
            <a:avLst/>
          </a:prstGeom>
        </p:spPr>
      </p:pic>
      <p:sp>
        <p:nvSpPr>
          <p:cNvPr id="11" name="Title 28"/>
          <p:cNvSpPr>
            <a:spLocks noGrp="1"/>
          </p:cNvSpPr>
          <p:nvPr>
            <p:ph type="title" hasCustomPrompt="1"/>
          </p:nvPr>
        </p:nvSpPr>
        <p:spPr bwMode="gray">
          <a:xfrm>
            <a:off x="760611" y="442528"/>
            <a:ext cx="10670780" cy="418576"/>
          </a:xfrm>
          <a:prstGeom prst="rect">
            <a:avLst/>
          </a:prstGeom>
        </p:spPr>
        <p:txBody>
          <a:bodyPr wrap="square" lIns="0" tIns="0" rIns="0" bIns="0" anchor="t" anchorCtr="0">
            <a:noAutofit/>
          </a:bodyPr>
          <a:lstStyle>
            <a:lvl1pPr marL="0" algn="l" defTabSz="1218987" rtl="0" eaLnBrk="1" latinLnBrk="0" hangingPunct="1">
              <a:lnSpc>
                <a:spcPct val="85000"/>
              </a:lnSpc>
              <a:spcBef>
                <a:spcPct val="0"/>
              </a:spcBef>
              <a:buNone/>
              <a:tabLst>
                <a:tab pos="1218987" algn="l"/>
              </a:tabLst>
              <a:defRPr lang="en-US" sz="3200" b="1" kern="1200" cap="none" spc="-150" baseline="0" dirty="0">
                <a:solidFill>
                  <a:schemeClr val="bg1"/>
                </a:solidFill>
                <a:latin typeface="Arial" pitchFamily="34" charset="0"/>
                <a:ea typeface="+mn-ea"/>
                <a:cs typeface="Arial" pitchFamily="34" charset="0"/>
              </a:defRPr>
            </a:lvl1pPr>
          </a:lstStyle>
          <a:p>
            <a:r>
              <a:rPr lang="en-US"/>
              <a:t>Click to edit master title</a:t>
            </a:r>
          </a:p>
        </p:txBody>
      </p:sp>
      <p:sp>
        <p:nvSpPr>
          <p:cNvPr id="16" name="Content Placeholder 2"/>
          <p:cNvSpPr>
            <a:spLocks noGrp="1"/>
          </p:cNvSpPr>
          <p:nvPr>
            <p:ph sz="half" idx="1"/>
          </p:nvPr>
        </p:nvSpPr>
        <p:spPr bwMode="gray">
          <a:xfrm>
            <a:off x="760610" y="1307594"/>
            <a:ext cx="5070324" cy="4788407"/>
          </a:xfrm>
          <a:prstGeom prst="rect">
            <a:avLst/>
          </a:prstGeom>
        </p:spPr>
        <p:txBody>
          <a:bodyPr lIns="0" tIns="0" rIns="0" bIns="0"/>
          <a:lstStyle>
            <a:lvl1pPr marL="171450" indent="-171450">
              <a:lnSpc>
                <a:spcPct val="90000"/>
              </a:lnSpc>
              <a:spcBef>
                <a:spcPts val="1000"/>
              </a:spcBef>
              <a:buClrTx/>
              <a:buFont typeface="Arial" panose="020B0604020202020204" pitchFamily="34" charset="0"/>
              <a:buChar char="•"/>
              <a:defRPr sz="2000">
                <a:solidFill>
                  <a:schemeClr val="bg1"/>
                </a:solidFill>
                <a:latin typeface="Arial" pitchFamily="34" charset="0"/>
                <a:cs typeface="Arial" pitchFamily="34" charset="0"/>
              </a:defRPr>
            </a:lvl1pPr>
            <a:lvl2pPr marL="609493" indent="-228560">
              <a:lnSpc>
                <a:spcPct val="90000"/>
              </a:lnSpc>
              <a:spcBef>
                <a:spcPts val="500"/>
              </a:spcBef>
              <a:buClrTx/>
              <a:buFont typeface="Arial" pitchFamily="34" charset="0"/>
              <a:buChar char="–"/>
              <a:defRPr sz="1800">
                <a:solidFill>
                  <a:schemeClr val="bg1"/>
                </a:solidFill>
                <a:latin typeface="Arial" pitchFamily="34" charset="0"/>
                <a:cs typeface="Arial" pitchFamily="34" charset="0"/>
              </a:defRPr>
            </a:lvl2pPr>
            <a:lvl3pPr marL="835938" indent="-150258">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3pPr>
            <a:lvl4pPr marL="1147033" indent="-156606">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4pPr>
            <a:lvl5pPr marL="1445431" indent="-150258">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2"/>
          <p:cNvSpPr>
            <a:spLocks noGrp="1"/>
          </p:cNvSpPr>
          <p:nvPr>
            <p:ph sz="half" idx="14"/>
          </p:nvPr>
        </p:nvSpPr>
        <p:spPr bwMode="gray">
          <a:xfrm>
            <a:off x="6340962" y="1307594"/>
            <a:ext cx="5067096" cy="4788407"/>
          </a:xfrm>
          <a:prstGeom prst="rect">
            <a:avLst/>
          </a:prstGeom>
        </p:spPr>
        <p:txBody>
          <a:bodyPr lIns="0" tIns="0" rIns="0" bIns="0"/>
          <a:lstStyle>
            <a:lvl1pPr marL="171450" indent="-171450">
              <a:lnSpc>
                <a:spcPct val="90000"/>
              </a:lnSpc>
              <a:spcBef>
                <a:spcPts val="1000"/>
              </a:spcBef>
              <a:buClrTx/>
              <a:buFont typeface="Arial" panose="020B0604020202020204" pitchFamily="34" charset="0"/>
              <a:buChar char="•"/>
              <a:defRPr sz="2000">
                <a:solidFill>
                  <a:schemeClr val="bg1"/>
                </a:solidFill>
                <a:latin typeface="Arial" pitchFamily="34" charset="0"/>
                <a:cs typeface="Arial" pitchFamily="34" charset="0"/>
              </a:defRPr>
            </a:lvl1pPr>
            <a:lvl2pPr marL="609493" indent="-228560">
              <a:lnSpc>
                <a:spcPct val="90000"/>
              </a:lnSpc>
              <a:spcBef>
                <a:spcPts val="500"/>
              </a:spcBef>
              <a:buClrTx/>
              <a:buFont typeface="Arial" pitchFamily="34" charset="0"/>
              <a:buChar char="–"/>
              <a:defRPr sz="1800">
                <a:solidFill>
                  <a:schemeClr val="bg1"/>
                </a:solidFill>
                <a:latin typeface="Arial" pitchFamily="34" charset="0"/>
                <a:cs typeface="Arial" pitchFamily="34" charset="0"/>
              </a:defRPr>
            </a:lvl2pPr>
            <a:lvl3pPr marL="835938" indent="-150258">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3pPr>
            <a:lvl4pPr marL="1147033" indent="-156606">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4pPr>
            <a:lvl5pPr marL="1445431" indent="-150258">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Slide Number Placeholder 1">
            <a:extLst>
              <a:ext uri="{FF2B5EF4-FFF2-40B4-BE49-F238E27FC236}">
                <a16:creationId xmlns:a16="http://schemas.microsoft.com/office/drawing/2014/main" id="{A1D52F52-4191-E70A-A15D-3F4D0CF0AA2B}"/>
              </a:ext>
            </a:extLst>
          </p:cNvPr>
          <p:cNvSpPr>
            <a:spLocks noGrp="1"/>
          </p:cNvSpPr>
          <p:nvPr>
            <p:ph type="sldNum" sz="quarter" idx="15"/>
          </p:nvPr>
        </p:nvSpPr>
        <p:spPr/>
        <p:txBody>
          <a:bodyPr/>
          <a:lstStyle>
            <a:lvl1pPr>
              <a:defRPr>
                <a:solidFill>
                  <a:schemeClr val="bg1"/>
                </a:solidFill>
              </a:defRPr>
            </a:lvl1pPr>
          </a:lstStyle>
          <a:p>
            <a:fld id="{6D22F896-40B5-4ADD-8801-0D06FADFA095}" type="slidenum">
              <a:rPr lang="en-US" smtClean="0"/>
              <a:pPr/>
              <a:t>‹#›</a:t>
            </a:fld>
            <a:endParaRPr lang="en-US"/>
          </a:p>
        </p:txBody>
      </p:sp>
    </p:spTree>
    <p:extLst>
      <p:ext uri="{BB962C8B-B14F-4D97-AF65-F5344CB8AC3E}">
        <p14:creationId xmlns:p14="http://schemas.microsoft.com/office/powerpoint/2010/main" val="3561791235"/>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hree Column Slide">
    <p:bg>
      <p:bgPr>
        <a:solidFill>
          <a:schemeClr val="bg1"/>
        </a:solidFill>
        <a:effectLst/>
      </p:bgPr>
    </p:bg>
    <p:spTree>
      <p:nvGrpSpPr>
        <p:cNvPr id="1" name=""/>
        <p:cNvGrpSpPr/>
        <p:nvPr/>
      </p:nvGrpSpPr>
      <p:grpSpPr>
        <a:xfrm>
          <a:off x="0" y="0"/>
          <a:ext cx="0" cy="0"/>
          <a:chOff x="0" y="0"/>
          <a:chExt cx="0" cy="0"/>
        </a:xfrm>
      </p:grpSpPr>
      <p:sp>
        <p:nvSpPr>
          <p:cNvPr id="11" name="Title 28"/>
          <p:cNvSpPr>
            <a:spLocks noGrp="1"/>
          </p:cNvSpPr>
          <p:nvPr>
            <p:ph type="title" hasCustomPrompt="1"/>
          </p:nvPr>
        </p:nvSpPr>
        <p:spPr bwMode="gray">
          <a:xfrm>
            <a:off x="760610" y="442528"/>
            <a:ext cx="10673829" cy="418576"/>
          </a:xfrm>
          <a:prstGeom prst="rect">
            <a:avLst/>
          </a:prstGeom>
        </p:spPr>
        <p:txBody>
          <a:bodyPr wrap="square" lIns="0" tIns="0" rIns="0" bIns="0" anchor="t" anchorCtr="0">
            <a:noAutofit/>
          </a:bodyPr>
          <a:lstStyle>
            <a:lvl1pPr marL="0" algn="l" defTabSz="1218987" rtl="0" eaLnBrk="1" latinLnBrk="0" hangingPunct="1">
              <a:lnSpc>
                <a:spcPct val="85000"/>
              </a:lnSpc>
              <a:spcBef>
                <a:spcPct val="0"/>
              </a:spcBef>
              <a:buNone/>
              <a:tabLst>
                <a:tab pos="1218987" algn="l"/>
              </a:tabLst>
              <a:defRPr lang="en-US" sz="3200" b="1" kern="1200" cap="none" spc="-150" baseline="0" dirty="0">
                <a:solidFill>
                  <a:schemeClr val="tx1"/>
                </a:solidFill>
                <a:latin typeface="Arial" pitchFamily="34" charset="0"/>
                <a:ea typeface="+mn-ea"/>
                <a:cs typeface="Arial" pitchFamily="34" charset="0"/>
              </a:defRPr>
            </a:lvl1pPr>
          </a:lstStyle>
          <a:p>
            <a:r>
              <a:rPr lang="en-US"/>
              <a:t>Click to edit master title</a:t>
            </a:r>
          </a:p>
        </p:txBody>
      </p:sp>
      <p:sp>
        <p:nvSpPr>
          <p:cNvPr id="16" name="Content Placeholder 2"/>
          <p:cNvSpPr>
            <a:spLocks noGrp="1"/>
          </p:cNvSpPr>
          <p:nvPr>
            <p:ph sz="half" idx="1"/>
          </p:nvPr>
        </p:nvSpPr>
        <p:spPr bwMode="gray">
          <a:xfrm>
            <a:off x="760611" y="1307594"/>
            <a:ext cx="3343142" cy="4788407"/>
          </a:xfrm>
          <a:prstGeom prst="rect">
            <a:avLst/>
          </a:prstGeom>
        </p:spPr>
        <p:txBody>
          <a:bodyPr lIns="0" tIns="0" rIns="0" bIns="0"/>
          <a:lstStyle>
            <a:lvl1pPr marL="171450" indent="-171450">
              <a:lnSpc>
                <a:spcPct val="90000"/>
              </a:lnSpc>
              <a:spcBef>
                <a:spcPts val="1000"/>
              </a:spcBef>
              <a:buClrTx/>
              <a:buFont typeface="Arial" panose="020B0604020202020204" pitchFamily="34" charset="0"/>
              <a:buChar char="•"/>
              <a:defRPr sz="2000">
                <a:solidFill>
                  <a:schemeClr val="tx1"/>
                </a:solidFill>
                <a:latin typeface="Arial" pitchFamily="34" charset="0"/>
                <a:cs typeface="Arial" pitchFamily="34" charset="0"/>
              </a:defRPr>
            </a:lvl1pPr>
            <a:lvl2pPr marL="609493" indent="-228560">
              <a:lnSpc>
                <a:spcPct val="90000"/>
              </a:lnSpc>
              <a:spcBef>
                <a:spcPts val="500"/>
              </a:spcBef>
              <a:buClrTx/>
              <a:buFont typeface="Arial" pitchFamily="34" charset="0"/>
              <a:buChar char="–"/>
              <a:defRPr sz="1800">
                <a:solidFill>
                  <a:schemeClr val="tx1"/>
                </a:solidFill>
                <a:latin typeface="Arial" pitchFamily="34" charset="0"/>
                <a:cs typeface="Arial" pitchFamily="34" charset="0"/>
              </a:defRPr>
            </a:lvl2pPr>
            <a:lvl3pPr marL="835938" indent="-150258">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3pPr>
            <a:lvl4pPr marL="1147033" indent="-156606">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4pPr>
            <a:lvl5pPr marL="1445431" indent="-150258">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2"/>
          <p:cNvSpPr>
            <a:spLocks noGrp="1"/>
          </p:cNvSpPr>
          <p:nvPr>
            <p:ph sz="half" idx="10"/>
          </p:nvPr>
        </p:nvSpPr>
        <p:spPr bwMode="gray">
          <a:xfrm>
            <a:off x="4378398" y="1307594"/>
            <a:ext cx="3344059" cy="4788407"/>
          </a:xfrm>
          <a:prstGeom prst="rect">
            <a:avLst/>
          </a:prstGeom>
        </p:spPr>
        <p:txBody>
          <a:bodyPr lIns="0" tIns="0" rIns="0" bIns="0"/>
          <a:lstStyle>
            <a:lvl1pPr marL="171450" indent="-171450">
              <a:lnSpc>
                <a:spcPct val="90000"/>
              </a:lnSpc>
              <a:spcBef>
                <a:spcPts val="1000"/>
              </a:spcBef>
              <a:buClrTx/>
              <a:buFont typeface="Arial" panose="020B0604020202020204" pitchFamily="34" charset="0"/>
              <a:buChar char="•"/>
              <a:defRPr sz="2000">
                <a:solidFill>
                  <a:schemeClr val="tx1"/>
                </a:solidFill>
                <a:latin typeface="Arial" pitchFamily="34" charset="0"/>
                <a:cs typeface="Arial" pitchFamily="34" charset="0"/>
              </a:defRPr>
            </a:lvl1pPr>
            <a:lvl2pPr marL="609493" indent="-228560">
              <a:lnSpc>
                <a:spcPct val="90000"/>
              </a:lnSpc>
              <a:spcBef>
                <a:spcPts val="500"/>
              </a:spcBef>
              <a:buClrTx/>
              <a:buFont typeface="Arial" pitchFamily="34" charset="0"/>
              <a:buChar char="–"/>
              <a:defRPr sz="1800">
                <a:solidFill>
                  <a:schemeClr val="tx1"/>
                </a:solidFill>
                <a:latin typeface="Arial" pitchFamily="34" charset="0"/>
                <a:cs typeface="Arial" pitchFamily="34" charset="0"/>
              </a:defRPr>
            </a:lvl2pPr>
            <a:lvl3pPr marL="835938" indent="-150258">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3pPr>
            <a:lvl4pPr marL="1147033" indent="-156606">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4pPr>
            <a:lvl5pPr marL="1445431" indent="-150258">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2"/>
          <p:cNvSpPr>
            <a:spLocks noGrp="1"/>
          </p:cNvSpPr>
          <p:nvPr>
            <p:ph sz="half" idx="11"/>
          </p:nvPr>
        </p:nvSpPr>
        <p:spPr bwMode="gray">
          <a:xfrm>
            <a:off x="8017903" y="1307594"/>
            <a:ext cx="3416536" cy="4788407"/>
          </a:xfrm>
          <a:prstGeom prst="rect">
            <a:avLst/>
          </a:prstGeom>
        </p:spPr>
        <p:txBody>
          <a:bodyPr lIns="0" tIns="0" rIns="0" bIns="0"/>
          <a:lstStyle>
            <a:lvl1pPr marL="171450" indent="-171450">
              <a:lnSpc>
                <a:spcPct val="90000"/>
              </a:lnSpc>
              <a:spcBef>
                <a:spcPts val="1000"/>
              </a:spcBef>
              <a:buClrTx/>
              <a:buFont typeface="Arial" panose="020B0604020202020204" pitchFamily="34" charset="0"/>
              <a:buChar char="•"/>
              <a:defRPr sz="2000">
                <a:solidFill>
                  <a:schemeClr val="tx1"/>
                </a:solidFill>
                <a:latin typeface="Arial" pitchFamily="34" charset="0"/>
                <a:cs typeface="Arial" pitchFamily="34" charset="0"/>
              </a:defRPr>
            </a:lvl1pPr>
            <a:lvl2pPr marL="609493" indent="-228560">
              <a:lnSpc>
                <a:spcPct val="90000"/>
              </a:lnSpc>
              <a:spcBef>
                <a:spcPts val="500"/>
              </a:spcBef>
              <a:buClrTx/>
              <a:buFont typeface="Arial" pitchFamily="34" charset="0"/>
              <a:buChar char="–"/>
              <a:defRPr sz="1800">
                <a:solidFill>
                  <a:schemeClr val="tx1"/>
                </a:solidFill>
                <a:latin typeface="Arial" pitchFamily="34" charset="0"/>
                <a:cs typeface="Arial" pitchFamily="34" charset="0"/>
              </a:defRPr>
            </a:lvl2pPr>
            <a:lvl3pPr marL="835938" indent="-150258">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3pPr>
            <a:lvl4pPr marL="1147033" indent="-156606">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4pPr>
            <a:lvl5pPr marL="1445431" indent="-150258">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Slide Number Placeholder 1">
            <a:extLst>
              <a:ext uri="{FF2B5EF4-FFF2-40B4-BE49-F238E27FC236}">
                <a16:creationId xmlns:a16="http://schemas.microsoft.com/office/drawing/2014/main" id="{0C61C74C-45BE-3DE8-0DFD-4B97D814FB04}"/>
              </a:ext>
            </a:extLst>
          </p:cNvPr>
          <p:cNvSpPr>
            <a:spLocks noGrp="1"/>
          </p:cNvSpPr>
          <p:nvPr>
            <p:ph type="sldNum" sz="quarter" idx="12"/>
          </p:nvPr>
        </p:nvSpPr>
        <p:spPr/>
        <p:txBody>
          <a:bodyPr/>
          <a:lstStyle/>
          <a:p>
            <a:fld id="{6D22F896-40B5-4ADD-8801-0D06FADFA095}" type="slidenum">
              <a:rPr lang="en-US" smtClean="0"/>
              <a:pPr/>
              <a:t>‹#›</a:t>
            </a:fld>
            <a:endParaRPr lang="en-US"/>
          </a:p>
        </p:txBody>
      </p:sp>
    </p:spTree>
    <p:extLst>
      <p:ext uri="{BB962C8B-B14F-4D97-AF65-F5344CB8AC3E}">
        <p14:creationId xmlns:p14="http://schemas.microsoft.com/office/powerpoint/2010/main" val="727039089"/>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Three Column Slide_Black">
    <p:bg>
      <p:bgPr>
        <a:solidFill>
          <a:srgbClr val="1E0113"/>
        </a:solidFill>
        <a:effectLst/>
      </p:bgPr>
    </p:bg>
    <p:spTree>
      <p:nvGrpSpPr>
        <p:cNvPr id="1" name=""/>
        <p:cNvGrpSpPr/>
        <p:nvPr/>
      </p:nvGrpSpPr>
      <p:grpSpPr>
        <a:xfrm>
          <a:off x="0" y="0"/>
          <a:ext cx="0" cy="0"/>
          <a:chOff x="0" y="0"/>
          <a:chExt cx="0" cy="0"/>
        </a:xfrm>
      </p:grpSpPr>
      <p:pic>
        <p:nvPicPr>
          <p:cNvPr id="3" name="Picture 2" descr="Circle&#10;&#10;Description automatically generated">
            <a:extLst>
              <a:ext uri="{FF2B5EF4-FFF2-40B4-BE49-F238E27FC236}">
                <a16:creationId xmlns:a16="http://schemas.microsoft.com/office/drawing/2014/main" id="{20E594BD-1F6B-6058-9B92-DF72595D61F5}"/>
              </a:ext>
            </a:extLst>
          </p:cNvPr>
          <p:cNvPicPr>
            <a:picLocks noChangeAspect="1"/>
          </p:cNvPicPr>
          <p:nvPr userDrawn="1"/>
        </p:nvPicPr>
        <p:blipFill>
          <a:blip r:embed="rId2"/>
          <a:stretch>
            <a:fillRect/>
          </a:stretch>
        </p:blipFill>
        <p:spPr>
          <a:xfrm>
            <a:off x="219" y="0"/>
            <a:ext cx="12191564" cy="6858000"/>
          </a:xfrm>
          <a:prstGeom prst="rect">
            <a:avLst/>
          </a:prstGeom>
        </p:spPr>
      </p:pic>
      <p:sp>
        <p:nvSpPr>
          <p:cNvPr id="11" name="Title 28"/>
          <p:cNvSpPr>
            <a:spLocks noGrp="1"/>
          </p:cNvSpPr>
          <p:nvPr>
            <p:ph type="title" hasCustomPrompt="1"/>
          </p:nvPr>
        </p:nvSpPr>
        <p:spPr bwMode="gray">
          <a:xfrm>
            <a:off x="760610" y="442528"/>
            <a:ext cx="10673829" cy="418576"/>
          </a:xfrm>
          <a:prstGeom prst="rect">
            <a:avLst/>
          </a:prstGeom>
        </p:spPr>
        <p:txBody>
          <a:bodyPr wrap="square" lIns="0" tIns="0" rIns="0" bIns="0" anchor="t" anchorCtr="0">
            <a:noAutofit/>
          </a:bodyPr>
          <a:lstStyle>
            <a:lvl1pPr marL="0" algn="l" defTabSz="1218987" rtl="0" eaLnBrk="1" latinLnBrk="0" hangingPunct="1">
              <a:lnSpc>
                <a:spcPct val="85000"/>
              </a:lnSpc>
              <a:spcBef>
                <a:spcPct val="0"/>
              </a:spcBef>
              <a:buNone/>
              <a:tabLst>
                <a:tab pos="1218987" algn="l"/>
              </a:tabLst>
              <a:defRPr lang="en-US" sz="3200" b="1" kern="1200" cap="none" spc="-150" baseline="0" dirty="0">
                <a:solidFill>
                  <a:schemeClr val="bg1"/>
                </a:solidFill>
                <a:latin typeface="Arial" pitchFamily="34" charset="0"/>
                <a:ea typeface="+mn-ea"/>
                <a:cs typeface="Arial" pitchFamily="34" charset="0"/>
              </a:defRPr>
            </a:lvl1pPr>
          </a:lstStyle>
          <a:p>
            <a:r>
              <a:rPr lang="en-US"/>
              <a:t>Click to edit master title</a:t>
            </a:r>
          </a:p>
        </p:txBody>
      </p:sp>
      <p:sp>
        <p:nvSpPr>
          <p:cNvPr id="16" name="Content Placeholder 2"/>
          <p:cNvSpPr>
            <a:spLocks noGrp="1"/>
          </p:cNvSpPr>
          <p:nvPr>
            <p:ph sz="half" idx="1"/>
          </p:nvPr>
        </p:nvSpPr>
        <p:spPr bwMode="gray">
          <a:xfrm>
            <a:off x="760611" y="1307594"/>
            <a:ext cx="3343142" cy="4788407"/>
          </a:xfrm>
          <a:prstGeom prst="rect">
            <a:avLst/>
          </a:prstGeom>
        </p:spPr>
        <p:txBody>
          <a:bodyPr lIns="0" tIns="0" rIns="0" bIns="0"/>
          <a:lstStyle>
            <a:lvl1pPr marL="171450" indent="-171450">
              <a:lnSpc>
                <a:spcPct val="90000"/>
              </a:lnSpc>
              <a:spcBef>
                <a:spcPts val="1000"/>
              </a:spcBef>
              <a:buClrTx/>
              <a:buFont typeface="Arial" panose="020B0604020202020204" pitchFamily="34" charset="0"/>
              <a:buChar char="•"/>
              <a:defRPr sz="2000">
                <a:solidFill>
                  <a:schemeClr val="bg1"/>
                </a:solidFill>
                <a:latin typeface="Arial" pitchFamily="34" charset="0"/>
                <a:cs typeface="Arial" pitchFamily="34" charset="0"/>
              </a:defRPr>
            </a:lvl1pPr>
            <a:lvl2pPr marL="609493" indent="-228560">
              <a:lnSpc>
                <a:spcPct val="90000"/>
              </a:lnSpc>
              <a:spcBef>
                <a:spcPts val="500"/>
              </a:spcBef>
              <a:buClrTx/>
              <a:buFont typeface="Arial" pitchFamily="34" charset="0"/>
              <a:buChar char="–"/>
              <a:defRPr sz="1800">
                <a:solidFill>
                  <a:schemeClr val="bg1"/>
                </a:solidFill>
                <a:latin typeface="Arial" pitchFamily="34" charset="0"/>
                <a:cs typeface="Arial" pitchFamily="34" charset="0"/>
              </a:defRPr>
            </a:lvl2pPr>
            <a:lvl3pPr marL="835938" indent="-150258">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3pPr>
            <a:lvl4pPr marL="1147033" indent="-156606">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4pPr>
            <a:lvl5pPr marL="1445431" indent="-150258">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2"/>
          <p:cNvSpPr>
            <a:spLocks noGrp="1"/>
          </p:cNvSpPr>
          <p:nvPr>
            <p:ph sz="half" idx="10"/>
          </p:nvPr>
        </p:nvSpPr>
        <p:spPr bwMode="gray">
          <a:xfrm>
            <a:off x="4378399" y="1307594"/>
            <a:ext cx="3343142" cy="4788407"/>
          </a:xfrm>
          <a:prstGeom prst="rect">
            <a:avLst/>
          </a:prstGeom>
        </p:spPr>
        <p:txBody>
          <a:bodyPr lIns="0" tIns="0" rIns="0" bIns="0"/>
          <a:lstStyle>
            <a:lvl1pPr marL="171450" indent="-171450">
              <a:lnSpc>
                <a:spcPct val="90000"/>
              </a:lnSpc>
              <a:spcBef>
                <a:spcPts val="1000"/>
              </a:spcBef>
              <a:buClrTx/>
              <a:buFont typeface="Arial" panose="020B0604020202020204" pitchFamily="34" charset="0"/>
              <a:buChar char="•"/>
              <a:defRPr sz="2000">
                <a:solidFill>
                  <a:schemeClr val="bg1"/>
                </a:solidFill>
                <a:latin typeface="Arial" pitchFamily="34" charset="0"/>
                <a:cs typeface="Arial" pitchFamily="34" charset="0"/>
              </a:defRPr>
            </a:lvl1pPr>
            <a:lvl2pPr marL="609493" indent="-228560">
              <a:lnSpc>
                <a:spcPct val="90000"/>
              </a:lnSpc>
              <a:spcBef>
                <a:spcPts val="500"/>
              </a:spcBef>
              <a:buClrTx/>
              <a:buFont typeface="Arial" pitchFamily="34" charset="0"/>
              <a:buChar char="–"/>
              <a:defRPr sz="1800">
                <a:solidFill>
                  <a:schemeClr val="bg1"/>
                </a:solidFill>
                <a:latin typeface="Arial" pitchFamily="34" charset="0"/>
                <a:cs typeface="Arial" pitchFamily="34" charset="0"/>
              </a:defRPr>
            </a:lvl2pPr>
            <a:lvl3pPr marL="835938" indent="-150258">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3pPr>
            <a:lvl4pPr marL="1147033" indent="-156606">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4pPr>
            <a:lvl5pPr marL="1445431" indent="-150258">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2"/>
          <p:cNvSpPr>
            <a:spLocks noGrp="1"/>
          </p:cNvSpPr>
          <p:nvPr>
            <p:ph sz="half" idx="11"/>
          </p:nvPr>
        </p:nvSpPr>
        <p:spPr bwMode="gray">
          <a:xfrm>
            <a:off x="8017903" y="1307594"/>
            <a:ext cx="3416536" cy="4788407"/>
          </a:xfrm>
          <a:prstGeom prst="rect">
            <a:avLst/>
          </a:prstGeom>
        </p:spPr>
        <p:txBody>
          <a:bodyPr lIns="0" tIns="0" rIns="0" bIns="0"/>
          <a:lstStyle>
            <a:lvl1pPr marL="171450" indent="-171450">
              <a:lnSpc>
                <a:spcPct val="90000"/>
              </a:lnSpc>
              <a:spcBef>
                <a:spcPts val="1000"/>
              </a:spcBef>
              <a:buClrTx/>
              <a:buFont typeface="Arial" panose="020B0604020202020204" pitchFamily="34" charset="0"/>
              <a:buChar char="•"/>
              <a:defRPr sz="2000">
                <a:solidFill>
                  <a:schemeClr val="bg1"/>
                </a:solidFill>
                <a:latin typeface="Arial" pitchFamily="34" charset="0"/>
                <a:cs typeface="Arial" pitchFamily="34" charset="0"/>
              </a:defRPr>
            </a:lvl1pPr>
            <a:lvl2pPr marL="609493" indent="-228560">
              <a:lnSpc>
                <a:spcPct val="90000"/>
              </a:lnSpc>
              <a:spcBef>
                <a:spcPts val="500"/>
              </a:spcBef>
              <a:buClrTx/>
              <a:buFont typeface="Arial" pitchFamily="34" charset="0"/>
              <a:buChar char="–"/>
              <a:defRPr sz="1800">
                <a:solidFill>
                  <a:schemeClr val="bg1"/>
                </a:solidFill>
                <a:latin typeface="Arial" pitchFamily="34" charset="0"/>
                <a:cs typeface="Arial" pitchFamily="34" charset="0"/>
              </a:defRPr>
            </a:lvl2pPr>
            <a:lvl3pPr marL="835938" indent="-150258">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3pPr>
            <a:lvl4pPr marL="1147033" indent="-156606">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4pPr>
            <a:lvl5pPr marL="1445431" indent="-150258">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Slide Number Placeholder 1">
            <a:extLst>
              <a:ext uri="{FF2B5EF4-FFF2-40B4-BE49-F238E27FC236}">
                <a16:creationId xmlns:a16="http://schemas.microsoft.com/office/drawing/2014/main" id="{3A92B045-EC23-B30D-E716-8FEBB279E86E}"/>
              </a:ext>
            </a:extLst>
          </p:cNvPr>
          <p:cNvSpPr>
            <a:spLocks noGrp="1"/>
          </p:cNvSpPr>
          <p:nvPr>
            <p:ph type="sldNum" sz="quarter" idx="12"/>
          </p:nvPr>
        </p:nvSpPr>
        <p:spPr/>
        <p:txBody>
          <a:bodyPr/>
          <a:lstStyle>
            <a:lvl1pPr>
              <a:defRPr>
                <a:solidFill>
                  <a:schemeClr val="bg1"/>
                </a:solidFill>
              </a:defRPr>
            </a:lvl1pPr>
          </a:lstStyle>
          <a:p>
            <a:fld id="{6D22F896-40B5-4ADD-8801-0D06FADFA095}" type="slidenum">
              <a:rPr lang="en-US" smtClean="0"/>
              <a:pPr/>
              <a:t>‹#›</a:t>
            </a:fld>
            <a:endParaRPr lang="en-US"/>
          </a:p>
        </p:txBody>
      </p:sp>
    </p:spTree>
    <p:extLst>
      <p:ext uri="{BB962C8B-B14F-4D97-AF65-F5344CB8AC3E}">
        <p14:creationId xmlns:p14="http://schemas.microsoft.com/office/powerpoint/2010/main" val="172380456"/>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w/Image">
    <p:spTree>
      <p:nvGrpSpPr>
        <p:cNvPr id="1" name=""/>
        <p:cNvGrpSpPr/>
        <p:nvPr/>
      </p:nvGrpSpPr>
      <p:grpSpPr>
        <a:xfrm>
          <a:off x="0" y="0"/>
          <a:ext cx="0" cy="0"/>
          <a:chOff x="0" y="0"/>
          <a:chExt cx="0" cy="0"/>
        </a:xfrm>
      </p:grpSpPr>
      <p:sp>
        <p:nvSpPr>
          <p:cNvPr id="10" name="Title 28"/>
          <p:cNvSpPr>
            <a:spLocks noGrp="1"/>
          </p:cNvSpPr>
          <p:nvPr>
            <p:ph type="title" hasCustomPrompt="1"/>
          </p:nvPr>
        </p:nvSpPr>
        <p:spPr bwMode="gray">
          <a:xfrm>
            <a:off x="760611" y="442528"/>
            <a:ext cx="5725006" cy="418576"/>
          </a:xfrm>
          <a:prstGeom prst="rect">
            <a:avLst/>
          </a:prstGeom>
        </p:spPr>
        <p:txBody>
          <a:bodyPr wrap="square" lIns="0" tIns="0" rIns="0" bIns="0" anchor="t" anchorCtr="0">
            <a:noAutofit/>
          </a:bodyPr>
          <a:lstStyle>
            <a:lvl1pPr marL="0" algn="l" defTabSz="1218987" rtl="0" eaLnBrk="1" latinLnBrk="0" hangingPunct="1">
              <a:lnSpc>
                <a:spcPct val="85000"/>
              </a:lnSpc>
              <a:spcBef>
                <a:spcPct val="0"/>
              </a:spcBef>
              <a:buNone/>
              <a:tabLst>
                <a:tab pos="1218987" algn="l"/>
              </a:tabLst>
              <a:defRPr lang="en-US" sz="3200" b="1" kern="1200" cap="none" spc="-150" baseline="0" dirty="0">
                <a:solidFill>
                  <a:schemeClr val="tx1"/>
                </a:solidFill>
                <a:latin typeface="Arial" pitchFamily="34" charset="0"/>
                <a:ea typeface="+mn-ea"/>
                <a:cs typeface="Arial" pitchFamily="34" charset="0"/>
              </a:defRPr>
            </a:lvl1pPr>
          </a:lstStyle>
          <a:p>
            <a:r>
              <a:rPr lang="en-US"/>
              <a:t>Click to edit master title</a:t>
            </a:r>
          </a:p>
        </p:txBody>
      </p:sp>
      <p:sp>
        <p:nvSpPr>
          <p:cNvPr id="16" name="Content Placeholder 2"/>
          <p:cNvSpPr>
            <a:spLocks noGrp="1"/>
          </p:cNvSpPr>
          <p:nvPr>
            <p:ph sz="half" idx="1"/>
          </p:nvPr>
        </p:nvSpPr>
        <p:spPr bwMode="gray">
          <a:xfrm>
            <a:off x="760611" y="1307593"/>
            <a:ext cx="5725006" cy="4788408"/>
          </a:xfrm>
          <a:prstGeom prst="rect">
            <a:avLst/>
          </a:prstGeom>
        </p:spPr>
        <p:txBody>
          <a:bodyPr lIns="0" tIns="0" rIns="0" bIns="0"/>
          <a:lstStyle>
            <a:lvl1pPr marL="171450" indent="-171450">
              <a:lnSpc>
                <a:spcPct val="90000"/>
              </a:lnSpc>
              <a:spcBef>
                <a:spcPts val="1000"/>
              </a:spcBef>
              <a:buClrTx/>
              <a:buFont typeface="Arial" panose="020B0604020202020204" pitchFamily="34" charset="0"/>
              <a:buChar char="•"/>
              <a:defRPr sz="2000">
                <a:solidFill>
                  <a:schemeClr val="tx1"/>
                </a:solidFill>
                <a:latin typeface="Arial" pitchFamily="34" charset="0"/>
                <a:cs typeface="Arial" pitchFamily="34" charset="0"/>
              </a:defRPr>
            </a:lvl1pPr>
            <a:lvl2pPr marL="609493" indent="-228560">
              <a:lnSpc>
                <a:spcPct val="90000"/>
              </a:lnSpc>
              <a:spcBef>
                <a:spcPts val="500"/>
              </a:spcBef>
              <a:buClrTx/>
              <a:buFont typeface="Arial" pitchFamily="34" charset="0"/>
              <a:buChar char="–"/>
              <a:defRPr sz="1800">
                <a:solidFill>
                  <a:schemeClr val="tx1"/>
                </a:solidFill>
                <a:latin typeface="Arial" pitchFamily="34" charset="0"/>
                <a:cs typeface="Arial" pitchFamily="34" charset="0"/>
              </a:defRPr>
            </a:lvl2pPr>
            <a:lvl3pPr marL="835938" indent="-150258">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3pPr>
            <a:lvl4pPr marL="1147033" indent="-156606">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4pPr>
            <a:lvl5pPr marL="1445431" indent="-150258">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8"/>
          <p:cNvSpPr>
            <a:spLocks noGrp="1"/>
          </p:cNvSpPr>
          <p:nvPr>
            <p:ph type="pic" sz="quarter" idx="16"/>
          </p:nvPr>
        </p:nvSpPr>
        <p:spPr>
          <a:xfrm>
            <a:off x="6858199" y="0"/>
            <a:ext cx="5333800" cy="6858000"/>
          </a:xfrm>
          <a:prstGeom prst="rect">
            <a:avLst/>
          </a:prstGeom>
        </p:spPr>
        <p:txBody>
          <a:bodyPr anchor="ctr"/>
          <a:lstStyle>
            <a:lvl1pPr marL="0" indent="0" algn="ctr">
              <a:buNone/>
              <a:defRPr sz="2400">
                <a:solidFill>
                  <a:schemeClr val="accent1"/>
                </a:solidFill>
              </a:defRPr>
            </a:lvl1pPr>
          </a:lstStyle>
          <a:p>
            <a:r>
              <a:rPr lang="en-US"/>
              <a:t>Click icon to add picture</a:t>
            </a:r>
          </a:p>
        </p:txBody>
      </p:sp>
      <p:sp>
        <p:nvSpPr>
          <p:cNvPr id="2" name="Slide Number Placeholder 1">
            <a:extLst>
              <a:ext uri="{FF2B5EF4-FFF2-40B4-BE49-F238E27FC236}">
                <a16:creationId xmlns:a16="http://schemas.microsoft.com/office/drawing/2014/main" id="{C8F3C117-A202-AC1A-30DA-A95049B2670E}"/>
              </a:ext>
            </a:extLst>
          </p:cNvPr>
          <p:cNvSpPr>
            <a:spLocks noGrp="1"/>
          </p:cNvSpPr>
          <p:nvPr>
            <p:ph type="sldNum" sz="quarter" idx="17"/>
          </p:nvPr>
        </p:nvSpPr>
        <p:spPr/>
        <p:txBody>
          <a:bodyPr/>
          <a:lstStyle/>
          <a:p>
            <a:fld id="{6D22F896-40B5-4ADD-8801-0D06FADFA095}" type="slidenum">
              <a:rPr lang="en-US" smtClean="0"/>
              <a:pPr/>
              <a:t>‹#›</a:t>
            </a:fld>
            <a:endParaRPr lang="en-US"/>
          </a:p>
        </p:txBody>
      </p:sp>
    </p:spTree>
    <p:extLst>
      <p:ext uri="{BB962C8B-B14F-4D97-AF65-F5344CB8AC3E}">
        <p14:creationId xmlns:p14="http://schemas.microsoft.com/office/powerpoint/2010/main" val="1022552246"/>
      </p:ext>
    </p:extLst>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Title w/Image_Black">
    <p:bg>
      <p:bgPr>
        <a:solidFill>
          <a:srgbClr val="1E0113"/>
        </a:solidFill>
        <a:effectLst/>
      </p:bgPr>
    </p:bg>
    <p:spTree>
      <p:nvGrpSpPr>
        <p:cNvPr id="1" name=""/>
        <p:cNvGrpSpPr/>
        <p:nvPr/>
      </p:nvGrpSpPr>
      <p:grpSpPr>
        <a:xfrm>
          <a:off x="0" y="0"/>
          <a:ext cx="0" cy="0"/>
          <a:chOff x="0" y="0"/>
          <a:chExt cx="0" cy="0"/>
        </a:xfrm>
      </p:grpSpPr>
      <p:pic>
        <p:nvPicPr>
          <p:cNvPr id="3" name="Picture 2" descr="Circle&#10;&#10;Description automatically generated">
            <a:extLst>
              <a:ext uri="{FF2B5EF4-FFF2-40B4-BE49-F238E27FC236}">
                <a16:creationId xmlns:a16="http://schemas.microsoft.com/office/drawing/2014/main" id="{7BFC1471-1C6B-8D36-C09C-33191A1EA401}"/>
              </a:ext>
            </a:extLst>
          </p:cNvPr>
          <p:cNvPicPr>
            <a:picLocks noChangeAspect="1"/>
          </p:cNvPicPr>
          <p:nvPr userDrawn="1"/>
        </p:nvPicPr>
        <p:blipFill>
          <a:blip r:embed="rId2"/>
          <a:stretch>
            <a:fillRect/>
          </a:stretch>
        </p:blipFill>
        <p:spPr>
          <a:xfrm>
            <a:off x="219" y="0"/>
            <a:ext cx="12191564" cy="6858000"/>
          </a:xfrm>
          <a:prstGeom prst="rect">
            <a:avLst/>
          </a:prstGeom>
        </p:spPr>
      </p:pic>
      <p:sp>
        <p:nvSpPr>
          <p:cNvPr id="10" name="Title 28"/>
          <p:cNvSpPr>
            <a:spLocks noGrp="1"/>
          </p:cNvSpPr>
          <p:nvPr>
            <p:ph type="title" hasCustomPrompt="1"/>
          </p:nvPr>
        </p:nvSpPr>
        <p:spPr bwMode="gray">
          <a:xfrm>
            <a:off x="760611" y="442528"/>
            <a:ext cx="5725006" cy="418576"/>
          </a:xfrm>
          <a:prstGeom prst="rect">
            <a:avLst/>
          </a:prstGeom>
        </p:spPr>
        <p:txBody>
          <a:bodyPr wrap="square" lIns="0" tIns="0" rIns="0" bIns="0" anchor="t" anchorCtr="0">
            <a:noAutofit/>
          </a:bodyPr>
          <a:lstStyle>
            <a:lvl1pPr marL="0" algn="l" defTabSz="1218987" rtl="0" eaLnBrk="1" latinLnBrk="0" hangingPunct="1">
              <a:lnSpc>
                <a:spcPct val="85000"/>
              </a:lnSpc>
              <a:spcBef>
                <a:spcPct val="0"/>
              </a:spcBef>
              <a:buNone/>
              <a:tabLst>
                <a:tab pos="1218987" algn="l"/>
              </a:tabLst>
              <a:defRPr lang="en-US" sz="3200" b="1" kern="1200" cap="none" spc="-150" baseline="0" dirty="0">
                <a:solidFill>
                  <a:schemeClr val="bg1"/>
                </a:solidFill>
                <a:latin typeface="Arial" pitchFamily="34" charset="0"/>
                <a:ea typeface="+mn-ea"/>
                <a:cs typeface="Arial" pitchFamily="34" charset="0"/>
              </a:defRPr>
            </a:lvl1pPr>
          </a:lstStyle>
          <a:p>
            <a:r>
              <a:rPr lang="en-US"/>
              <a:t>Click to edit master title</a:t>
            </a:r>
          </a:p>
        </p:txBody>
      </p:sp>
      <p:sp>
        <p:nvSpPr>
          <p:cNvPr id="16" name="Content Placeholder 2"/>
          <p:cNvSpPr>
            <a:spLocks noGrp="1"/>
          </p:cNvSpPr>
          <p:nvPr>
            <p:ph sz="half" idx="1"/>
          </p:nvPr>
        </p:nvSpPr>
        <p:spPr bwMode="gray">
          <a:xfrm>
            <a:off x="760611" y="1307593"/>
            <a:ext cx="5725006" cy="4919589"/>
          </a:xfrm>
          <a:prstGeom prst="rect">
            <a:avLst/>
          </a:prstGeom>
        </p:spPr>
        <p:txBody>
          <a:bodyPr lIns="0" tIns="0" rIns="0" bIns="0"/>
          <a:lstStyle>
            <a:lvl1pPr marL="171450" indent="-171450">
              <a:lnSpc>
                <a:spcPct val="90000"/>
              </a:lnSpc>
              <a:spcBef>
                <a:spcPts val="1000"/>
              </a:spcBef>
              <a:buClrTx/>
              <a:buFont typeface="Arial" panose="020B0604020202020204" pitchFamily="34" charset="0"/>
              <a:buChar char="•"/>
              <a:defRPr sz="2000">
                <a:solidFill>
                  <a:schemeClr val="bg1"/>
                </a:solidFill>
                <a:latin typeface="Arial" pitchFamily="34" charset="0"/>
                <a:cs typeface="Arial" pitchFamily="34" charset="0"/>
              </a:defRPr>
            </a:lvl1pPr>
            <a:lvl2pPr marL="609493" indent="-228560">
              <a:lnSpc>
                <a:spcPct val="90000"/>
              </a:lnSpc>
              <a:spcBef>
                <a:spcPts val="500"/>
              </a:spcBef>
              <a:buClrTx/>
              <a:buFont typeface="Arial" pitchFamily="34" charset="0"/>
              <a:buChar char="–"/>
              <a:defRPr sz="1800">
                <a:solidFill>
                  <a:schemeClr val="bg1"/>
                </a:solidFill>
                <a:latin typeface="Arial" pitchFamily="34" charset="0"/>
                <a:cs typeface="Arial" pitchFamily="34" charset="0"/>
              </a:defRPr>
            </a:lvl2pPr>
            <a:lvl3pPr marL="835938" indent="-150258">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3pPr>
            <a:lvl4pPr marL="1147033" indent="-156606">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4pPr>
            <a:lvl5pPr marL="1445431" indent="-150258">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8"/>
          <p:cNvSpPr>
            <a:spLocks noGrp="1"/>
          </p:cNvSpPr>
          <p:nvPr>
            <p:ph type="pic" sz="quarter" idx="16"/>
          </p:nvPr>
        </p:nvSpPr>
        <p:spPr>
          <a:xfrm>
            <a:off x="6858199" y="0"/>
            <a:ext cx="5333800" cy="6858000"/>
          </a:xfrm>
          <a:prstGeom prst="rect">
            <a:avLst/>
          </a:prstGeom>
        </p:spPr>
        <p:txBody>
          <a:bodyPr anchor="ctr"/>
          <a:lstStyle>
            <a:lvl1pPr marL="0" indent="0" algn="ctr">
              <a:buNone/>
              <a:defRPr sz="2400">
                <a:solidFill>
                  <a:schemeClr val="accent1"/>
                </a:solidFill>
              </a:defRPr>
            </a:lvl1pPr>
          </a:lstStyle>
          <a:p>
            <a:r>
              <a:rPr lang="en-US"/>
              <a:t>Click icon to add picture</a:t>
            </a:r>
          </a:p>
        </p:txBody>
      </p:sp>
      <p:sp>
        <p:nvSpPr>
          <p:cNvPr id="2" name="Slide Number Placeholder 1">
            <a:extLst>
              <a:ext uri="{FF2B5EF4-FFF2-40B4-BE49-F238E27FC236}">
                <a16:creationId xmlns:a16="http://schemas.microsoft.com/office/drawing/2014/main" id="{EF7E7426-E0FB-DA60-E1E0-A41FD9009F5D}"/>
              </a:ext>
            </a:extLst>
          </p:cNvPr>
          <p:cNvSpPr>
            <a:spLocks noGrp="1"/>
          </p:cNvSpPr>
          <p:nvPr>
            <p:ph type="sldNum" sz="quarter" idx="17"/>
          </p:nvPr>
        </p:nvSpPr>
        <p:spPr/>
        <p:txBody>
          <a:bodyPr/>
          <a:lstStyle>
            <a:lvl1pPr>
              <a:defRPr>
                <a:solidFill>
                  <a:schemeClr val="bg1"/>
                </a:solidFill>
              </a:defRPr>
            </a:lvl1pPr>
          </a:lstStyle>
          <a:p>
            <a:fld id="{6D22F896-40B5-4ADD-8801-0D06FADFA095}" type="slidenum">
              <a:rPr lang="en-US" smtClean="0"/>
              <a:pPr/>
              <a:t>‹#›</a:t>
            </a:fld>
            <a:endParaRPr lang="en-US"/>
          </a:p>
        </p:txBody>
      </p:sp>
    </p:spTree>
    <p:extLst>
      <p:ext uri="{BB962C8B-B14F-4D97-AF65-F5344CB8AC3E}">
        <p14:creationId xmlns:p14="http://schemas.microsoft.com/office/powerpoint/2010/main" val="1233301564"/>
      </p:ext>
    </p:extLst>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Photo + Statement">
    <p:spTree>
      <p:nvGrpSpPr>
        <p:cNvPr id="1" name=""/>
        <p:cNvGrpSpPr/>
        <p:nvPr/>
      </p:nvGrpSpPr>
      <p:grpSpPr>
        <a:xfrm>
          <a:off x="0" y="0"/>
          <a:ext cx="0" cy="0"/>
          <a:chOff x="0" y="0"/>
          <a:chExt cx="0" cy="0"/>
        </a:xfrm>
      </p:grpSpPr>
      <p:sp>
        <p:nvSpPr>
          <p:cNvPr id="3" name="Rectangle 2"/>
          <p:cNvSpPr/>
          <p:nvPr userDrawn="1"/>
        </p:nvSpPr>
        <p:spPr>
          <a:xfrm>
            <a:off x="1" y="0"/>
            <a:ext cx="4062849"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 name="Picture Placeholder 8"/>
          <p:cNvSpPr>
            <a:spLocks noGrp="1"/>
          </p:cNvSpPr>
          <p:nvPr>
            <p:ph type="pic" sz="quarter" idx="16"/>
          </p:nvPr>
        </p:nvSpPr>
        <p:spPr>
          <a:xfrm>
            <a:off x="4571604" y="0"/>
            <a:ext cx="7620396" cy="6858000"/>
          </a:xfrm>
          <a:prstGeom prst="rect">
            <a:avLst/>
          </a:prstGeom>
        </p:spPr>
        <p:txBody>
          <a:bodyPr anchor="ctr"/>
          <a:lstStyle>
            <a:lvl1pPr marL="0" indent="0" algn="ctr">
              <a:buNone/>
              <a:defRPr sz="2400">
                <a:solidFill>
                  <a:schemeClr val="accent1"/>
                </a:solidFill>
              </a:defRPr>
            </a:lvl1pPr>
          </a:lstStyle>
          <a:p>
            <a:r>
              <a:rPr lang="en-US"/>
              <a:t>Click icon to add picture</a:t>
            </a:r>
          </a:p>
        </p:txBody>
      </p:sp>
      <p:sp>
        <p:nvSpPr>
          <p:cNvPr id="14" name="Text Placeholder 3"/>
          <p:cNvSpPr>
            <a:spLocks noGrp="1"/>
          </p:cNvSpPr>
          <p:nvPr>
            <p:ph type="body" sz="quarter" idx="18" hasCustomPrompt="1"/>
          </p:nvPr>
        </p:nvSpPr>
        <p:spPr>
          <a:xfrm>
            <a:off x="760610" y="995010"/>
            <a:ext cx="3428016" cy="1436465"/>
          </a:xfrm>
          <a:prstGeom prst="rect">
            <a:avLst/>
          </a:prstGeom>
          <a:noFill/>
        </p:spPr>
        <p:txBody>
          <a:bodyPr lIns="0" tIns="0" rIns="0" bIns="0" anchor="b" anchorCtr="0">
            <a:noAutofit/>
          </a:bodyPr>
          <a:lstStyle>
            <a:lvl1pPr marL="0" indent="0">
              <a:lnSpc>
                <a:spcPct val="85000"/>
              </a:lnSpc>
              <a:spcBef>
                <a:spcPts val="0"/>
              </a:spcBef>
              <a:buFont typeface="Arial" panose="020B0604020202020204" pitchFamily="34" charset="0"/>
              <a:buNone/>
              <a:defRPr sz="4400" b="1" strike="noStrike" spc="-150" baseline="0">
                <a:solidFill>
                  <a:schemeClr val="tx1"/>
                </a:solidFill>
              </a:defRPr>
            </a:lvl1pPr>
            <a:lvl2pPr marL="341313" indent="0">
              <a:buNone/>
              <a:defRPr/>
            </a:lvl2pPr>
            <a:lvl3pPr marL="679450" indent="0">
              <a:buNone/>
              <a:defRPr/>
            </a:lvl3pPr>
            <a:lvl4pPr marL="966787" indent="0">
              <a:buNone/>
              <a:defRPr/>
            </a:lvl4pPr>
            <a:lvl5pPr marL="1146175" indent="0">
              <a:buNone/>
              <a:defRPr/>
            </a:lvl5pPr>
          </a:lstStyle>
          <a:p>
            <a:pPr lvl="0"/>
            <a:r>
              <a:rPr lang="en-US"/>
              <a:t>Click to edit slide title</a:t>
            </a:r>
          </a:p>
        </p:txBody>
      </p:sp>
      <p:sp>
        <p:nvSpPr>
          <p:cNvPr id="2" name="Slide Number Placeholder 1">
            <a:extLst>
              <a:ext uri="{FF2B5EF4-FFF2-40B4-BE49-F238E27FC236}">
                <a16:creationId xmlns:a16="http://schemas.microsoft.com/office/drawing/2014/main" id="{DA2637C5-16EA-761D-E2F8-7F6B3E3B6F6C}"/>
              </a:ext>
            </a:extLst>
          </p:cNvPr>
          <p:cNvSpPr>
            <a:spLocks noGrp="1"/>
          </p:cNvSpPr>
          <p:nvPr>
            <p:ph type="sldNum" sz="quarter" idx="20"/>
          </p:nvPr>
        </p:nvSpPr>
        <p:spPr/>
        <p:txBody>
          <a:bodyPr/>
          <a:lstStyle/>
          <a:p>
            <a:fld id="{6D22F896-40B5-4ADD-8801-0D06FADFA095}" type="slidenum">
              <a:rPr lang="en-US" smtClean="0"/>
              <a:pPr/>
              <a:t>‹#›</a:t>
            </a:fld>
            <a:endParaRPr lang="en-US"/>
          </a:p>
        </p:txBody>
      </p:sp>
      <p:sp>
        <p:nvSpPr>
          <p:cNvPr id="12" name="Content Placeholder 2">
            <a:extLst>
              <a:ext uri="{FF2B5EF4-FFF2-40B4-BE49-F238E27FC236}">
                <a16:creationId xmlns:a16="http://schemas.microsoft.com/office/drawing/2014/main" id="{3939283D-21AA-FD28-A517-FFF4AF9FDA82}"/>
              </a:ext>
            </a:extLst>
          </p:cNvPr>
          <p:cNvSpPr>
            <a:spLocks noGrp="1"/>
          </p:cNvSpPr>
          <p:nvPr>
            <p:ph sz="half" idx="1"/>
          </p:nvPr>
        </p:nvSpPr>
        <p:spPr bwMode="gray">
          <a:xfrm>
            <a:off x="760610" y="2815936"/>
            <a:ext cx="3428016" cy="3280064"/>
          </a:xfrm>
          <a:prstGeom prst="rect">
            <a:avLst/>
          </a:prstGeom>
        </p:spPr>
        <p:txBody>
          <a:bodyPr lIns="0" tIns="0" rIns="0" bIns="0"/>
          <a:lstStyle>
            <a:lvl1pPr marL="171450" indent="-171450">
              <a:lnSpc>
                <a:spcPct val="90000"/>
              </a:lnSpc>
              <a:spcBef>
                <a:spcPts val="1000"/>
              </a:spcBef>
              <a:buClrTx/>
              <a:buFont typeface="Arial" panose="020B0604020202020204" pitchFamily="34" charset="0"/>
              <a:buChar char="•"/>
              <a:defRPr sz="2000">
                <a:solidFill>
                  <a:schemeClr val="tx1"/>
                </a:solidFill>
                <a:latin typeface="Arial" pitchFamily="34" charset="0"/>
                <a:cs typeface="Arial" pitchFamily="34" charset="0"/>
              </a:defRPr>
            </a:lvl1pPr>
            <a:lvl2pPr marL="609493" indent="-228560">
              <a:lnSpc>
                <a:spcPct val="90000"/>
              </a:lnSpc>
              <a:spcBef>
                <a:spcPts val="500"/>
              </a:spcBef>
              <a:buClrTx/>
              <a:buFont typeface="Arial" pitchFamily="34" charset="0"/>
              <a:buChar char="–"/>
              <a:defRPr sz="1800">
                <a:solidFill>
                  <a:schemeClr val="tx1"/>
                </a:solidFill>
                <a:latin typeface="Arial" pitchFamily="34" charset="0"/>
                <a:cs typeface="Arial" pitchFamily="34" charset="0"/>
              </a:defRPr>
            </a:lvl2pPr>
            <a:lvl3pPr marL="835938" indent="-150258">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3pPr>
            <a:lvl4pPr marL="1147033" indent="-156606">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4pPr>
            <a:lvl5pPr marL="1445431" indent="-150258">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11715275"/>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Photo + Statement_Black">
    <p:bg>
      <p:bgPr>
        <a:solidFill>
          <a:srgbClr val="1E0113"/>
        </a:solidFill>
        <a:effectLst/>
      </p:bgPr>
    </p:bg>
    <p:spTree>
      <p:nvGrpSpPr>
        <p:cNvPr id="1" name=""/>
        <p:cNvGrpSpPr/>
        <p:nvPr/>
      </p:nvGrpSpPr>
      <p:grpSpPr>
        <a:xfrm>
          <a:off x="0" y="0"/>
          <a:ext cx="0" cy="0"/>
          <a:chOff x="0" y="0"/>
          <a:chExt cx="0" cy="0"/>
        </a:xfrm>
      </p:grpSpPr>
      <p:pic>
        <p:nvPicPr>
          <p:cNvPr id="4" name="Picture 3" descr="Circle&#10;&#10;Description automatically generated">
            <a:extLst>
              <a:ext uri="{FF2B5EF4-FFF2-40B4-BE49-F238E27FC236}">
                <a16:creationId xmlns:a16="http://schemas.microsoft.com/office/drawing/2014/main" id="{78F881BE-F0B7-38E3-9663-E8E52C9CA026}"/>
              </a:ext>
            </a:extLst>
          </p:cNvPr>
          <p:cNvPicPr>
            <a:picLocks noChangeAspect="1"/>
          </p:cNvPicPr>
          <p:nvPr userDrawn="1"/>
        </p:nvPicPr>
        <p:blipFill>
          <a:blip r:embed="rId2"/>
          <a:stretch>
            <a:fillRect/>
          </a:stretch>
        </p:blipFill>
        <p:spPr>
          <a:xfrm>
            <a:off x="219" y="0"/>
            <a:ext cx="12191564" cy="6858000"/>
          </a:xfrm>
          <a:prstGeom prst="rect">
            <a:avLst/>
          </a:prstGeom>
        </p:spPr>
      </p:pic>
      <p:sp>
        <p:nvSpPr>
          <p:cNvPr id="3" name="Rectangle 2"/>
          <p:cNvSpPr/>
          <p:nvPr userDrawn="1"/>
        </p:nvSpPr>
        <p:spPr>
          <a:xfrm>
            <a:off x="1" y="0"/>
            <a:ext cx="4062849"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 name="Picture Placeholder 8"/>
          <p:cNvSpPr>
            <a:spLocks noGrp="1"/>
          </p:cNvSpPr>
          <p:nvPr>
            <p:ph type="pic" sz="quarter" idx="16"/>
          </p:nvPr>
        </p:nvSpPr>
        <p:spPr>
          <a:xfrm>
            <a:off x="4571604" y="0"/>
            <a:ext cx="7620396" cy="6858000"/>
          </a:xfrm>
          <a:prstGeom prst="rect">
            <a:avLst/>
          </a:prstGeom>
        </p:spPr>
        <p:txBody>
          <a:bodyPr anchor="ctr"/>
          <a:lstStyle>
            <a:lvl1pPr marL="0" indent="0" algn="ctr">
              <a:buNone/>
              <a:defRPr sz="2400">
                <a:solidFill>
                  <a:schemeClr val="accent1"/>
                </a:solidFill>
              </a:defRPr>
            </a:lvl1pPr>
          </a:lstStyle>
          <a:p>
            <a:r>
              <a:rPr lang="en-US"/>
              <a:t>Click icon to add picture</a:t>
            </a:r>
          </a:p>
        </p:txBody>
      </p:sp>
      <p:sp>
        <p:nvSpPr>
          <p:cNvPr id="2" name="Slide Number Placeholder 1">
            <a:extLst>
              <a:ext uri="{FF2B5EF4-FFF2-40B4-BE49-F238E27FC236}">
                <a16:creationId xmlns:a16="http://schemas.microsoft.com/office/drawing/2014/main" id="{EC182470-3621-1323-235D-7DBA176E68EC}"/>
              </a:ext>
            </a:extLst>
          </p:cNvPr>
          <p:cNvSpPr>
            <a:spLocks noGrp="1"/>
          </p:cNvSpPr>
          <p:nvPr>
            <p:ph type="sldNum" sz="quarter" idx="20"/>
          </p:nvPr>
        </p:nvSpPr>
        <p:spPr/>
        <p:txBody>
          <a:bodyPr/>
          <a:lstStyle>
            <a:lvl1pPr>
              <a:defRPr>
                <a:solidFill>
                  <a:schemeClr val="bg1"/>
                </a:solidFill>
              </a:defRPr>
            </a:lvl1pPr>
          </a:lstStyle>
          <a:p>
            <a:fld id="{6D22F896-40B5-4ADD-8801-0D06FADFA095}" type="slidenum">
              <a:rPr lang="en-US" smtClean="0"/>
              <a:pPr/>
              <a:t>‹#›</a:t>
            </a:fld>
            <a:endParaRPr lang="en-US"/>
          </a:p>
        </p:txBody>
      </p:sp>
      <p:sp>
        <p:nvSpPr>
          <p:cNvPr id="29" name="Text Placeholder 3">
            <a:extLst>
              <a:ext uri="{FF2B5EF4-FFF2-40B4-BE49-F238E27FC236}">
                <a16:creationId xmlns:a16="http://schemas.microsoft.com/office/drawing/2014/main" id="{C11FB6FD-7B80-D920-2B92-D358B184462D}"/>
              </a:ext>
            </a:extLst>
          </p:cNvPr>
          <p:cNvSpPr>
            <a:spLocks noGrp="1"/>
          </p:cNvSpPr>
          <p:nvPr>
            <p:ph type="body" sz="quarter" idx="18" hasCustomPrompt="1"/>
          </p:nvPr>
        </p:nvSpPr>
        <p:spPr>
          <a:xfrm>
            <a:off x="760610" y="995010"/>
            <a:ext cx="3428016" cy="1436465"/>
          </a:xfrm>
          <a:prstGeom prst="rect">
            <a:avLst/>
          </a:prstGeom>
          <a:noFill/>
        </p:spPr>
        <p:txBody>
          <a:bodyPr lIns="0" tIns="0" rIns="0" bIns="0" anchor="b" anchorCtr="0">
            <a:noAutofit/>
          </a:bodyPr>
          <a:lstStyle>
            <a:lvl1pPr marL="0" indent="0">
              <a:lnSpc>
                <a:spcPct val="85000"/>
              </a:lnSpc>
              <a:spcBef>
                <a:spcPts val="0"/>
              </a:spcBef>
              <a:buFont typeface="Arial" panose="020B0604020202020204" pitchFamily="34" charset="0"/>
              <a:buNone/>
              <a:defRPr sz="4400" b="1" strike="noStrike" spc="-150" baseline="0">
                <a:solidFill>
                  <a:schemeClr val="bg1"/>
                </a:solidFill>
              </a:defRPr>
            </a:lvl1pPr>
            <a:lvl2pPr marL="341313" indent="0">
              <a:buNone/>
              <a:defRPr/>
            </a:lvl2pPr>
            <a:lvl3pPr marL="679450" indent="0">
              <a:buNone/>
              <a:defRPr/>
            </a:lvl3pPr>
            <a:lvl4pPr marL="966787" indent="0">
              <a:buNone/>
              <a:defRPr/>
            </a:lvl4pPr>
            <a:lvl5pPr marL="1146175" indent="0">
              <a:buNone/>
              <a:defRPr/>
            </a:lvl5pPr>
          </a:lstStyle>
          <a:p>
            <a:pPr lvl="0"/>
            <a:r>
              <a:rPr lang="en-US"/>
              <a:t>Click to edit slide title</a:t>
            </a:r>
          </a:p>
        </p:txBody>
      </p:sp>
      <p:sp>
        <p:nvSpPr>
          <p:cNvPr id="30" name="Content Placeholder 2">
            <a:extLst>
              <a:ext uri="{FF2B5EF4-FFF2-40B4-BE49-F238E27FC236}">
                <a16:creationId xmlns:a16="http://schemas.microsoft.com/office/drawing/2014/main" id="{5F150789-C64C-B456-4B9A-24AED7315FBB}"/>
              </a:ext>
            </a:extLst>
          </p:cNvPr>
          <p:cNvSpPr>
            <a:spLocks noGrp="1"/>
          </p:cNvSpPr>
          <p:nvPr>
            <p:ph sz="half" idx="1"/>
          </p:nvPr>
        </p:nvSpPr>
        <p:spPr bwMode="gray">
          <a:xfrm>
            <a:off x="760610" y="2815936"/>
            <a:ext cx="3428016" cy="3280064"/>
          </a:xfrm>
          <a:prstGeom prst="rect">
            <a:avLst/>
          </a:prstGeom>
        </p:spPr>
        <p:txBody>
          <a:bodyPr lIns="0" tIns="0" rIns="0" bIns="0"/>
          <a:lstStyle>
            <a:lvl1pPr marL="171450" indent="-171450">
              <a:lnSpc>
                <a:spcPct val="90000"/>
              </a:lnSpc>
              <a:spcBef>
                <a:spcPts val="1000"/>
              </a:spcBef>
              <a:buClrTx/>
              <a:buFont typeface="Arial" panose="020B0604020202020204" pitchFamily="34" charset="0"/>
              <a:buChar char="•"/>
              <a:defRPr sz="2000">
                <a:solidFill>
                  <a:schemeClr val="bg1"/>
                </a:solidFill>
                <a:latin typeface="Arial" pitchFamily="34" charset="0"/>
                <a:cs typeface="Arial" pitchFamily="34" charset="0"/>
              </a:defRPr>
            </a:lvl1pPr>
            <a:lvl2pPr marL="609493" indent="-228560">
              <a:lnSpc>
                <a:spcPct val="90000"/>
              </a:lnSpc>
              <a:spcBef>
                <a:spcPts val="500"/>
              </a:spcBef>
              <a:buClrTx/>
              <a:buFont typeface="Arial" pitchFamily="34" charset="0"/>
              <a:buChar char="–"/>
              <a:defRPr sz="1800">
                <a:solidFill>
                  <a:schemeClr val="bg1"/>
                </a:solidFill>
                <a:latin typeface="Arial" pitchFamily="34" charset="0"/>
                <a:cs typeface="Arial" pitchFamily="34" charset="0"/>
              </a:defRPr>
            </a:lvl2pPr>
            <a:lvl3pPr marL="835938" indent="-150258">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3pPr>
            <a:lvl4pPr marL="1147033" indent="-156606">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4pPr>
            <a:lvl5pPr marL="1445431" indent="-150258">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41433786"/>
      </p:ext>
    </p:extLst>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Big Idea">
    <p:bg>
      <p:bgPr>
        <a:solidFill>
          <a:schemeClr val="accent3">
            <a:lumMod val="25000"/>
          </a:schemeClr>
        </a:solidFill>
        <a:effectLst/>
      </p:bgPr>
    </p:bg>
    <p:spTree>
      <p:nvGrpSpPr>
        <p:cNvPr id="1" name=""/>
        <p:cNvGrpSpPr/>
        <p:nvPr/>
      </p:nvGrpSpPr>
      <p:grpSpPr>
        <a:xfrm>
          <a:off x="0" y="0"/>
          <a:ext cx="0" cy="0"/>
          <a:chOff x="0" y="0"/>
          <a:chExt cx="0" cy="0"/>
        </a:xfrm>
      </p:grpSpPr>
      <p:pic>
        <p:nvPicPr>
          <p:cNvPr id="2" name="Picture 1" descr="Circle&#10;&#10;Description automatically generated">
            <a:extLst>
              <a:ext uri="{FF2B5EF4-FFF2-40B4-BE49-F238E27FC236}">
                <a16:creationId xmlns:a16="http://schemas.microsoft.com/office/drawing/2014/main" id="{EBA903AA-DEDD-3BB1-5C3F-4A781FB38F03}"/>
              </a:ext>
            </a:extLst>
          </p:cNvPr>
          <p:cNvPicPr>
            <a:picLocks noChangeAspect="1"/>
          </p:cNvPicPr>
          <p:nvPr userDrawn="1"/>
        </p:nvPicPr>
        <p:blipFill>
          <a:blip r:embed="rId2"/>
          <a:stretch>
            <a:fillRect/>
          </a:stretch>
        </p:blipFill>
        <p:spPr>
          <a:xfrm>
            <a:off x="219" y="0"/>
            <a:ext cx="12191564" cy="6858000"/>
          </a:xfrm>
          <a:prstGeom prst="rect">
            <a:avLst/>
          </a:prstGeom>
        </p:spPr>
      </p:pic>
      <p:sp>
        <p:nvSpPr>
          <p:cNvPr id="3" name="Slide Number Placeholder 2">
            <a:extLst>
              <a:ext uri="{FF2B5EF4-FFF2-40B4-BE49-F238E27FC236}">
                <a16:creationId xmlns:a16="http://schemas.microsoft.com/office/drawing/2014/main" id="{B8CB8992-3FC1-1D5A-F5A3-5A7867B1CF80}"/>
              </a:ext>
            </a:extLst>
          </p:cNvPr>
          <p:cNvSpPr>
            <a:spLocks noGrp="1"/>
          </p:cNvSpPr>
          <p:nvPr>
            <p:ph type="sldNum" sz="quarter" idx="10"/>
          </p:nvPr>
        </p:nvSpPr>
        <p:spPr/>
        <p:txBody>
          <a:bodyPr/>
          <a:lstStyle>
            <a:lvl1pPr>
              <a:defRPr>
                <a:solidFill>
                  <a:schemeClr val="bg1"/>
                </a:solidFill>
              </a:defRPr>
            </a:lvl1pPr>
          </a:lstStyle>
          <a:p>
            <a:fld id="{6D22F896-40B5-4ADD-8801-0D06FADFA095}" type="slidenum">
              <a:rPr lang="en-US" smtClean="0"/>
              <a:pPr/>
              <a:t>‹#›</a:t>
            </a:fld>
            <a:endParaRPr lang="en-US"/>
          </a:p>
        </p:txBody>
      </p:sp>
      <p:sp>
        <p:nvSpPr>
          <p:cNvPr id="7" name="Text Placeholder 6">
            <a:extLst>
              <a:ext uri="{FF2B5EF4-FFF2-40B4-BE49-F238E27FC236}">
                <a16:creationId xmlns:a16="http://schemas.microsoft.com/office/drawing/2014/main" id="{EFEF7F64-EAB6-F941-857A-EB6862B07383}"/>
              </a:ext>
            </a:extLst>
          </p:cNvPr>
          <p:cNvSpPr>
            <a:spLocks noGrp="1"/>
          </p:cNvSpPr>
          <p:nvPr>
            <p:ph type="body" sz="quarter" idx="11" hasCustomPrompt="1"/>
          </p:nvPr>
        </p:nvSpPr>
        <p:spPr>
          <a:xfrm>
            <a:off x="760611" y="1757775"/>
            <a:ext cx="10670779" cy="3342453"/>
          </a:xfrm>
          <a:prstGeom prst="rect">
            <a:avLst/>
          </a:prstGeom>
        </p:spPr>
        <p:txBody>
          <a:bodyPr wrap="square" lIns="0" rIns="0" anchor="ctr" anchorCtr="0">
            <a:spAutoFit/>
          </a:bodyPr>
          <a:lstStyle>
            <a:lvl1pPr marL="0" indent="0">
              <a:lnSpc>
                <a:spcPct val="80000"/>
              </a:lnSpc>
              <a:spcBef>
                <a:spcPts val="0"/>
              </a:spcBef>
              <a:buNone/>
              <a:defRPr sz="8800" b="1">
                <a:solidFill>
                  <a:schemeClr val="bg1"/>
                </a:solidFill>
              </a:defRPr>
            </a:lvl1pPr>
            <a:lvl2pPr marL="609494" indent="0">
              <a:buNone/>
              <a:defRPr/>
            </a:lvl2pPr>
          </a:lstStyle>
          <a:p>
            <a:pPr lvl="0"/>
            <a:r>
              <a:rPr lang="en-US"/>
              <a:t>Click to edit big idea, statement or subject</a:t>
            </a:r>
          </a:p>
        </p:txBody>
      </p:sp>
    </p:spTree>
    <p:extLst>
      <p:ext uri="{BB962C8B-B14F-4D97-AF65-F5344CB8AC3E}">
        <p14:creationId xmlns:p14="http://schemas.microsoft.com/office/powerpoint/2010/main" val="357435093"/>
      </p:ext>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w/ Product">
    <p:spTree>
      <p:nvGrpSpPr>
        <p:cNvPr id="1" name=""/>
        <p:cNvGrpSpPr/>
        <p:nvPr/>
      </p:nvGrpSpPr>
      <p:grpSpPr>
        <a:xfrm>
          <a:off x="0" y="0"/>
          <a:ext cx="0" cy="0"/>
          <a:chOff x="0" y="0"/>
          <a:chExt cx="0" cy="0"/>
        </a:xfrm>
      </p:grpSpPr>
      <p:sp>
        <p:nvSpPr>
          <p:cNvPr id="7" name="Picture Placeholder 8"/>
          <p:cNvSpPr>
            <a:spLocks noGrp="1"/>
          </p:cNvSpPr>
          <p:nvPr>
            <p:ph type="pic" sz="quarter" idx="17"/>
          </p:nvPr>
        </p:nvSpPr>
        <p:spPr>
          <a:xfrm>
            <a:off x="0" y="0"/>
            <a:ext cx="6095999" cy="6858000"/>
          </a:xfrm>
          <a:prstGeom prst="rect">
            <a:avLst/>
          </a:prstGeom>
        </p:spPr>
        <p:txBody>
          <a:bodyPr anchor="ctr"/>
          <a:lstStyle>
            <a:lvl1pPr marL="0" indent="0" algn="ctr">
              <a:buNone/>
              <a:defRPr sz="2400">
                <a:solidFill>
                  <a:schemeClr val="accent1"/>
                </a:solidFill>
              </a:defRPr>
            </a:lvl1pPr>
          </a:lstStyle>
          <a:p>
            <a:r>
              <a:rPr lang="en-US"/>
              <a:t>Click icon to add picture</a:t>
            </a:r>
          </a:p>
        </p:txBody>
      </p:sp>
      <p:sp>
        <p:nvSpPr>
          <p:cNvPr id="9" name="Content Placeholder 2"/>
          <p:cNvSpPr>
            <a:spLocks noGrp="1"/>
          </p:cNvSpPr>
          <p:nvPr>
            <p:ph sz="half" idx="18"/>
          </p:nvPr>
        </p:nvSpPr>
        <p:spPr bwMode="gray">
          <a:xfrm>
            <a:off x="6858198" y="1307593"/>
            <a:ext cx="4573192" cy="4788408"/>
          </a:xfrm>
          <a:prstGeom prst="rect">
            <a:avLst/>
          </a:prstGeom>
        </p:spPr>
        <p:txBody>
          <a:bodyPr lIns="0" tIns="0" rIns="0" bIns="0"/>
          <a:lstStyle>
            <a:lvl1pPr marL="171450" indent="-171450">
              <a:lnSpc>
                <a:spcPct val="90000"/>
              </a:lnSpc>
              <a:spcBef>
                <a:spcPts val="1000"/>
              </a:spcBef>
              <a:buClrTx/>
              <a:buFont typeface="Arial" panose="020B0604020202020204" pitchFamily="34" charset="0"/>
              <a:buChar char="•"/>
              <a:defRPr sz="2000">
                <a:solidFill>
                  <a:schemeClr val="tx1"/>
                </a:solidFill>
                <a:latin typeface="Arial" pitchFamily="34" charset="0"/>
                <a:cs typeface="Arial" pitchFamily="34" charset="0"/>
              </a:defRPr>
            </a:lvl1pPr>
            <a:lvl2pPr marL="609493" indent="-228560">
              <a:lnSpc>
                <a:spcPct val="90000"/>
              </a:lnSpc>
              <a:spcBef>
                <a:spcPts val="500"/>
              </a:spcBef>
              <a:buClrTx/>
              <a:buFont typeface="Arial" pitchFamily="34" charset="0"/>
              <a:buChar char="–"/>
              <a:defRPr sz="1800">
                <a:solidFill>
                  <a:schemeClr val="tx1"/>
                </a:solidFill>
                <a:latin typeface="Arial" pitchFamily="34" charset="0"/>
                <a:cs typeface="Arial" pitchFamily="34" charset="0"/>
              </a:defRPr>
            </a:lvl2pPr>
            <a:lvl3pPr marL="835938" indent="-150258">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3pPr>
            <a:lvl4pPr marL="1147033" indent="-156606">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4pPr>
            <a:lvl5pPr marL="1445431" indent="-150258">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28"/>
          <p:cNvSpPr>
            <a:spLocks noGrp="1"/>
          </p:cNvSpPr>
          <p:nvPr>
            <p:ph type="title" hasCustomPrompt="1"/>
          </p:nvPr>
        </p:nvSpPr>
        <p:spPr bwMode="gray">
          <a:xfrm>
            <a:off x="6858198" y="442528"/>
            <a:ext cx="4573192" cy="418576"/>
          </a:xfrm>
          <a:prstGeom prst="rect">
            <a:avLst/>
          </a:prstGeom>
        </p:spPr>
        <p:txBody>
          <a:bodyPr wrap="square" lIns="0" tIns="0" rIns="0" bIns="0" anchor="t" anchorCtr="0">
            <a:noAutofit/>
          </a:bodyPr>
          <a:lstStyle>
            <a:lvl1pPr marL="0" algn="l" defTabSz="1218987" rtl="0" eaLnBrk="1" latinLnBrk="0" hangingPunct="1">
              <a:lnSpc>
                <a:spcPct val="85000"/>
              </a:lnSpc>
              <a:spcBef>
                <a:spcPct val="0"/>
              </a:spcBef>
              <a:buNone/>
              <a:tabLst>
                <a:tab pos="1218987" algn="l"/>
              </a:tabLst>
              <a:defRPr lang="en-US" sz="3200" b="1" kern="1200" cap="none" spc="-150" baseline="0" dirty="0">
                <a:solidFill>
                  <a:schemeClr val="tx1"/>
                </a:solidFill>
                <a:latin typeface="Arial" pitchFamily="34" charset="0"/>
                <a:ea typeface="+mn-ea"/>
                <a:cs typeface="Arial" pitchFamily="34" charset="0"/>
              </a:defRPr>
            </a:lvl1pPr>
          </a:lstStyle>
          <a:p>
            <a:r>
              <a:rPr lang="en-US"/>
              <a:t>Click to edit title</a:t>
            </a:r>
          </a:p>
        </p:txBody>
      </p:sp>
      <p:sp>
        <p:nvSpPr>
          <p:cNvPr id="2" name="Slide Number Placeholder 1">
            <a:extLst>
              <a:ext uri="{FF2B5EF4-FFF2-40B4-BE49-F238E27FC236}">
                <a16:creationId xmlns:a16="http://schemas.microsoft.com/office/drawing/2014/main" id="{0AFBC96C-E04F-90E6-1BBE-C65ECD6E5C14}"/>
              </a:ext>
            </a:extLst>
          </p:cNvPr>
          <p:cNvSpPr>
            <a:spLocks noGrp="1"/>
          </p:cNvSpPr>
          <p:nvPr>
            <p:ph type="sldNum" sz="quarter" idx="19"/>
          </p:nvPr>
        </p:nvSpPr>
        <p:spPr/>
        <p:txBody>
          <a:bodyPr/>
          <a:lstStyle/>
          <a:p>
            <a:fld id="{6D22F896-40B5-4ADD-8801-0D06FADFA095}" type="slidenum">
              <a:rPr lang="en-US" smtClean="0"/>
              <a:pPr/>
              <a:t>‹#›</a:t>
            </a:fld>
            <a:endParaRPr lang="en-US"/>
          </a:p>
        </p:txBody>
      </p:sp>
    </p:spTree>
    <p:extLst>
      <p:ext uri="{BB962C8B-B14F-4D97-AF65-F5344CB8AC3E}">
        <p14:creationId xmlns:p14="http://schemas.microsoft.com/office/powerpoint/2010/main" val="2728839412"/>
      </p:ext>
    </p:extLst>
  </p:cSld>
  <p:clrMapOvr>
    <a:masterClrMapping/>
  </p:clrMapOvr>
  <p:transition spd="med"/>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Content w/ Product_Black">
    <p:bg>
      <p:bgPr>
        <a:solidFill>
          <a:srgbClr val="1E0113"/>
        </a:solidFill>
        <a:effectLst/>
      </p:bgPr>
    </p:bg>
    <p:spTree>
      <p:nvGrpSpPr>
        <p:cNvPr id="1" name=""/>
        <p:cNvGrpSpPr/>
        <p:nvPr/>
      </p:nvGrpSpPr>
      <p:grpSpPr>
        <a:xfrm>
          <a:off x="0" y="0"/>
          <a:ext cx="0" cy="0"/>
          <a:chOff x="0" y="0"/>
          <a:chExt cx="0" cy="0"/>
        </a:xfrm>
      </p:grpSpPr>
      <p:pic>
        <p:nvPicPr>
          <p:cNvPr id="3" name="Picture 2" descr="Circle&#10;&#10;Description automatically generated">
            <a:extLst>
              <a:ext uri="{FF2B5EF4-FFF2-40B4-BE49-F238E27FC236}">
                <a16:creationId xmlns:a16="http://schemas.microsoft.com/office/drawing/2014/main" id="{306ABFC9-D1B7-02E7-4D4D-1D51324380BC}"/>
              </a:ext>
            </a:extLst>
          </p:cNvPr>
          <p:cNvPicPr>
            <a:picLocks noChangeAspect="1"/>
          </p:cNvPicPr>
          <p:nvPr userDrawn="1"/>
        </p:nvPicPr>
        <p:blipFill>
          <a:blip r:embed="rId2"/>
          <a:stretch>
            <a:fillRect/>
          </a:stretch>
        </p:blipFill>
        <p:spPr>
          <a:xfrm>
            <a:off x="219" y="0"/>
            <a:ext cx="12191564" cy="6858000"/>
          </a:xfrm>
          <a:prstGeom prst="rect">
            <a:avLst/>
          </a:prstGeom>
        </p:spPr>
      </p:pic>
      <p:sp>
        <p:nvSpPr>
          <p:cNvPr id="7" name="Picture Placeholder 8"/>
          <p:cNvSpPr>
            <a:spLocks noGrp="1"/>
          </p:cNvSpPr>
          <p:nvPr>
            <p:ph type="pic" sz="quarter" idx="17"/>
          </p:nvPr>
        </p:nvSpPr>
        <p:spPr>
          <a:xfrm>
            <a:off x="0" y="0"/>
            <a:ext cx="6095999" cy="6858000"/>
          </a:xfrm>
          <a:prstGeom prst="rect">
            <a:avLst/>
          </a:prstGeom>
        </p:spPr>
        <p:txBody>
          <a:bodyPr anchor="ctr"/>
          <a:lstStyle>
            <a:lvl1pPr marL="0" indent="0" algn="ctr">
              <a:buNone/>
              <a:defRPr sz="2400">
                <a:solidFill>
                  <a:schemeClr val="accent1"/>
                </a:solidFill>
              </a:defRPr>
            </a:lvl1pPr>
          </a:lstStyle>
          <a:p>
            <a:r>
              <a:rPr lang="en-US"/>
              <a:t>Click icon to add picture</a:t>
            </a:r>
          </a:p>
        </p:txBody>
      </p:sp>
      <p:sp>
        <p:nvSpPr>
          <p:cNvPr id="9" name="Content Placeholder 2"/>
          <p:cNvSpPr>
            <a:spLocks noGrp="1"/>
          </p:cNvSpPr>
          <p:nvPr>
            <p:ph sz="half" idx="18"/>
          </p:nvPr>
        </p:nvSpPr>
        <p:spPr bwMode="gray">
          <a:xfrm>
            <a:off x="6858200" y="1307592"/>
            <a:ext cx="4573191" cy="4788408"/>
          </a:xfrm>
          <a:prstGeom prst="rect">
            <a:avLst/>
          </a:prstGeom>
        </p:spPr>
        <p:txBody>
          <a:bodyPr lIns="0" tIns="0" rIns="0" bIns="0"/>
          <a:lstStyle>
            <a:lvl1pPr marL="171450" indent="-171450">
              <a:lnSpc>
                <a:spcPct val="90000"/>
              </a:lnSpc>
              <a:spcBef>
                <a:spcPts val="500"/>
              </a:spcBef>
              <a:buClrTx/>
              <a:buFont typeface="Arial" panose="020B0604020202020204" pitchFamily="34" charset="0"/>
              <a:buChar char="•"/>
              <a:defRPr sz="2000">
                <a:solidFill>
                  <a:schemeClr val="bg1"/>
                </a:solidFill>
                <a:latin typeface="Arial" pitchFamily="34" charset="0"/>
                <a:cs typeface="Arial" pitchFamily="34" charset="0"/>
              </a:defRPr>
            </a:lvl1pPr>
            <a:lvl2pPr marL="609493" indent="-228560">
              <a:lnSpc>
                <a:spcPct val="90000"/>
              </a:lnSpc>
              <a:spcBef>
                <a:spcPts val="500"/>
              </a:spcBef>
              <a:buClrTx/>
              <a:buFont typeface="Arial" pitchFamily="34" charset="0"/>
              <a:buChar char="–"/>
              <a:defRPr sz="1800">
                <a:solidFill>
                  <a:schemeClr val="bg1"/>
                </a:solidFill>
                <a:latin typeface="Arial" pitchFamily="34" charset="0"/>
                <a:cs typeface="Arial" pitchFamily="34" charset="0"/>
              </a:defRPr>
            </a:lvl2pPr>
            <a:lvl3pPr marL="835938" indent="-150258">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3pPr>
            <a:lvl4pPr marL="1147033" indent="-156606">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4pPr>
            <a:lvl5pPr marL="1445431" indent="-150258">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28"/>
          <p:cNvSpPr>
            <a:spLocks noGrp="1"/>
          </p:cNvSpPr>
          <p:nvPr>
            <p:ph type="title" hasCustomPrompt="1"/>
          </p:nvPr>
        </p:nvSpPr>
        <p:spPr bwMode="gray">
          <a:xfrm>
            <a:off x="6858199" y="442528"/>
            <a:ext cx="4573192" cy="418576"/>
          </a:xfrm>
          <a:prstGeom prst="rect">
            <a:avLst/>
          </a:prstGeom>
        </p:spPr>
        <p:txBody>
          <a:bodyPr wrap="square" lIns="0" tIns="0" rIns="0" bIns="0" anchor="t" anchorCtr="0">
            <a:spAutoFit/>
          </a:bodyPr>
          <a:lstStyle>
            <a:lvl1pPr marL="0" algn="l" defTabSz="1218987" rtl="0" eaLnBrk="1" latinLnBrk="0" hangingPunct="1">
              <a:lnSpc>
                <a:spcPct val="85000"/>
              </a:lnSpc>
              <a:spcBef>
                <a:spcPct val="0"/>
              </a:spcBef>
              <a:buNone/>
              <a:tabLst>
                <a:tab pos="1218987" algn="l"/>
              </a:tabLst>
              <a:defRPr lang="en-US" sz="3200" b="1" kern="1200" cap="none" spc="-150" baseline="0" dirty="0">
                <a:solidFill>
                  <a:schemeClr val="bg1"/>
                </a:solidFill>
                <a:latin typeface="Arial" pitchFamily="34" charset="0"/>
                <a:ea typeface="+mn-ea"/>
                <a:cs typeface="Arial" pitchFamily="34" charset="0"/>
              </a:defRPr>
            </a:lvl1pPr>
          </a:lstStyle>
          <a:p>
            <a:r>
              <a:rPr lang="en-US"/>
              <a:t>Click to edit title</a:t>
            </a:r>
          </a:p>
        </p:txBody>
      </p:sp>
      <p:sp>
        <p:nvSpPr>
          <p:cNvPr id="2" name="Slide Number Placeholder 1">
            <a:extLst>
              <a:ext uri="{FF2B5EF4-FFF2-40B4-BE49-F238E27FC236}">
                <a16:creationId xmlns:a16="http://schemas.microsoft.com/office/drawing/2014/main" id="{E5A84DA8-2577-7EF4-6122-06E4DEEB80AF}"/>
              </a:ext>
            </a:extLst>
          </p:cNvPr>
          <p:cNvSpPr>
            <a:spLocks noGrp="1"/>
          </p:cNvSpPr>
          <p:nvPr>
            <p:ph type="sldNum" sz="quarter" idx="19"/>
          </p:nvPr>
        </p:nvSpPr>
        <p:spPr/>
        <p:txBody>
          <a:bodyPr/>
          <a:lstStyle>
            <a:lvl1pPr>
              <a:defRPr>
                <a:solidFill>
                  <a:schemeClr val="bg1"/>
                </a:solidFill>
              </a:defRPr>
            </a:lvl1pPr>
          </a:lstStyle>
          <a:p>
            <a:fld id="{6D22F896-40B5-4ADD-8801-0D06FADFA095}" type="slidenum">
              <a:rPr lang="en-US" smtClean="0"/>
              <a:pPr/>
              <a:t>‹#›</a:t>
            </a:fld>
            <a:endParaRPr lang="en-US"/>
          </a:p>
        </p:txBody>
      </p:sp>
    </p:spTree>
    <p:extLst>
      <p:ext uri="{BB962C8B-B14F-4D97-AF65-F5344CB8AC3E}">
        <p14:creationId xmlns:p14="http://schemas.microsoft.com/office/powerpoint/2010/main" val="4265888551"/>
      </p:ext>
    </p:extLst>
  </p:cSld>
  <p:clrMapOvr>
    <a:masterClrMapping/>
  </p:clrMapOvr>
  <p:transition spd="med"/>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10" name="Title 28"/>
          <p:cNvSpPr>
            <a:spLocks noGrp="1"/>
          </p:cNvSpPr>
          <p:nvPr>
            <p:ph type="title" hasCustomPrompt="1"/>
          </p:nvPr>
        </p:nvSpPr>
        <p:spPr bwMode="gray">
          <a:xfrm>
            <a:off x="760610" y="442528"/>
            <a:ext cx="10673829" cy="418576"/>
          </a:xfrm>
          <a:prstGeom prst="rect">
            <a:avLst/>
          </a:prstGeom>
        </p:spPr>
        <p:txBody>
          <a:bodyPr wrap="square" lIns="0" tIns="0" rIns="0" bIns="0" anchor="t" anchorCtr="0">
            <a:spAutoFit/>
          </a:bodyPr>
          <a:lstStyle>
            <a:lvl1pPr marL="0" algn="l" defTabSz="1218987" rtl="0" eaLnBrk="1" latinLnBrk="0" hangingPunct="1">
              <a:lnSpc>
                <a:spcPct val="85000"/>
              </a:lnSpc>
              <a:spcBef>
                <a:spcPct val="0"/>
              </a:spcBef>
              <a:buNone/>
              <a:tabLst>
                <a:tab pos="1218987" algn="l"/>
              </a:tabLst>
              <a:defRPr lang="en-US" sz="3200" b="1" kern="1200" cap="none" spc="-150" baseline="0" dirty="0">
                <a:solidFill>
                  <a:schemeClr val="tx1"/>
                </a:solidFill>
                <a:latin typeface="Arial" pitchFamily="34" charset="0"/>
                <a:ea typeface="+mn-ea"/>
                <a:cs typeface="Arial" pitchFamily="34" charset="0"/>
              </a:defRPr>
            </a:lvl1pPr>
          </a:lstStyle>
          <a:p>
            <a:r>
              <a:rPr lang="en-US"/>
              <a:t>Click to edit master title</a:t>
            </a:r>
          </a:p>
        </p:txBody>
      </p:sp>
      <p:sp>
        <p:nvSpPr>
          <p:cNvPr id="9" name="Chart Placeholder 2"/>
          <p:cNvSpPr>
            <a:spLocks noGrp="1"/>
          </p:cNvSpPr>
          <p:nvPr>
            <p:ph type="chart" sz="quarter" idx="10" hasCustomPrompt="1"/>
          </p:nvPr>
        </p:nvSpPr>
        <p:spPr bwMode="gray">
          <a:xfrm>
            <a:off x="760612" y="1524000"/>
            <a:ext cx="10670779" cy="4572000"/>
          </a:xfrm>
          <a:prstGeom prst="rect">
            <a:avLst/>
          </a:prstGeom>
        </p:spPr>
        <p:txBody>
          <a:bodyPr lIns="121899" tIns="853291" rIns="121899" bIns="60949" anchor="ctr" anchorCtr="0"/>
          <a:lstStyle>
            <a:lvl1pPr marL="0" indent="0" algn="ctr">
              <a:buFontTx/>
              <a:buNone/>
              <a:defRPr sz="2400" baseline="0">
                <a:solidFill>
                  <a:schemeClr val="bg2"/>
                </a:solidFill>
              </a:defRPr>
            </a:lvl1pPr>
          </a:lstStyle>
          <a:p>
            <a:r>
              <a:rPr lang="en-US"/>
              <a:t>Click icon to create chart</a:t>
            </a:r>
          </a:p>
        </p:txBody>
      </p:sp>
      <p:sp>
        <p:nvSpPr>
          <p:cNvPr id="2" name="Slide Number Placeholder 1">
            <a:extLst>
              <a:ext uri="{FF2B5EF4-FFF2-40B4-BE49-F238E27FC236}">
                <a16:creationId xmlns:a16="http://schemas.microsoft.com/office/drawing/2014/main" id="{BBE9C038-E754-006F-B382-D714EB949571}"/>
              </a:ext>
            </a:extLst>
          </p:cNvPr>
          <p:cNvSpPr>
            <a:spLocks noGrp="1"/>
          </p:cNvSpPr>
          <p:nvPr>
            <p:ph type="sldNum" sz="quarter" idx="11"/>
          </p:nvPr>
        </p:nvSpPr>
        <p:spPr/>
        <p:txBody>
          <a:bodyPr/>
          <a:lstStyle/>
          <a:p>
            <a:fld id="{6D22F896-40B5-4ADD-8801-0D06FADFA095}" type="slidenum">
              <a:rPr lang="en-US" smtClean="0"/>
              <a:pPr/>
              <a:t>‹#›</a:t>
            </a:fld>
            <a:endParaRPr lang="en-US"/>
          </a:p>
        </p:txBody>
      </p:sp>
    </p:spTree>
    <p:extLst>
      <p:ext uri="{BB962C8B-B14F-4D97-AF65-F5344CB8AC3E}">
        <p14:creationId xmlns:p14="http://schemas.microsoft.com/office/powerpoint/2010/main" val="1442365328"/>
      </p:ext>
    </p:extLst>
  </p:cSld>
  <p:clrMapOvr>
    <a:masterClrMapping/>
  </p:clrMapOvr>
  <p:transition spd="med"/>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Chart Slide_Black">
    <p:bg>
      <p:bgPr>
        <a:solidFill>
          <a:srgbClr val="1E0113"/>
        </a:solidFill>
        <a:effectLst/>
      </p:bgPr>
    </p:bg>
    <p:spTree>
      <p:nvGrpSpPr>
        <p:cNvPr id="1" name=""/>
        <p:cNvGrpSpPr/>
        <p:nvPr/>
      </p:nvGrpSpPr>
      <p:grpSpPr>
        <a:xfrm>
          <a:off x="0" y="0"/>
          <a:ext cx="0" cy="0"/>
          <a:chOff x="0" y="0"/>
          <a:chExt cx="0" cy="0"/>
        </a:xfrm>
      </p:grpSpPr>
      <p:pic>
        <p:nvPicPr>
          <p:cNvPr id="3" name="Picture 2" descr="Circle&#10;&#10;Description automatically generated">
            <a:extLst>
              <a:ext uri="{FF2B5EF4-FFF2-40B4-BE49-F238E27FC236}">
                <a16:creationId xmlns:a16="http://schemas.microsoft.com/office/drawing/2014/main" id="{ACB66A80-279C-4965-0F32-1FF71BA7672D}"/>
              </a:ext>
            </a:extLst>
          </p:cNvPr>
          <p:cNvPicPr>
            <a:picLocks noChangeAspect="1"/>
          </p:cNvPicPr>
          <p:nvPr userDrawn="1"/>
        </p:nvPicPr>
        <p:blipFill>
          <a:blip r:embed="rId2"/>
          <a:stretch>
            <a:fillRect/>
          </a:stretch>
        </p:blipFill>
        <p:spPr>
          <a:xfrm>
            <a:off x="219" y="0"/>
            <a:ext cx="12191564" cy="6858000"/>
          </a:xfrm>
          <a:prstGeom prst="rect">
            <a:avLst/>
          </a:prstGeom>
        </p:spPr>
      </p:pic>
      <p:sp>
        <p:nvSpPr>
          <p:cNvPr id="10" name="Title 28"/>
          <p:cNvSpPr>
            <a:spLocks noGrp="1"/>
          </p:cNvSpPr>
          <p:nvPr>
            <p:ph type="title" hasCustomPrompt="1"/>
          </p:nvPr>
        </p:nvSpPr>
        <p:spPr bwMode="gray">
          <a:xfrm>
            <a:off x="760611" y="442528"/>
            <a:ext cx="10670780" cy="418576"/>
          </a:xfrm>
          <a:prstGeom prst="rect">
            <a:avLst/>
          </a:prstGeom>
        </p:spPr>
        <p:txBody>
          <a:bodyPr wrap="square" lIns="0" tIns="0" rIns="0" bIns="0" anchor="t" anchorCtr="0">
            <a:noAutofit/>
          </a:bodyPr>
          <a:lstStyle>
            <a:lvl1pPr marL="0" algn="l" defTabSz="1218987" rtl="0" eaLnBrk="1" latinLnBrk="0" hangingPunct="1">
              <a:lnSpc>
                <a:spcPct val="85000"/>
              </a:lnSpc>
              <a:spcBef>
                <a:spcPct val="0"/>
              </a:spcBef>
              <a:buNone/>
              <a:tabLst>
                <a:tab pos="1218987" algn="l"/>
              </a:tabLst>
              <a:defRPr lang="en-US" sz="3200" b="1" kern="1200" cap="none" spc="-150" baseline="0" dirty="0">
                <a:solidFill>
                  <a:schemeClr val="bg1"/>
                </a:solidFill>
                <a:latin typeface="Arial" pitchFamily="34" charset="0"/>
                <a:ea typeface="+mn-ea"/>
                <a:cs typeface="Arial" pitchFamily="34" charset="0"/>
              </a:defRPr>
            </a:lvl1pPr>
          </a:lstStyle>
          <a:p>
            <a:r>
              <a:rPr lang="en-US"/>
              <a:t>Click to edit master title</a:t>
            </a:r>
          </a:p>
        </p:txBody>
      </p:sp>
      <p:sp>
        <p:nvSpPr>
          <p:cNvPr id="9" name="Chart Placeholder 2"/>
          <p:cNvSpPr>
            <a:spLocks noGrp="1"/>
          </p:cNvSpPr>
          <p:nvPr>
            <p:ph type="chart" sz="quarter" idx="10" hasCustomPrompt="1"/>
          </p:nvPr>
        </p:nvSpPr>
        <p:spPr bwMode="gray">
          <a:xfrm>
            <a:off x="760612" y="1524000"/>
            <a:ext cx="10670779" cy="4572001"/>
          </a:xfrm>
          <a:prstGeom prst="rect">
            <a:avLst/>
          </a:prstGeom>
        </p:spPr>
        <p:txBody>
          <a:bodyPr lIns="121899" tIns="853291" rIns="121899" bIns="60949" anchor="ctr" anchorCtr="0"/>
          <a:lstStyle>
            <a:lvl1pPr marL="0" indent="0" algn="ctr">
              <a:buFontTx/>
              <a:buNone/>
              <a:defRPr sz="2400" baseline="0">
                <a:solidFill>
                  <a:schemeClr val="bg1"/>
                </a:solidFill>
              </a:defRPr>
            </a:lvl1pPr>
          </a:lstStyle>
          <a:p>
            <a:r>
              <a:rPr lang="en-US"/>
              <a:t>Click icon to create chart</a:t>
            </a:r>
          </a:p>
        </p:txBody>
      </p:sp>
      <p:sp>
        <p:nvSpPr>
          <p:cNvPr id="2" name="Slide Number Placeholder 1">
            <a:extLst>
              <a:ext uri="{FF2B5EF4-FFF2-40B4-BE49-F238E27FC236}">
                <a16:creationId xmlns:a16="http://schemas.microsoft.com/office/drawing/2014/main" id="{A1222CEF-FCD3-E840-7AE1-E900A5D59CF2}"/>
              </a:ext>
            </a:extLst>
          </p:cNvPr>
          <p:cNvSpPr>
            <a:spLocks noGrp="1"/>
          </p:cNvSpPr>
          <p:nvPr>
            <p:ph type="sldNum" sz="quarter" idx="11"/>
          </p:nvPr>
        </p:nvSpPr>
        <p:spPr/>
        <p:txBody>
          <a:bodyPr/>
          <a:lstStyle>
            <a:lvl1pPr>
              <a:defRPr>
                <a:solidFill>
                  <a:schemeClr val="bg1"/>
                </a:solidFill>
              </a:defRPr>
            </a:lvl1pPr>
          </a:lstStyle>
          <a:p>
            <a:fld id="{6D22F896-40B5-4ADD-8801-0D06FADFA095}" type="slidenum">
              <a:rPr lang="en-US" smtClean="0"/>
              <a:pPr/>
              <a:t>‹#›</a:t>
            </a:fld>
            <a:endParaRPr lang="en-US"/>
          </a:p>
        </p:txBody>
      </p:sp>
    </p:spTree>
    <p:extLst>
      <p:ext uri="{BB962C8B-B14F-4D97-AF65-F5344CB8AC3E}">
        <p14:creationId xmlns:p14="http://schemas.microsoft.com/office/powerpoint/2010/main" val="2417318056"/>
      </p:ext>
    </p:extLst>
  </p:cSld>
  <p:clrMapOvr>
    <a:masterClrMapping/>
  </p:clrMapOvr>
  <p:transition spd="med"/>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12E9409-35B8-57EB-2941-154C5CA02C34}"/>
              </a:ext>
            </a:extLst>
          </p:cNvPr>
          <p:cNvSpPr>
            <a:spLocks noGrp="1"/>
          </p:cNvSpPr>
          <p:nvPr>
            <p:ph type="sldNum" sz="quarter" idx="10"/>
          </p:nvPr>
        </p:nvSpPr>
        <p:spPr/>
        <p:txBody>
          <a:bodyPr/>
          <a:lstStyle/>
          <a:p>
            <a:fld id="{6D22F896-40B5-4ADD-8801-0D06FADFA095}" type="slidenum">
              <a:rPr lang="en-US" smtClean="0"/>
              <a:pPr/>
              <a:t>‹#›</a:t>
            </a:fld>
            <a:endParaRPr lang="en-US"/>
          </a:p>
        </p:txBody>
      </p:sp>
    </p:spTree>
    <p:extLst>
      <p:ext uri="{BB962C8B-B14F-4D97-AF65-F5344CB8AC3E}">
        <p14:creationId xmlns:p14="http://schemas.microsoft.com/office/powerpoint/2010/main" val="220757932"/>
      </p:ext>
    </p:extLst>
  </p:cSld>
  <p:clrMapOvr>
    <a:masterClrMapping/>
  </p:clrMapOvr>
  <p:transition spd="med"/>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Blank Slide_Black">
    <p:bg>
      <p:bgPr>
        <a:solidFill>
          <a:srgbClr val="1E0113"/>
        </a:solidFill>
        <a:effectLst/>
      </p:bgPr>
    </p:bg>
    <p:spTree>
      <p:nvGrpSpPr>
        <p:cNvPr id="1" name=""/>
        <p:cNvGrpSpPr/>
        <p:nvPr/>
      </p:nvGrpSpPr>
      <p:grpSpPr>
        <a:xfrm>
          <a:off x="0" y="0"/>
          <a:ext cx="0" cy="0"/>
          <a:chOff x="0" y="0"/>
          <a:chExt cx="0" cy="0"/>
        </a:xfrm>
      </p:grpSpPr>
      <p:pic>
        <p:nvPicPr>
          <p:cNvPr id="3" name="Picture 2" descr="Circle&#10;&#10;Description automatically generated">
            <a:extLst>
              <a:ext uri="{FF2B5EF4-FFF2-40B4-BE49-F238E27FC236}">
                <a16:creationId xmlns:a16="http://schemas.microsoft.com/office/drawing/2014/main" id="{C8FEE81D-5761-2CFD-4F01-712F5A2FDD08}"/>
              </a:ext>
            </a:extLst>
          </p:cNvPr>
          <p:cNvPicPr>
            <a:picLocks noChangeAspect="1"/>
          </p:cNvPicPr>
          <p:nvPr userDrawn="1"/>
        </p:nvPicPr>
        <p:blipFill>
          <a:blip r:embed="rId2"/>
          <a:stretch>
            <a:fillRect/>
          </a:stretch>
        </p:blipFill>
        <p:spPr>
          <a:xfrm>
            <a:off x="219" y="0"/>
            <a:ext cx="12191564" cy="6858000"/>
          </a:xfrm>
          <a:prstGeom prst="rect">
            <a:avLst/>
          </a:prstGeom>
        </p:spPr>
      </p:pic>
      <p:sp>
        <p:nvSpPr>
          <p:cNvPr id="2" name="Slide Number Placeholder 1">
            <a:extLst>
              <a:ext uri="{FF2B5EF4-FFF2-40B4-BE49-F238E27FC236}">
                <a16:creationId xmlns:a16="http://schemas.microsoft.com/office/drawing/2014/main" id="{0094B782-D6B1-E164-080E-40821B7DAFAF}"/>
              </a:ext>
            </a:extLst>
          </p:cNvPr>
          <p:cNvSpPr>
            <a:spLocks noGrp="1"/>
          </p:cNvSpPr>
          <p:nvPr>
            <p:ph type="sldNum" sz="quarter" idx="10"/>
          </p:nvPr>
        </p:nvSpPr>
        <p:spPr/>
        <p:txBody>
          <a:bodyPr/>
          <a:lstStyle>
            <a:lvl1pPr>
              <a:defRPr>
                <a:solidFill>
                  <a:schemeClr val="bg1"/>
                </a:solidFill>
              </a:defRPr>
            </a:lvl1pPr>
          </a:lstStyle>
          <a:p>
            <a:fld id="{6D22F896-40B5-4ADD-8801-0D06FADFA095}" type="slidenum">
              <a:rPr lang="en-US" smtClean="0"/>
              <a:pPr/>
              <a:t>‹#›</a:t>
            </a:fld>
            <a:endParaRPr lang="en-US"/>
          </a:p>
        </p:txBody>
      </p:sp>
    </p:spTree>
    <p:extLst>
      <p:ext uri="{BB962C8B-B14F-4D97-AF65-F5344CB8AC3E}">
        <p14:creationId xmlns:p14="http://schemas.microsoft.com/office/powerpoint/2010/main" val="3142764281"/>
      </p:ext>
    </p:extLst>
  </p:cSld>
  <p:clrMapOvr>
    <a:masterClrMapping/>
  </p:clrMapOvr>
  <p:transition spd="med"/>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Closing Slide">
    <p:bg>
      <p:bgPr>
        <a:solidFill>
          <a:schemeClr val="bg1"/>
        </a:solidFill>
        <a:effectLst/>
      </p:bgPr>
    </p:bg>
    <p:spTree>
      <p:nvGrpSpPr>
        <p:cNvPr id="1" name=""/>
        <p:cNvGrpSpPr/>
        <p:nvPr/>
      </p:nvGrpSpPr>
      <p:grpSpPr>
        <a:xfrm>
          <a:off x="0" y="0"/>
          <a:ext cx="0" cy="0"/>
          <a:chOff x="0" y="0"/>
          <a:chExt cx="0" cy="0"/>
        </a:xfrm>
      </p:grpSpPr>
      <p:grpSp>
        <p:nvGrpSpPr>
          <p:cNvPr id="76" name="Group 75">
            <a:extLst>
              <a:ext uri="{FF2B5EF4-FFF2-40B4-BE49-F238E27FC236}">
                <a16:creationId xmlns:a16="http://schemas.microsoft.com/office/drawing/2014/main" id="{04DB0252-2F51-9D54-5F87-47E8112037C5}"/>
              </a:ext>
            </a:extLst>
          </p:cNvPr>
          <p:cNvGrpSpPr/>
          <p:nvPr userDrawn="1"/>
        </p:nvGrpSpPr>
        <p:grpSpPr>
          <a:xfrm>
            <a:off x="9392771" y="936748"/>
            <a:ext cx="1966475" cy="1042086"/>
            <a:chOff x="4988072" y="501936"/>
            <a:chExt cx="1978802" cy="1051017"/>
          </a:xfrm>
          <a:solidFill>
            <a:srgbClr val="4D144A"/>
          </a:solidFill>
        </p:grpSpPr>
        <p:sp>
          <p:nvSpPr>
            <p:cNvPr id="85" name="Freeform 5">
              <a:extLst>
                <a:ext uri="{FF2B5EF4-FFF2-40B4-BE49-F238E27FC236}">
                  <a16:creationId xmlns:a16="http://schemas.microsoft.com/office/drawing/2014/main" id="{433FD598-576F-FFF0-672B-6A9B1AF51242}"/>
                </a:ext>
              </a:extLst>
            </p:cNvPr>
            <p:cNvSpPr>
              <a:spLocks/>
            </p:cNvSpPr>
            <p:nvPr userDrawn="1"/>
          </p:nvSpPr>
          <p:spPr bwMode="auto">
            <a:xfrm>
              <a:off x="5559016" y="501936"/>
              <a:ext cx="218094" cy="282813"/>
            </a:xfrm>
            <a:custGeom>
              <a:avLst/>
              <a:gdLst>
                <a:gd name="T0" fmla="*/ 0 w 502"/>
                <a:gd name="T1" fmla="*/ 550 h 651"/>
                <a:gd name="T2" fmla="*/ 83 w 502"/>
                <a:gd name="T3" fmla="*/ 451 h 651"/>
                <a:gd name="T4" fmla="*/ 272 w 502"/>
                <a:gd name="T5" fmla="*/ 528 h 651"/>
                <a:gd name="T6" fmla="*/ 363 w 502"/>
                <a:gd name="T7" fmla="*/ 469 h 651"/>
                <a:gd name="T8" fmla="*/ 363 w 502"/>
                <a:gd name="T9" fmla="*/ 467 h 651"/>
                <a:gd name="T10" fmla="*/ 236 w 502"/>
                <a:gd name="T11" fmla="*/ 386 h 651"/>
                <a:gd name="T12" fmla="*/ 26 w 502"/>
                <a:gd name="T13" fmla="*/ 192 h 651"/>
                <a:gd name="T14" fmla="*/ 26 w 502"/>
                <a:gd name="T15" fmla="*/ 191 h 651"/>
                <a:gd name="T16" fmla="*/ 247 w 502"/>
                <a:gd name="T17" fmla="*/ 0 h 651"/>
                <a:gd name="T18" fmla="*/ 483 w 502"/>
                <a:gd name="T19" fmla="*/ 80 h 651"/>
                <a:gd name="T20" fmla="*/ 410 w 502"/>
                <a:gd name="T21" fmla="*/ 185 h 651"/>
                <a:gd name="T22" fmla="*/ 246 w 502"/>
                <a:gd name="T23" fmla="*/ 123 h 651"/>
                <a:gd name="T24" fmla="*/ 164 w 502"/>
                <a:gd name="T25" fmla="*/ 178 h 651"/>
                <a:gd name="T26" fmla="*/ 164 w 502"/>
                <a:gd name="T27" fmla="*/ 180 h 651"/>
                <a:gd name="T28" fmla="*/ 301 w 502"/>
                <a:gd name="T29" fmla="*/ 263 h 651"/>
                <a:gd name="T30" fmla="*/ 502 w 502"/>
                <a:gd name="T31" fmla="*/ 453 h 651"/>
                <a:gd name="T32" fmla="*/ 502 w 502"/>
                <a:gd name="T33" fmla="*/ 455 h 651"/>
                <a:gd name="T34" fmla="*/ 269 w 502"/>
                <a:gd name="T35" fmla="*/ 651 h 651"/>
                <a:gd name="T36" fmla="*/ 0 w 502"/>
                <a:gd name="T37" fmla="*/ 550 h 6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02" h="651">
                  <a:moveTo>
                    <a:pt x="0" y="550"/>
                  </a:moveTo>
                  <a:cubicBezTo>
                    <a:pt x="83" y="451"/>
                    <a:pt x="83" y="451"/>
                    <a:pt x="83" y="451"/>
                  </a:cubicBezTo>
                  <a:cubicBezTo>
                    <a:pt x="140" y="498"/>
                    <a:pt x="200" y="528"/>
                    <a:pt x="272" y="528"/>
                  </a:cubicBezTo>
                  <a:cubicBezTo>
                    <a:pt x="329" y="528"/>
                    <a:pt x="363" y="506"/>
                    <a:pt x="363" y="469"/>
                  </a:cubicBezTo>
                  <a:cubicBezTo>
                    <a:pt x="363" y="467"/>
                    <a:pt x="363" y="467"/>
                    <a:pt x="363" y="467"/>
                  </a:cubicBezTo>
                  <a:cubicBezTo>
                    <a:pt x="363" y="431"/>
                    <a:pt x="342" y="413"/>
                    <a:pt x="236" y="386"/>
                  </a:cubicBezTo>
                  <a:cubicBezTo>
                    <a:pt x="108" y="354"/>
                    <a:pt x="26" y="318"/>
                    <a:pt x="26" y="192"/>
                  </a:cubicBezTo>
                  <a:cubicBezTo>
                    <a:pt x="26" y="191"/>
                    <a:pt x="26" y="191"/>
                    <a:pt x="26" y="191"/>
                  </a:cubicBezTo>
                  <a:cubicBezTo>
                    <a:pt x="26" y="76"/>
                    <a:pt x="118" y="0"/>
                    <a:pt x="247" y="0"/>
                  </a:cubicBezTo>
                  <a:cubicBezTo>
                    <a:pt x="340" y="0"/>
                    <a:pt x="419" y="29"/>
                    <a:pt x="483" y="80"/>
                  </a:cubicBezTo>
                  <a:cubicBezTo>
                    <a:pt x="410" y="185"/>
                    <a:pt x="410" y="185"/>
                    <a:pt x="410" y="185"/>
                  </a:cubicBezTo>
                  <a:cubicBezTo>
                    <a:pt x="354" y="146"/>
                    <a:pt x="299" y="123"/>
                    <a:pt x="246" y="123"/>
                  </a:cubicBezTo>
                  <a:cubicBezTo>
                    <a:pt x="192" y="123"/>
                    <a:pt x="164" y="147"/>
                    <a:pt x="164" y="178"/>
                  </a:cubicBezTo>
                  <a:cubicBezTo>
                    <a:pt x="164" y="180"/>
                    <a:pt x="164" y="180"/>
                    <a:pt x="164" y="180"/>
                  </a:cubicBezTo>
                  <a:cubicBezTo>
                    <a:pt x="164" y="221"/>
                    <a:pt x="191" y="235"/>
                    <a:pt x="301" y="263"/>
                  </a:cubicBezTo>
                  <a:cubicBezTo>
                    <a:pt x="429" y="297"/>
                    <a:pt x="502" y="343"/>
                    <a:pt x="502" y="453"/>
                  </a:cubicBezTo>
                  <a:cubicBezTo>
                    <a:pt x="502" y="455"/>
                    <a:pt x="502" y="455"/>
                    <a:pt x="502" y="455"/>
                  </a:cubicBezTo>
                  <a:cubicBezTo>
                    <a:pt x="502" y="581"/>
                    <a:pt x="406" y="651"/>
                    <a:pt x="269" y="651"/>
                  </a:cubicBezTo>
                  <a:cubicBezTo>
                    <a:pt x="173" y="651"/>
                    <a:pt x="76" y="618"/>
                    <a:pt x="0" y="55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86" name="Freeform 6">
              <a:extLst>
                <a:ext uri="{FF2B5EF4-FFF2-40B4-BE49-F238E27FC236}">
                  <a16:creationId xmlns:a16="http://schemas.microsoft.com/office/drawing/2014/main" id="{824AAD10-C96C-2D4A-15C2-1D354C7C691E}"/>
                </a:ext>
              </a:extLst>
            </p:cNvPr>
            <p:cNvSpPr>
              <a:spLocks/>
            </p:cNvSpPr>
            <p:nvPr userDrawn="1"/>
          </p:nvSpPr>
          <p:spPr bwMode="auto">
            <a:xfrm>
              <a:off x="5791295" y="566212"/>
              <a:ext cx="322264" cy="214547"/>
            </a:xfrm>
            <a:custGeom>
              <a:avLst/>
              <a:gdLst>
                <a:gd name="T0" fmla="*/ 0 w 741"/>
                <a:gd name="T1" fmla="*/ 9 h 494"/>
                <a:gd name="T2" fmla="*/ 138 w 741"/>
                <a:gd name="T3" fmla="*/ 9 h 494"/>
                <a:gd name="T4" fmla="*/ 138 w 741"/>
                <a:gd name="T5" fmla="*/ 78 h 494"/>
                <a:gd name="T6" fmla="*/ 281 w 741"/>
                <a:gd name="T7" fmla="*/ 0 h 494"/>
                <a:gd name="T8" fmla="*/ 418 w 741"/>
                <a:gd name="T9" fmla="*/ 77 h 494"/>
                <a:gd name="T10" fmla="*/ 577 w 741"/>
                <a:gd name="T11" fmla="*/ 0 h 494"/>
                <a:gd name="T12" fmla="*/ 741 w 741"/>
                <a:gd name="T13" fmla="*/ 178 h 494"/>
                <a:gd name="T14" fmla="*/ 741 w 741"/>
                <a:gd name="T15" fmla="*/ 494 h 494"/>
                <a:gd name="T16" fmla="*/ 603 w 741"/>
                <a:gd name="T17" fmla="*/ 494 h 494"/>
                <a:gd name="T18" fmla="*/ 603 w 741"/>
                <a:gd name="T19" fmla="*/ 224 h 494"/>
                <a:gd name="T20" fmla="*/ 523 w 741"/>
                <a:gd name="T21" fmla="*/ 125 h 494"/>
                <a:gd name="T22" fmla="*/ 439 w 741"/>
                <a:gd name="T23" fmla="*/ 224 h 494"/>
                <a:gd name="T24" fmla="*/ 439 w 741"/>
                <a:gd name="T25" fmla="*/ 494 h 494"/>
                <a:gd name="T26" fmla="*/ 302 w 741"/>
                <a:gd name="T27" fmla="*/ 494 h 494"/>
                <a:gd name="T28" fmla="*/ 302 w 741"/>
                <a:gd name="T29" fmla="*/ 224 h 494"/>
                <a:gd name="T30" fmla="*/ 221 w 741"/>
                <a:gd name="T31" fmla="*/ 125 h 494"/>
                <a:gd name="T32" fmla="*/ 138 w 741"/>
                <a:gd name="T33" fmla="*/ 224 h 494"/>
                <a:gd name="T34" fmla="*/ 138 w 741"/>
                <a:gd name="T35" fmla="*/ 494 h 494"/>
                <a:gd name="T36" fmla="*/ 0 w 741"/>
                <a:gd name="T37" fmla="*/ 494 h 494"/>
                <a:gd name="T38" fmla="*/ 0 w 741"/>
                <a:gd name="T39" fmla="*/ 9 h 4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41" h="494">
                  <a:moveTo>
                    <a:pt x="0" y="9"/>
                  </a:moveTo>
                  <a:cubicBezTo>
                    <a:pt x="138" y="9"/>
                    <a:pt x="138" y="9"/>
                    <a:pt x="138" y="9"/>
                  </a:cubicBezTo>
                  <a:cubicBezTo>
                    <a:pt x="138" y="78"/>
                    <a:pt x="138" y="78"/>
                    <a:pt x="138" y="78"/>
                  </a:cubicBezTo>
                  <a:cubicBezTo>
                    <a:pt x="170" y="37"/>
                    <a:pt x="211" y="0"/>
                    <a:pt x="281" y="0"/>
                  </a:cubicBezTo>
                  <a:cubicBezTo>
                    <a:pt x="344" y="0"/>
                    <a:pt x="392" y="28"/>
                    <a:pt x="418" y="77"/>
                  </a:cubicBezTo>
                  <a:cubicBezTo>
                    <a:pt x="460" y="27"/>
                    <a:pt x="511" y="0"/>
                    <a:pt x="577" y="0"/>
                  </a:cubicBezTo>
                  <a:cubicBezTo>
                    <a:pt x="679" y="0"/>
                    <a:pt x="741" y="62"/>
                    <a:pt x="741" y="178"/>
                  </a:cubicBezTo>
                  <a:cubicBezTo>
                    <a:pt x="741" y="494"/>
                    <a:pt x="741" y="494"/>
                    <a:pt x="741" y="494"/>
                  </a:cubicBezTo>
                  <a:cubicBezTo>
                    <a:pt x="603" y="494"/>
                    <a:pt x="603" y="494"/>
                    <a:pt x="603" y="494"/>
                  </a:cubicBezTo>
                  <a:cubicBezTo>
                    <a:pt x="603" y="224"/>
                    <a:pt x="603" y="224"/>
                    <a:pt x="603" y="224"/>
                  </a:cubicBezTo>
                  <a:cubicBezTo>
                    <a:pt x="603" y="159"/>
                    <a:pt x="574" y="125"/>
                    <a:pt x="523" y="125"/>
                  </a:cubicBezTo>
                  <a:cubicBezTo>
                    <a:pt x="471" y="125"/>
                    <a:pt x="439" y="159"/>
                    <a:pt x="439" y="224"/>
                  </a:cubicBezTo>
                  <a:cubicBezTo>
                    <a:pt x="439" y="494"/>
                    <a:pt x="439" y="494"/>
                    <a:pt x="439" y="494"/>
                  </a:cubicBezTo>
                  <a:cubicBezTo>
                    <a:pt x="302" y="494"/>
                    <a:pt x="302" y="494"/>
                    <a:pt x="302" y="494"/>
                  </a:cubicBezTo>
                  <a:cubicBezTo>
                    <a:pt x="302" y="224"/>
                    <a:pt x="302" y="224"/>
                    <a:pt x="302" y="224"/>
                  </a:cubicBezTo>
                  <a:cubicBezTo>
                    <a:pt x="302" y="159"/>
                    <a:pt x="273" y="125"/>
                    <a:pt x="221" y="125"/>
                  </a:cubicBezTo>
                  <a:cubicBezTo>
                    <a:pt x="170" y="125"/>
                    <a:pt x="138" y="159"/>
                    <a:pt x="138" y="224"/>
                  </a:cubicBezTo>
                  <a:cubicBezTo>
                    <a:pt x="138" y="494"/>
                    <a:pt x="138" y="494"/>
                    <a:pt x="138" y="494"/>
                  </a:cubicBezTo>
                  <a:cubicBezTo>
                    <a:pt x="0" y="494"/>
                    <a:pt x="0" y="494"/>
                    <a:pt x="0" y="494"/>
                  </a:cubicBezTo>
                  <a:lnTo>
                    <a:pt x="0"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87" name="Freeform 7">
              <a:extLst>
                <a:ext uri="{FF2B5EF4-FFF2-40B4-BE49-F238E27FC236}">
                  <a16:creationId xmlns:a16="http://schemas.microsoft.com/office/drawing/2014/main" id="{8776387C-7DBE-0FBD-3AED-689433E76864}"/>
                </a:ext>
              </a:extLst>
            </p:cNvPr>
            <p:cNvSpPr>
              <a:spLocks noEditPoints="1"/>
            </p:cNvSpPr>
            <p:nvPr userDrawn="1"/>
          </p:nvSpPr>
          <p:spPr bwMode="auto">
            <a:xfrm>
              <a:off x="6125971" y="567985"/>
              <a:ext cx="193713" cy="216764"/>
            </a:xfrm>
            <a:custGeom>
              <a:avLst/>
              <a:gdLst>
                <a:gd name="T0" fmla="*/ 0 w 446"/>
                <a:gd name="T1" fmla="*/ 351 h 499"/>
                <a:gd name="T2" fmla="*/ 0 w 446"/>
                <a:gd name="T3" fmla="*/ 349 h 499"/>
                <a:gd name="T4" fmla="*/ 195 w 446"/>
                <a:gd name="T5" fmla="*/ 194 h 499"/>
                <a:gd name="T6" fmla="*/ 314 w 446"/>
                <a:gd name="T7" fmla="*/ 214 h 499"/>
                <a:gd name="T8" fmla="*/ 314 w 446"/>
                <a:gd name="T9" fmla="*/ 206 h 499"/>
                <a:gd name="T10" fmla="*/ 210 w 446"/>
                <a:gd name="T11" fmla="*/ 117 h 499"/>
                <a:gd name="T12" fmla="*/ 76 w 446"/>
                <a:gd name="T13" fmla="*/ 144 h 499"/>
                <a:gd name="T14" fmla="*/ 42 w 446"/>
                <a:gd name="T15" fmla="*/ 39 h 499"/>
                <a:gd name="T16" fmla="*/ 230 w 446"/>
                <a:gd name="T17" fmla="*/ 0 h 499"/>
                <a:gd name="T18" fmla="*/ 394 w 446"/>
                <a:gd name="T19" fmla="*/ 54 h 499"/>
                <a:gd name="T20" fmla="*/ 446 w 446"/>
                <a:gd name="T21" fmla="*/ 209 h 499"/>
                <a:gd name="T22" fmla="*/ 446 w 446"/>
                <a:gd name="T23" fmla="*/ 490 h 499"/>
                <a:gd name="T24" fmla="*/ 313 w 446"/>
                <a:gd name="T25" fmla="*/ 490 h 499"/>
                <a:gd name="T26" fmla="*/ 313 w 446"/>
                <a:gd name="T27" fmla="*/ 438 h 499"/>
                <a:gd name="T28" fmla="*/ 166 w 446"/>
                <a:gd name="T29" fmla="*/ 499 h 499"/>
                <a:gd name="T30" fmla="*/ 0 w 446"/>
                <a:gd name="T31" fmla="*/ 351 h 499"/>
                <a:gd name="T32" fmla="*/ 316 w 446"/>
                <a:gd name="T33" fmla="*/ 319 h 499"/>
                <a:gd name="T34" fmla="*/ 316 w 446"/>
                <a:gd name="T35" fmla="*/ 295 h 499"/>
                <a:gd name="T36" fmla="*/ 228 w 446"/>
                <a:gd name="T37" fmla="*/ 277 h 499"/>
                <a:gd name="T38" fmla="*/ 133 w 446"/>
                <a:gd name="T39" fmla="*/ 344 h 499"/>
                <a:gd name="T40" fmla="*/ 133 w 446"/>
                <a:gd name="T41" fmla="*/ 346 h 499"/>
                <a:gd name="T42" fmla="*/ 208 w 446"/>
                <a:gd name="T43" fmla="*/ 404 h 499"/>
                <a:gd name="T44" fmla="*/ 316 w 446"/>
                <a:gd name="T45" fmla="*/ 319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46" h="499">
                  <a:moveTo>
                    <a:pt x="0" y="351"/>
                  </a:moveTo>
                  <a:cubicBezTo>
                    <a:pt x="0" y="349"/>
                    <a:pt x="0" y="349"/>
                    <a:pt x="0" y="349"/>
                  </a:cubicBezTo>
                  <a:cubicBezTo>
                    <a:pt x="0" y="243"/>
                    <a:pt x="80" y="194"/>
                    <a:pt x="195" y="194"/>
                  </a:cubicBezTo>
                  <a:cubicBezTo>
                    <a:pt x="244" y="194"/>
                    <a:pt x="280" y="202"/>
                    <a:pt x="314" y="214"/>
                  </a:cubicBezTo>
                  <a:cubicBezTo>
                    <a:pt x="314" y="206"/>
                    <a:pt x="314" y="206"/>
                    <a:pt x="314" y="206"/>
                  </a:cubicBezTo>
                  <a:cubicBezTo>
                    <a:pt x="314" y="149"/>
                    <a:pt x="279" y="117"/>
                    <a:pt x="210" y="117"/>
                  </a:cubicBezTo>
                  <a:cubicBezTo>
                    <a:pt x="157" y="117"/>
                    <a:pt x="120" y="127"/>
                    <a:pt x="76" y="144"/>
                  </a:cubicBezTo>
                  <a:cubicBezTo>
                    <a:pt x="42" y="39"/>
                    <a:pt x="42" y="39"/>
                    <a:pt x="42" y="39"/>
                  </a:cubicBezTo>
                  <a:cubicBezTo>
                    <a:pt x="95" y="15"/>
                    <a:pt x="147" y="0"/>
                    <a:pt x="230" y="0"/>
                  </a:cubicBezTo>
                  <a:cubicBezTo>
                    <a:pt x="305" y="0"/>
                    <a:pt x="359" y="20"/>
                    <a:pt x="394" y="54"/>
                  </a:cubicBezTo>
                  <a:cubicBezTo>
                    <a:pt x="430" y="90"/>
                    <a:pt x="446" y="144"/>
                    <a:pt x="446" y="209"/>
                  </a:cubicBezTo>
                  <a:cubicBezTo>
                    <a:pt x="446" y="490"/>
                    <a:pt x="446" y="490"/>
                    <a:pt x="446" y="490"/>
                  </a:cubicBezTo>
                  <a:cubicBezTo>
                    <a:pt x="313" y="490"/>
                    <a:pt x="313" y="490"/>
                    <a:pt x="313" y="490"/>
                  </a:cubicBezTo>
                  <a:cubicBezTo>
                    <a:pt x="313" y="438"/>
                    <a:pt x="313" y="438"/>
                    <a:pt x="313" y="438"/>
                  </a:cubicBezTo>
                  <a:cubicBezTo>
                    <a:pt x="280" y="475"/>
                    <a:pt x="233" y="499"/>
                    <a:pt x="166" y="499"/>
                  </a:cubicBezTo>
                  <a:cubicBezTo>
                    <a:pt x="75" y="499"/>
                    <a:pt x="0" y="447"/>
                    <a:pt x="0" y="351"/>
                  </a:cubicBezTo>
                  <a:close/>
                  <a:moveTo>
                    <a:pt x="316" y="319"/>
                  </a:moveTo>
                  <a:cubicBezTo>
                    <a:pt x="316" y="295"/>
                    <a:pt x="316" y="295"/>
                    <a:pt x="316" y="295"/>
                  </a:cubicBezTo>
                  <a:cubicBezTo>
                    <a:pt x="292" y="284"/>
                    <a:pt x="262" y="277"/>
                    <a:pt x="228" y="277"/>
                  </a:cubicBezTo>
                  <a:cubicBezTo>
                    <a:pt x="169" y="277"/>
                    <a:pt x="133" y="300"/>
                    <a:pt x="133" y="344"/>
                  </a:cubicBezTo>
                  <a:cubicBezTo>
                    <a:pt x="133" y="346"/>
                    <a:pt x="133" y="346"/>
                    <a:pt x="133" y="346"/>
                  </a:cubicBezTo>
                  <a:cubicBezTo>
                    <a:pt x="133" y="383"/>
                    <a:pt x="164" y="404"/>
                    <a:pt x="208" y="404"/>
                  </a:cubicBezTo>
                  <a:cubicBezTo>
                    <a:pt x="272" y="404"/>
                    <a:pt x="316" y="369"/>
                    <a:pt x="316" y="3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88" name="Freeform 8">
              <a:extLst>
                <a:ext uri="{FF2B5EF4-FFF2-40B4-BE49-F238E27FC236}">
                  <a16:creationId xmlns:a16="http://schemas.microsoft.com/office/drawing/2014/main" id="{262E0FEC-2981-11B0-3D88-8A94D08178CF}"/>
                </a:ext>
              </a:extLst>
            </p:cNvPr>
            <p:cNvSpPr>
              <a:spLocks/>
            </p:cNvSpPr>
            <p:nvPr userDrawn="1"/>
          </p:nvSpPr>
          <p:spPr bwMode="auto">
            <a:xfrm>
              <a:off x="6336529" y="564438"/>
              <a:ext cx="127665" cy="216321"/>
            </a:xfrm>
            <a:custGeom>
              <a:avLst/>
              <a:gdLst>
                <a:gd name="T0" fmla="*/ 0 w 293"/>
                <a:gd name="T1" fmla="*/ 13 h 498"/>
                <a:gd name="T2" fmla="*/ 138 w 293"/>
                <a:gd name="T3" fmla="*/ 13 h 498"/>
                <a:gd name="T4" fmla="*/ 138 w 293"/>
                <a:gd name="T5" fmla="*/ 111 h 498"/>
                <a:gd name="T6" fmla="*/ 293 w 293"/>
                <a:gd name="T7" fmla="*/ 4 h 498"/>
                <a:gd name="T8" fmla="*/ 293 w 293"/>
                <a:gd name="T9" fmla="*/ 148 h 498"/>
                <a:gd name="T10" fmla="*/ 285 w 293"/>
                <a:gd name="T11" fmla="*/ 148 h 498"/>
                <a:gd name="T12" fmla="*/ 138 w 293"/>
                <a:gd name="T13" fmla="*/ 319 h 498"/>
                <a:gd name="T14" fmla="*/ 138 w 293"/>
                <a:gd name="T15" fmla="*/ 498 h 498"/>
                <a:gd name="T16" fmla="*/ 0 w 293"/>
                <a:gd name="T17" fmla="*/ 498 h 498"/>
                <a:gd name="T18" fmla="*/ 0 w 293"/>
                <a:gd name="T19" fmla="*/ 13 h 4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93" h="498">
                  <a:moveTo>
                    <a:pt x="0" y="13"/>
                  </a:moveTo>
                  <a:cubicBezTo>
                    <a:pt x="138" y="13"/>
                    <a:pt x="138" y="13"/>
                    <a:pt x="138" y="13"/>
                  </a:cubicBezTo>
                  <a:cubicBezTo>
                    <a:pt x="138" y="111"/>
                    <a:pt x="138" y="111"/>
                    <a:pt x="138" y="111"/>
                  </a:cubicBezTo>
                  <a:cubicBezTo>
                    <a:pt x="166" y="44"/>
                    <a:pt x="211" y="0"/>
                    <a:pt x="293" y="4"/>
                  </a:cubicBezTo>
                  <a:cubicBezTo>
                    <a:pt x="293" y="148"/>
                    <a:pt x="293" y="148"/>
                    <a:pt x="293" y="148"/>
                  </a:cubicBezTo>
                  <a:cubicBezTo>
                    <a:pt x="285" y="148"/>
                    <a:pt x="285" y="148"/>
                    <a:pt x="285" y="148"/>
                  </a:cubicBezTo>
                  <a:cubicBezTo>
                    <a:pt x="194" y="148"/>
                    <a:pt x="138" y="203"/>
                    <a:pt x="138" y="319"/>
                  </a:cubicBezTo>
                  <a:cubicBezTo>
                    <a:pt x="138" y="498"/>
                    <a:pt x="138" y="498"/>
                    <a:pt x="138" y="498"/>
                  </a:cubicBezTo>
                  <a:cubicBezTo>
                    <a:pt x="0" y="498"/>
                    <a:pt x="0" y="498"/>
                    <a:pt x="0" y="498"/>
                  </a:cubicBezTo>
                  <a:lnTo>
                    <a:pt x="0" y="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89" name="Freeform 9">
              <a:extLst>
                <a:ext uri="{FF2B5EF4-FFF2-40B4-BE49-F238E27FC236}">
                  <a16:creationId xmlns:a16="http://schemas.microsoft.com/office/drawing/2014/main" id="{FECC1288-545E-BDB4-6462-3EE5544D7025}"/>
                </a:ext>
              </a:extLst>
            </p:cNvPr>
            <p:cNvSpPr>
              <a:spLocks/>
            </p:cNvSpPr>
            <p:nvPr userDrawn="1"/>
          </p:nvSpPr>
          <p:spPr bwMode="auto">
            <a:xfrm>
              <a:off x="6475719" y="516121"/>
              <a:ext cx="134757" cy="268184"/>
            </a:xfrm>
            <a:custGeom>
              <a:avLst/>
              <a:gdLst>
                <a:gd name="T0" fmla="*/ 58 w 310"/>
                <a:gd name="T1" fmla="*/ 472 h 617"/>
                <a:gd name="T2" fmla="*/ 58 w 310"/>
                <a:gd name="T3" fmla="*/ 242 h 617"/>
                <a:gd name="T4" fmla="*/ 0 w 310"/>
                <a:gd name="T5" fmla="*/ 242 h 617"/>
                <a:gd name="T6" fmla="*/ 0 w 310"/>
                <a:gd name="T7" fmla="*/ 124 h 617"/>
                <a:gd name="T8" fmla="*/ 58 w 310"/>
                <a:gd name="T9" fmla="*/ 124 h 617"/>
                <a:gd name="T10" fmla="*/ 58 w 310"/>
                <a:gd name="T11" fmla="*/ 0 h 617"/>
                <a:gd name="T12" fmla="*/ 196 w 310"/>
                <a:gd name="T13" fmla="*/ 0 h 617"/>
                <a:gd name="T14" fmla="*/ 196 w 310"/>
                <a:gd name="T15" fmla="*/ 124 h 617"/>
                <a:gd name="T16" fmla="*/ 310 w 310"/>
                <a:gd name="T17" fmla="*/ 124 h 617"/>
                <a:gd name="T18" fmla="*/ 310 w 310"/>
                <a:gd name="T19" fmla="*/ 242 h 617"/>
                <a:gd name="T20" fmla="*/ 196 w 310"/>
                <a:gd name="T21" fmla="*/ 242 h 617"/>
                <a:gd name="T22" fmla="*/ 196 w 310"/>
                <a:gd name="T23" fmla="*/ 449 h 617"/>
                <a:gd name="T24" fmla="*/ 240 w 310"/>
                <a:gd name="T25" fmla="*/ 496 h 617"/>
                <a:gd name="T26" fmla="*/ 308 w 310"/>
                <a:gd name="T27" fmla="*/ 479 h 617"/>
                <a:gd name="T28" fmla="*/ 308 w 310"/>
                <a:gd name="T29" fmla="*/ 589 h 617"/>
                <a:gd name="T30" fmla="*/ 199 w 310"/>
                <a:gd name="T31" fmla="*/ 617 h 617"/>
                <a:gd name="T32" fmla="*/ 58 w 310"/>
                <a:gd name="T33" fmla="*/ 472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10" h="617">
                  <a:moveTo>
                    <a:pt x="58" y="472"/>
                  </a:moveTo>
                  <a:cubicBezTo>
                    <a:pt x="58" y="242"/>
                    <a:pt x="58" y="242"/>
                    <a:pt x="58" y="242"/>
                  </a:cubicBezTo>
                  <a:cubicBezTo>
                    <a:pt x="0" y="242"/>
                    <a:pt x="0" y="242"/>
                    <a:pt x="0" y="242"/>
                  </a:cubicBezTo>
                  <a:cubicBezTo>
                    <a:pt x="0" y="124"/>
                    <a:pt x="0" y="124"/>
                    <a:pt x="0" y="124"/>
                  </a:cubicBezTo>
                  <a:cubicBezTo>
                    <a:pt x="58" y="124"/>
                    <a:pt x="58" y="124"/>
                    <a:pt x="58" y="124"/>
                  </a:cubicBezTo>
                  <a:cubicBezTo>
                    <a:pt x="58" y="0"/>
                    <a:pt x="58" y="0"/>
                    <a:pt x="58" y="0"/>
                  </a:cubicBezTo>
                  <a:cubicBezTo>
                    <a:pt x="196" y="0"/>
                    <a:pt x="196" y="0"/>
                    <a:pt x="196" y="0"/>
                  </a:cubicBezTo>
                  <a:cubicBezTo>
                    <a:pt x="196" y="124"/>
                    <a:pt x="196" y="124"/>
                    <a:pt x="196" y="124"/>
                  </a:cubicBezTo>
                  <a:cubicBezTo>
                    <a:pt x="310" y="124"/>
                    <a:pt x="310" y="124"/>
                    <a:pt x="310" y="124"/>
                  </a:cubicBezTo>
                  <a:cubicBezTo>
                    <a:pt x="310" y="242"/>
                    <a:pt x="310" y="242"/>
                    <a:pt x="310" y="242"/>
                  </a:cubicBezTo>
                  <a:cubicBezTo>
                    <a:pt x="196" y="242"/>
                    <a:pt x="196" y="242"/>
                    <a:pt x="196" y="242"/>
                  </a:cubicBezTo>
                  <a:cubicBezTo>
                    <a:pt x="196" y="449"/>
                    <a:pt x="196" y="449"/>
                    <a:pt x="196" y="449"/>
                  </a:cubicBezTo>
                  <a:cubicBezTo>
                    <a:pt x="196" y="481"/>
                    <a:pt x="209" y="496"/>
                    <a:pt x="240" y="496"/>
                  </a:cubicBezTo>
                  <a:cubicBezTo>
                    <a:pt x="265" y="496"/>
                    <a:pt x="288" y="490"/>
                    <a:pt x="308" y="479"/>
                  </a:cubicBezTo>
                  <a:cubicBezTo>
                    <a:pt x="308" y="589"/>
                    <a:pt x="308" y="589"/>
                    <a:pt x="308" y="589"/>
                  </a:cubicBezTo>
                  <a:cubicBezTo>
                    <a:pt x="279" y="607"/>
                    <a:pt x="245" y="617"/>
                    <a:pt x="199" y="617"/>
                  </a:cubicBezTo>
                  <a:cubicBezTo>
                    <a:pt x="115" y="617"/>
                    <a:pt x="58" y="584"/>
                    <a:pt x="58" y="4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90" name="Freeform 10">
              <a:extLst>
                <a:ext uri="{FF2B5EF4-FFF2-40B4-BE49-F238E27FC236}">
                  <a16:creationId xmlns:a16="http://schemas.microsoft.com/office/drawing/2014/main" id="{9DB49BE1-F1C8-5A4F-1BE7-B9C5B671A4B9}"/>
                </a:ext>
              </a:extLst>
            </p:cNvPr>
            <p:cNvSpPr>
              <a:spLocks noEditPoints="1"/>
            </p:cNvSpPr>
            <p:nvPr userDrawn="1"/>
          </p:nvSpPr>
          <p:spPr bwMode="auto">
            <a:xfrm>
              <a:off x="6618455" y="566212"/>
              <a:ext cx="207012" cy="219424"/>
            </a:xfrm>
            <a:custGeom>
              <a:avLst/>
              <a:gdLst>
                <a:gd name="T0" fmla="*/ 0 w 476"/>
                <a:gd name="T1" fmla="*/ 254 h 505"/>
                <a:gd name="T2" fmla="*/ 0 w 476"/>
                <a:gd name="T3" fmla="*/ 253 h 505"/>
                <a:gd name="T4" fmla="*/ 240 w 476"/>
                <a:gd name="T5" fmla="*/ 0 h 505"/>
                <a:gd name="T6" fmla="*/ 476 w 476"/>
                <a:gd name="T7" fmla="*/ 263 h 505"/>
                <a:gd name="T8" fmla="*/ 475 w 476"/>
                <a:gd name="T9" fmla="*/ 300 h 505"/>
                <a:gd name="T10" fmla="*/ 137 w 476"/>
                <a:gd name="T11" fmla="*/ 300 h 505"/>
                <a:gd name="T12" fmla="*/ 256 w 476"/>
                <a:gd name="T13" fmla="*/ 395 h 505"/>
                <a:gd name="T14" fmla="*/ 373 w 476"/>
                <a:gd name="T15" fmla="*/ 345 h 505"/>
                <a:gd name="T16" fmla="*/ 452 w 476"/>
                <a:gd name="T17" fmla="*/ 415 h 505"/>
                <a:gd name="T18" fmla="*/ 254 w 476"/>
                <a:gd name="T19" fmla="*/ 505 h 505"/>
                <a:gd name="T20" fmla="*/ 0 w 476"/>
                <a:gd name="T21" fmla="*/ 254 h 505"/>
                <a:gd name="T22" fmla="*/ 342 w 476"/>
                <a:gd name="T23" fmla="*/ 214 h 505"/>
                <a:gd name="T24" fmla="*/ 240 w 476"/>
                <a:gd name="T25" fmla="*/ 111 h 505"/>
                <a:gd name="T26" fmla="*/ 135 w 476"/>
                <a:gd name="T27" fmla="*/ 214 h 505"/>
                <a:gd name="T28" fmla="*/ 342 w 476"/>
                <a:gd name="T29" fmla="*/ 214 h 5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76" h="505">
                  <a:moveTo>
                    <a:pt x="0" y="254"/>
                  </a:moveTo>
                  <a:cubicBezTo>
                    <a:pt x="0" y="253"/>
                    <a:pt x="0" y="253"/>
                    <a:pt x="0" y="253"/>
                  </a:cubicBezTo>
                  <a:cubicBezTo>
                    <a:pt x="0" y="114"/>
                    <a:pt x="99" y="0"/>
                    <a:pt x="240" y="0"/>
                  </a:cubicBezTo>
                  <a:cubicBezTo>
                    <a:pt x="402" y="0"/>
                    <a:pt x="476" y="126"/>
                    <a:pt x="476" y="263"/>
                  </a:cubicBezTo>
                  <a:cubicBezTo>
                    <a:pt x="476" y="274"/>
                    <a:pt x="476" y="287"/>
                    <a:pt x="475" y="300"/>
                  </a:cubicBezTo>
                  <a:cubicBezTo>
                    <a:pt x="137" y="300"/>
                    <a:pt x="137" y="300"/>
                    <a:pt x="137" y="300"/>
                  </a:cubicBezTo>
                  <a:cubicBezTo>
                    <a:pt x="151" y="362"/>
                    <a:pt x="194" y="395"/>
                    <a:pt x="256" y="395"/>
                  </a:cubicBezTo>
                  <a:cubicBezTo>
                    <a:pt x="302" y="395"/>
                    <a:pt x="335" y="380"/>
                    <a:pt x="373" y="345"/>
                  </a:cubicBezTo>
                  <a:cubicBezTo>
                    <a:pt x="452" y="415"/>
                    <a:pt x="452" y="415"/>
                    <a:pt x="452" y="415"/>
                  </a:cubicBezTo>
                  <a:cubicBezTo>
                    <a:pt x="407" y="471"/>
                    <a:pt x="342" y="505"/>
                    <a:pt x="254" y="505"/>
                  </a:cubicBezTo>
                  <a:cubicBezTo>
                    <a:pt x="108" y="505"/>
                    <a:pt x="0" y="403"/>
                    <a:pt x="0" y="254"/>
                  </a:cubicBezTo>
                  <a:close/>
                  <a:moveTo>
                    <a:pt x="342" y="214"/>
                  </a:moveTo>
                  <a:cubicBezTo>
                    <a:pt x="334" y="152"/>
                    <a:pt x="298" y="111"/>
                    <a:pt x="240" y="111"/>
                  </a:cubicBezTo>
                  <a:cubicBezTo>
                    <a:pt x="183" y="111"/>
                    <a:pt x="146" y="151"/>
                    <a:pt x="135" y="214"/>
                  </a:cubicBezTo>
                  <a:lnTo>
                    <a:pt x="342" y="2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91" name="Freeform 11">
              <a:extLst>
                <a:ext uri="{FF2B5EF4-FFF2-40B4-BE49-F238E27FC236}">
                  <a16:creationId xmlns:a16="http://schemas.microsoft.com/office/drawing/2014/main" id="{5700CEE7-82FA-F314-D150-00348A9C1993}"/>
                </a:ext>
              </a:extLst>
            </p:cNvPr>
            <p:cNvSpPr>
              <a:spLocks/>
            </p:cNvSpPr>
            <p:nvPr userDrawn="1"/>
          </p:nvSpPr>
          <p:spPr bwMode="auto">
            <a:xfrm>
              <a:off x="6837879" y="564438"/>
              <a:ext cx="127221" cy="216321"/>
            </a:xfrm>
            <a:custGeom>
              <a:avLst/>
              <a:gdLst>
                <a:gd name="T0" fmla="*/ 0 w 293"/>
                <a:gd name="T1" fmla="*/ 13 h 498"/>
                <a:gd name="T2" fmla="*/ 138 w 293"/>
                <a:gd name="T3" fmla="*/ 13 h 498"/>
                <a:gd name="T4" fmla="*/ 138 w 293"/>
                <a:gd name="T5" fmla="*/ 111 h 498"/>
                <a:gd name="T6" fmla="*/ 293 w 293"/>
                <a:gd name="T7" fmla="*/ 4 h 498"/>
                <a:gd name="T8" fmla="*/ 293 w 293"/>
                <a:gd name="T9" fmla="*/ 148 h 498"/>
                <a:gd name="T10" fmla="*/ 285 w 293"/>
                <a:gd name="T11" fmla="*/ 148 h 498"/>
                <a:gd name="T12" fmla="*/ 138 w 293"/>
                <a:gd name="T13" fmla="*/ 319 h 498"/>
                <a:gd name="T14" fmla="*/ 138 w 293"/>
                <a:gd name="T15" fmla="*/ 498 h 498"/>
                <a:gd name="T16" fmla="*/ 0 w 293"/>
                <a:gd name="T17" fmla="*/ 498 h 498"/>
                <a:gd name="T18" fmla="*/ 0 w 293"/>
                <a:gd name="T19" fmla="*/ 13 h 4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93" h="498">
                  <a:moveTo>
                    <a:pt x="0" y="13"/>
                  </a:moveTo>
                  <a:cubicBezTo>
                    <a:pt x="138" y="13"/>
                    <a:pt x="138" y="13"/>
                    <a:pt x="138" y="13"/>
                  </a:cubicBezTo>
                  <a:cubicBezTo>
                    <a:pt x="138" y="111"/>
                    <a:pt x="138" y="111"/>
                    <a:pt x="138" y="111"/>
                  </a:cubicBezTo>
                  <a:cubicBezTo>
                    <a:pt x="166" y="44"/>
                    <a:pt x="211" y="0"/>
                    <a:pt x="293" y="4"/>
                  </a:cubicBezTo>
                  <a:cubicBezTo>
                    <a:pt x="293" y="148"/>
                    <a:pt x="293" y="148"/>
                    <a:pt x="293" y="148"/>
                  </a:cubicBezTo>
                  <a:cubicBezTo>
                    <a:pt x="285" y="148"/>
                    <a:pt x="285" y="148"/>
                    <a:pt x="285" y="148"/>
                  </a:cubicBezTo>
                  <a:cubicBezTo>
                    <a:pt x="194" y="148"/>
                    <a:pt x="138" y="203"/>
                    <a:pt x="138" y="319"/>
                  </a:cubicBezTo>
                  <a:cubicBezTo>
                    <a:pt x="138" y="498"/>
                    <a:pt x="138" y="498"/>
                    <a:pt x="138" y="498"/>
                  </a:cubicBezTo>
                  <a:cubicBezTo>
                    <a:pt x="0" y="498"/>
                    <a:pt x="0" y="498"/>
                    <a:pt x="0" y="498"/>
                  </a:cubicBezTo>
                  <a:lnTo>
                    <a:pt x="0" y="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92" name="Freeform 12">
              <a:extLst>
                <a:ext uri="{FF2B5EF4-FFF2-40B4-BE49-F238E27FC236}">
                  <a16:creationId xmlns:a16="http://schemas.microsoft.com/office/drawing/2014/main" id="{FC0AB9F7-3D02-4537-31F6-D98B2250C9F3}"/>
                </a:ext>
              </a:extLst>
            </p:cNvPr>
            <p:cNvSpPr>
              <a:spLocks/>
            </p:cNvSpPr>
            <p:nvPr userDrawn="1"/>
          </p:nvSpPr>
          <p:spPr bwMode="auto">
            <a:xfrm>
              <a:off x="4988072" y="888476"/>
              <a:ext cx="134757" cy="268628"/>
            </a:xfrm>
            <a:custGeom>
              <a:avLst/>
              <a:gdLst>
                <a:gd name="T0" fmla="*/ 58 w 310"/>
                <a:gd name="T1" fmla="*/ 472 h 618"/>
                <a:gd name="T2" fmla="*/ 58 w 310"/>
                <a:gd name="T3" fmla="*/ 242 h 618"/>
                <a:gd name="T4" fmla="*/ 0 w 310"/>
                <a:gd name="T5" fmla="*/ 242 h 618"/>
                <a:gd name="T6" fmla="*/ 0 w 310"/>
                <a:gd name="T7" fmla="*/ 124 h 618"/>
                <a:gd name="T8" fmla="*/ 58 w 310"/>
                <a:gd name="T9" fmla="*/ 124 h 618"/>
                <a:gd name="T10" fmla="*/ 58 w 310"/>
                <a:gd name="T11" fmla="*/ 0 h 618"/>
                <a:gd name="T12" fmla="*/ 195 w 310"/>
                <a:gd name="T13" fmla="*/ 0 h 618"/>
                <a:gd name="T14" fmla="*/ 195 w 310"/>
                <a:gd name="T15" fmla="*/ 124 h 618"/>
                <a:gd name="T16" fmla="*/ 310 w 310"/>
                <a:gd name="T17" fmla="*/ 124 h 618"/>
                <a:gd name="T18" fmla="*/ 310 w 310"/>
                <a:gd name="T19" fmla="*/ 242 h 618"/>
                <a:gd name="T20" fmla="*/ 195 w 310"/>
                <a:gd name="T21" fmla="*/ 242 h 618"/>
                <a:gd name="T22" fmla="*/ 195 w 310"/>
                <a:gd name="T23" fmla="*/ 449 h 618"/>
                <a:gd name="T24" fmla="*/ 240 w 310"/>
                <a:gd name="T25" fmla="*/ 496 h 618"/>
                <a:gd name="T26" fmla="*/ 308 w 310"/>
                <a:gd name="T27" fmla="*/ 479 h 618"/>
                <a:gd name="T28" fmla="*/ 308 w 310"/>
                <a:gd name="T29" fmla="*/ 590 h 618"/>
                <a:gd name="T30" fmla="*/ 199 w 310"/>
                <a:gd name="T31" fmla="*/ 618 h 618"/>
                <a:gd name="T32" fmla="*/ 58 w 310"/>
                <a:gd name="T33" fmla="*/ 472 h 6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10" h="618">
                  <a:moveTo>
                    <a:pt x="58" y="472"/>
                  </a:moveTo>
                  <a:cubicBezTo>
                    <a:pt x="58" y="242"/>
                    <a:pt x="58" y="242"/>
                    <a:pt x="58" y="242"/>
                  </a:cubicBezTo>
                  <a:cubicBezTo>
                    <a:pt x="0" y="242"/>
                    <a:pt x="0" y="242"/>
                    <a:pt x="0" y="242"/>
                  </a:cubicBezTo>
                  <a:cubicBezTo>
                    <a:pt x="0" y="124"/>
                    <a:pt x="0" y="124"/>
                    <a:pt x="0" y="124"/>
                  </a:cubicBezTo>
                  <a:cubicBezTo>
                    <a:pt x="58" y="124"/>
                    <a:pt x="58" y="124"/>
                    <a:pt x="58" y="124"/>
                  </a:cubicBezTo>
                  <a:cubicBezTo>
                    <a:pt x="58" y="0"/>
                    <a:pt x="58" y="0"/>
                    <a:pt x="58" y="0"/>
                  </a:cubicBezTo>
                  <a:cubicBezTo>
                    <a:pt x="195" y="0"/>
                    <a:pt x="195" y="0"/>
                    <a:pt x="195" y="0"/>
                  </a:cubicBezTo>
                  <a:cubicBezTo>
                    <a:pt x="195" y="124"/>
                    <a:pt x="195" y="124"/>
                    <a:pt x="195" y="124"/>
                  </a:cubicBezTo>
                  <a:cubicBezTo>
                    <a:pt x="310" y="124"/>
                    <a:pt x="310" y="124"/>
                    <a:pt x="310" y="124"/>
                  </a:cubicBezTo>
                  <a:cubicBezTo>
                    <a:pt x="310" y="242"/>
                    <a:pt x="310" y="242"/>
                    <a:pt x="310" y="242"/>
                  </a:cubicBezTo>
                  <a:cubicBezTo>
                    <a:pt x="195" y="242"/>
                    <a:pt x="195" y="242"/>
                    <a:pt x="195" y="242"/>
                  </a:cubicBezTo>
                  <a:cubicBezTo>
                    <a:pt x="195" y="449"/>
                    <a:pt x="195" y="449"/>
                    <a:pt x="195" y="449"/>
                  </a:cubicBezTo>
                  <a:cubicBezTo>
                    <a:pt x="195" y="481"/>
                    <a:pt x="209" y="496"/>
                    <a:pt x="240" y="496"/>
                  </a:cubicBezTo>
                  <a:cubicBezTo>
                    <a:pt x="265" y="496"/>
                    <a:pt x="288" y="490"/>
                    <a:pt x="308" y="479"/>
                  </a:cubicBezTo>
                  <a:cubicBezTo>
                    <a:pt x="308" y="590"/>
                    <a:pt x="308" y="590"/>
                    <a:pt x="308" y="590"/>
                  </a:cubicBezTo>
                  <a:cubicBezTo>
                    <a:pt x="279" y="607"/>
                    <a:pt x="245" y="618"/>
                    <a:pt x="199" y="618"/>
                  </a:cubicBezTo>
                  <a:cubicBezTo>
                    <a:pt x="115" y="618"/>
                    <a:pt x="58" y="584"/>
                    <a:pt x="58" y="4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93" name="Freeform 13">
              <a:extLst>
                <a:ext uri="{FF2B5EF4-FFF2-40B4-BE49-F238E27FC236}">
                  <a16:creationId xmlns:a16="http://schemas.microsoft.com/office/drawing/2014/main" id="{12D11DBC-90A7-4337-F6CB-C20DBD872CBD}"/>
                </a:ext>
              </a:extLst>
            </p:cNvPr>
            <p:cNvSpPr>
              <a:spLocks noEditPoints="1"/>
            </p:cNvSpPr>
            <p:nvPr userDrawn="1"/>
          </p:nvSpPr>
          <p:spPr bwMode="auto">
            <a:xfrm>
              <a:off x="5131251" y="938123"/>
              <a:ext cx="207455" cy="219867"/>
            </a:xfrm>
            <a:custGeom>
              <a:avLst/>
              <a:gdLst>
                <a:gd name="T0" fmla="*/ 0 w 477"/>
                <a:gd name="T1" fmla="*/ 254 h 505"/>
                <a:gd name="T2" fmla="*/ 0 w 477"/>
                <a:gd name="T3" fmla="*/ 253 h 505"/>
                <a:gd name="T4" fmla="*/ 240 w 477"/>
                <a:gd name="T5" fmla="*/ 0 h 505"/>
                <a:gd name="T6" fmla="*/ 477 w 477"/>
                <a:gd name="T7" fmla="*/ 263 h 505"/>
                <a:gd name="T8" fmla="*/ 475 w 477"/>
                <a:gd name="T9" fmla="*/ 300 h 505"/>
                <a:gd name="T10" fmla="*/ 137 w 477"/>
                <a:gd name="T11" fmla="*/ 300 h 505"/>
                <a:gd name="T12" fmla="*/ 256 w 477"/>
                <a:gd name="T13" fmla="*/ 395 h 505"/>
                <a:gd name="T14" fmla="*/ 373 w 477"/>
                <a:gd name="T15" fmla="*/ 345 h 505"/>
                <a:gd name="T16" fmla="*/ 452 w 477"/>
                <a:gd name="T17" fmla="*/ 415 h 505"/>
                <a:gd name="T18" fmla="*/ 254 w 477"/>
                <a:gd name="T19" fmla="*/ 505 h 505"/>
                <a:gd name="T20" fmla="*/ 0 w 477"/>
                <a:gd name="T21" fmla="*/ 254 h 505"/>
                <a:gd name="T22" fmla="*/ 343 w 477"/>
                <a:gd name="T23" fmla="*/ 214 h 505"/>
                <a:gd name="T24" fmla="*/ 240 w 477"/>
                <a:gd name="T25" fmla="*/ 111 h 505"/>
                <a:gd name="T26" fmla="*/ 135 w 477"/>
                <a:gd name="T27" fmla="*/ 214 h 505"/>
                <a:gd name="T28" fmla="*/ 343 w 477"/>
                <a:gd name="T29" fmla="*/ 214 h 5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77" h="505">
                  <a:moveTo>
                    <a:pt x="0" y="254"/>
                  </a:moveTo>
                  <a:cubicBezTo>
                    <a:pt x="0" y="253"/>
                    <a:pt x="0" y="253"/>
                    <a:pt x="0" y="253"/>
                  </a:cubicBezTo>
                  <a:cubicBezTo>
                    <a:pt x="0" y="114"/>
                    <a:pt x="99" y="0"/>
                    <a:pt x="240" y="0"/>
                  </a:cubicBezTo>
                  <a:cubicBezTo>
                    <a:pt x="402" y="0"/>
                    <a:pt x="477" y="126"/>
                    <a:pt x="477" y="263"/>
                  </a:cubicBezTo>
                  <a:cubicBezTo>
                    <a:pt x="477" y="274"/>
                    <a:pt x="476" y="287"/>
                    <a:pt x="475" y="300"/>
                  </a:cubicBezTo>
                  <a:cubicBezTo>
                    <a:pt x="137" y="300"/>
                    <a:pt x="137" y="300"/>
                    <a:pt x="137" y="300"/>
                  </a:cubicBezTo>
                  <a:cubicBezTo>
                    <a:pt x="151" y="362"/>
                    <a:pt x="194" y="395"/>
                    <a:pt x="256" y="395"/>
                  </a:cubicBezTo>
                  <a:cubicBezTo>
                    <a:pt x="302" y="395"/>
                    <a:pt x="335" y="380"/>
                    <a:pt x="373" y="345"/>
                  </a:cubicBezTo>
                  <a:cubicBezTo>
                    <a:pt x="452" y="415"/>
                    <a:pt x="452" y="415"/>
                    <a:pt x="452" y="415"/>
                  </a:cubicBezTo>
                  <a:cubicBezTo>
                    <a:pt x="407" y="471"/>
                    <a:pt x="342" y="505"/>
                    <a:pt x="254" y="505"/>
                  </a:cubicBezTo>
                  <a:cubicBezTo>
                    <a:pt x="108" y="505"/>
                    <a:pt x="0" y="403"/>
                    <a:pt x="0" y="254"/>
                  </a:cubicBezTo>
                  <a:close/>
                  <a:moveTo>
                    <a:pt x="343" y="214"/>
                  </a:moveTo>
                  <a:cubicBezTo>
                    <a:pt x="334" y="152"/>
                    <a:pt x="298" y="111"/>
                    <a:pt x="240" y="111"/>
                  </a:cubicBezTo>
                  <a:cubicBezTo>
                    <a:pt x="183" y="111"/>
                    <a:pt x="146" y="151"/>
                    <a:pt x="135" y="214"/>
                  </a:cubicBezTo>
                  <a:lnTo>
                    <a:pt x="343" y="2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94" name="Freeform 14">
              <a:extLst>
                <a:ext uri="{FF2B5EF4-FFF2-40B4-BE49-F238E27FC236}">
                  <a16:creationId xmlns:a16="http://schemas.microsoft.com/office/drawing/2014/main" id="{F524D8E9-37C3-A27E-30E8-DF8ACF25D41F}"/>
                </a:ext>
              </a:extLst>
            </p:cNvPr>
            <p:cNvSpPr>
              <a:spLocks/>
            </p:cNvSpPr>
            <p:nvPr userDrawn="1"/>
          </p:nvSpPr>
          <p:spPr bwMode="auto">
            <a:xfrm>
              <a:off x="5348015" y="938123"/>
              <a:ext cx="195486" cy="219867"/>
            </a:xfrm>
            <a:custGeom>
              <a:avLst/>
              <a:gdLst>
                <a:gd name="T0" fmla="*/ 0 w 450"/>
                <a:gd name="T1" fmla="*/ 254 h 505"/>
                <a:gd name="T2" fmla="*/ 0 w 450"/>
                <a:gd name="T3" fmla="*/ 253 h 505"/>
                <a:gd name="T4" fmla="*/ 254 w 450"/>
                <a:gd name="T5" fmla="*/ 0 h 505"/>
                <a:gd name="T6" fmla="*/ 448 w 450"/>
                <a:gd name="T7" fmla="*/ 82 h 505"/>
                <a:gd name="T8" fmla="*/ 363 w 450"/>
                <a:gd name="T9" fmla="*/ 172 h 505"/>
                <a:gd name="T10" fmla="*/ 253 w 450"/>
                <a:gd name="T11" fmla="*/ 119 h 505"/>
                <a:gd name="T12" fmla="*/ 135 w 450"/>
                <a:gd name="T13" fmla="*/ 251 h 505"/>
                <a:gd name="T14" fmla="*/ 135 w 450"/>
                <a:gd name="T15" fmla="*/ 253 h 505"/>
                <a:gd name="T16" fmla="*/ 258 w 450"/>
                <a:gd name="T17" fmla="*/ 387 h 505"/>
                <a:gd name="T18" fmla="*/ 370 w 450"/>
                <a:gd name="T19" fmla="*/ 335 h 505"/>
                <a:gd name="T20" fmla="*/ 450 w 450"/>
                <a:gd name="T21" fmla="*/ 416 h 505"/>
                <a:gd name="T22" fmla="*/ 252 w 450"/>
                <a:gd name="T23" fmla="*/ 505 h 505"/>
                <a:gd name="T24" fmla="*/ 0 w 450"/>
                <a:gd name="T25" fmla="*/ 254 h 5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50" h="505">
                  <a:moveTo>
                    <a:pt x="0" y="254"/>
                  </a:moveTo>
                  <a:cubicBezTo>
                    <a:pt x="0" y="253"/>
                    <a:pt x="0" y="253"/>
                    <a:pt x="0" y="253"/>
                  </a:cubicBezTo>
                  <a:cubicBezTo>
                    <a:pt x="0" y="114"/>
                    <a:pt x="106" y="0"/>
                    <a:pt x="254" y="0"/>
                  </a:cubicBezTo>
                  <a:cubicBezTo>
                    <a:pt x="345" y="0"/>
                    <a:pt x="402" y="31"/>
                    <a:pt x="448" y="82"/>
                  </a:cubicBezTo>
                  <a:cubicBezTo>
                    <a:pt x="363" y="172"/>
                    <a:pt x="363" y="172"/>
                    <a:pt x="363" y="172"/>
                  </a:cubicBezTo>
                  <a:cubicBezTo>
                    <a:pt x="333" y="139"/>
                    <a:pt x="302" y="119"/>
                    <a:pt x="253" y="119"/>
                  </a:cubicBezTo>
                  <a:cubicBezTo>
                    <a:pt x="184" y="119"/>
                    <a:pt x="135" y="179"/>
                    <a:pt x="135" y="251"/>
                  </a:cubicBezTo>
                  <a:cubicBezTo>
                    <a:pt x="135" y="253"/>
                    <a:pt x="135" y="253"/>
                    <a:pt x="135" y="253"/>
                  </a:cubicBezTo>
                  <a:cubicBezTo>
                    <a:pt x="135" y="327"/>
                    <a:pt x="183" y="387"/>
                    <a:pt x="258" y="387"/>
                  </a:cubicBezTo>
                  <a:cubicBezTo>
                    <a:pt x="305" y="387"/>
                    <a:pt x="336" y="367"/>
                    <a:pt x="370" y="335"/>
                  </a:cubicBezTo>
                  <a:cubicBezTo>
                    <a:pt x="450" y="416"/>
                    <a:pt x="450" y="416"/>
                    <a:pt x="450" y="416"/>
                  </a:cubicBezTo>
                  <a:cubicBezTo>
                    <a:pt x="403" y="468"/>
                    <a:pt x="349" y="505"/>
                    <a:pt x="252" y="505"/>
                  </a:cubicBezTo>
                  <a:cubicBezTo>
                    <a:pt x="106" y="505"/>
                    <a:pt x="0" y="393"/>
                    <a:pt x="0" y="25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95" name="Freeform 15">
              <a:extLst>
                <a:ext uri="{FF2B5EF4-FFF2-40B4-BE49-F238E27FC236}">
                  <a16:creationId xmlns:a16="http://schemas.microsoft.com/office/drawing/2014/main" id="{083673F6-E265-4005-D62C-293234A8CE09}"/>
                </a:ext>
              </a:extLst>
            </p:cNvPr>
            <p:cNvSpPr>
              <a:spLocks/>
            </p:cNvSpPr>
            <p:nvPr userDrawn="1"/>
          </p:nvSpPr>
          <p:spPr bwMode="auto">
            <a:xfrm>
              <a:off x="5553254" y="866312"/>
              <a:ext cx="193270" cy="286802"/>
            </a:xfrm>
            <a:custGeom>
              <a:avLst/>
              <a:gdLst>
                <a:gd name="T0" fmla="*/ 0 w 445"/>
                <a:gd name="T1" fmla="*/ 0 h 660"/>
                <a:gd name="T2" fmla="*/ 138 w 445"/>
                <a:gd name="T3" fmla="*/ 0 h 660"/>
                <a:gd name="T4" fmla="*/ 138 w 445"/>
                <a:gd name="T5" fmla="*/ 244 h 660"/>
                <a:gd name="T6" fmla="*/ 280 w 445"/>
                <a:gd name="T7" fmla="*/ 166 h 660"/>
                <a:gd name="T8" fmla="*/ 445 w 445"/>
                <a:gd name="T9" fmla="*/ 346 h 660"/>
                <a:gd name="T10" fmla="*/ 445 w 445"/>
                <a:gd name="T11" fmla="*/ 660 h 660"/>
                <a:gd name="T12" fmla="*/ 307 w 445"/>
                <a:gd name="T13" fmla="*/ 660 h 660"/>
                <a:gd name="T14" fmla="*/ 307 w 445"/>
                <a:gd name="T15" fmla="*/ 390 h 660"/>
                <a:gd name="T16" fmla="*/ 224 w 445"/>
                <a:gd name="T17" fmla="*/ 291 h 660"/>
                <a:gd name="T18" fmla="*/ 138 w 445"/>
                <a:gd name="T19" fmla="*/ 390 h 660"/>
                <a:gd name="T20" fmla="*/ 138 w 445"/>
                <a:gd name="T21" fmla="*/ 660 h 660"/>
                <a:gd name="T22" fmla="*/ 0 w 445"/>
                <a:gd name="T23" fmla="*/ 660 h 660"/>
                <a:gd name="T24" fmla="*/ 0 w 445"/>
                <a:gd name="T25" fmla="*/ 0 h 6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5" h="660">
                  <a:moveTo>
                    <a:pt x="0" y="0"/>
                  </a:moveTo>
                  <a:cubicBezTo>
                    <a:pt x="138" y="0"/>
                    <a:pt x="138" y="0"/>
                    <a:pt x="138" y="0"/>
                  </a:cubicBezTo>
                  <a:cubicBezTo>
                    <a:pt x="138" y="244"/>
                    <a:pt x="138" y="244"/>
                    <a:pt x="138" y="244"/>
                  </a:cubicBezTo>
                  <a:cubicBezTo>
                    <a:pt x="169" y="203"/>
                    <a:pt x="210" y="166"/>
                    <a:pt x="280" y="166"/>
                  </a:cubicBezTo>
                  <a:cubicBezTo>
                    <a:pt x="384" y="166"/>
                    <a:pt x="445" y="235"/>
                    <a:pt x="445" y="346"/>
                  </a:cubicBezTo>
                  <a:cubicBezTo>
                    <a:pt x="445" y="660"/>
                    <a:pt x="445" y="660"/>
                    <a:pt x="445" y="660"/>
                  </a:cubicBezTo>
                  <a:cubicBezTo>
                    <a:pt x="307" y="660"/>
                    <a:pt x="307" y="660"/>
                    <a:pt x="307" y="660"/>
                  </a:cubicBezTo>
                  <a:cubicBezTo>
                    <a:pt x="307" y="390"/>
                    <a:pt x="307" y="390"/>
                    <a:pt x="307" y="390"/>
                  </a:cubicBezTo>
                  <a:cubicBezTo>
                    <a:pt x="307" y="324"/>
                    <a:pt x="276" y="291"/>
                    <a:pt x="224" y="291"/>
                  </a:cubicBezTo>
                  <a:cubicBezTo>
                    <a:pt x="171" y="291"/>
                    <a:pt x="138" y="324"/>
                    <a:pt x="138" y="390"/>
                  </a:cubicBezTo>
                  <a:cubicBezTo>
                    <a:pt x="138" y="660"/>
                    <a:pt x="138" y="660"/>
                    <a:pt x="138" y="660"/>
                  </a:cubicBezTo>
                  <a:cubicBezTo>
                    <a:pt x="0" y="660"/>
                    <a:pt x="0" y="660"/>
                    <a:pt x="0" y="660"/>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96" name="Freeform 16">
              <a:extLst>
                <a:ext uri="{FF2B5EF4-FFF2-40B4-BE49-F238E27FC236}">
                  <a16:creationId xmlns:a16="http://schemas.microsoft.com/office/drawing/2014/main" id="{4F04928C-BA06-2085-F636-A4F44FC6E987}"/>
                </a:ext>
              </a:extLst>
            </p:cNvPr>
            <p:cNvSpPr>
              <a:spLocks/>
            </p:cNvSpPr>
            <p:nvPr userDrawn="1"/>
          </p:nvSpPr>
          <p:spPr bwMode="auto">
            <a:xfrm>
              <a:off x="5762039" y="938123"/>
              <a:ext cx="192827" cy="214991"/>
            </a:xfrm>
            <a:custGeom>
              <a:avLst/>
              <a:gdLst>
                <a:gd name="T0" fmla="*/ 0 w 444"/>
                <a:gd name="T1" fmla="*/ 9 h 494"/>
                <a:gd name="T2" fmla="*/ 137 w 444"/>
                <a:gd name="T3" fmla="*/ 9 h 494"/>
                <a:gd name="T4" fmla="*/ 137 w 444"/>
                <a:gd name="T5" fmla="*/ 78 h 494"/>
                <a:gd name="T6" fmla="*/ 279 w 444"/>
                <a:gd name="T7" fmla="*/ 0 h 494"/>
                <a:gd name="T8" fmla="*/ 444 w 444"/>
                <a:gd name="T9" fmla="*/ 180 h 494"/>
                <a:gd name="T10" fmla="*/ 444 w 444"/>
                <a:gd name="T11" fmla="*/ 494 h 494"/>
                <a:gd name="T12" fmla="*/ 306 w 444"/>
                <a:gd name="T13" fmla="*/ 494 h 494"/>
                <a:gd name="T14" fmla="*/ 306 w 444"/>
                <a:gd name="T15" fmla="*/ 224 h 494"/>
                <a:gd name="T16" fmla="*/ 223 w 444"/>
                <a:gd name="T17" fmla="*/ 125 h 494"/>
                <a:gd name="T18" fmla="*/ 137 w 444"/>
                <a:gd name="T19" fmla="*/ 224 h 494"/>
                <a:gd name="T20" fmla="*/ 137 w 444"/>
                <a:gd name="T21" fmla="*/ 494 h 494"/>
                <a:gd name="T22" fmla="*/ 0 w 444"/>
                <a:gd name="T23" fmla="*/ 494 h 494"/>
                <a:gd name="T24" fmla="*/ 0 w 444"/>
                <a:gd name="T25" fmla="*/ 9 h 4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4" h="494">
                  <a:moveTo>
                    <a:pt x="0" y="9"/>
                  </a:moveTo>
                  <a:cubicBezTo>
                    <a:pt x="137" y="9"/>
                    <a:pt x="137" y="9"/>
                    <a:pt x="137" y="9"/>
                  </a:cubicBezTo>
                  <a:cubicBezTo>
                    <a:pt x="137" y="78"/>
                    <a:pt x="137" y="78"/>
                    <a:pt x="137" y="78"/>
                  </a:cubicBezTo>
                  <a:cubicBezTo>
                    <a:pt x="169" y="37"/>
                    <a:pt x="210" y="0"/>
                    <a:pt x="279" y="0"/>
                  </a:cubicBezTo>
                  <a:cubicBezTo>
                    <a:pt x="383" y="0"/>
                    <a:pt x="444" y="69"/>
                    <a:pt x="444" y="180"/>
                  </a:cubicBezTo>
                  <a:cubicBezTo>
                    <a:pt x="444" y="494"/>
                    <a:pt x="444" y="494"/>
                    <a:pt x="444" y="494"/>
                  </a:cubicBezTo>
                  <a:cubicBezTo>
                    <a:pt x="306" y="494"/>
                    <a:pt x="306" y="494"/>
                    <a:pt x="306" y="494"/>
                  </a:cubicBezTo>
                  <a:cubicBezTo>
                    <a:pt x="306" y="224"/>
                    <a:pt x="306" y="224"/>
                    <a:pt x="306" y="224"/>
                  </a:cubicBezTo>
                  <a:cubicBezTo>
                    <a:pt x="306" y="158"/>
                    <a:pt x="276" y="125"/>
                    <a:pt x="223" y="125"/>
                  </a:cubicBezTo>
                  <a:cubicBezTo>
                    <a:pt x="171" y="125"/>
                    <a:pt x="137" y="158"/>
                    <a:pt x="137" y="224"/>
                  </a:cubicBezTo>
                  <a:cubicBezTo>
                    <a:pt x="137" y="494"/>
                    <a:pt x="137" y="494"/>
                    <a:pt x="137" y="494"/>
                  </a:cubicBezTo>
                  <a:cubicBezTo>
                    <a:pt x="0" y="494"/>
                    <a:pt x="0" y="494"/>
                    <a:pt x="0" y="494"/>
                  </a:cubicBezTo>
                  <a:lnTo>
                    <a:pt x="0"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97" name="Freeform 17">
              <a:extLst>
                <a:ext uri="{FF2B5EF4-FFF2-40B4-BE49-F238E27FC236}">
                  <a16:creationId xmlns:a16="http://schemas.microsoft.com/office/drawing/2014/main" id="{0B7609F1-6889-0F3F-1078-1078D3AEDAE7}"/>
                </a:ext>
              </a:extLst>
            </p:cNvPr>
            <p:cNvSpPr>
              <a:spLocks noEditPoints="1"/>
            </p:cNvSpPr>
            <p:nvPr userDrawn="1"/>
          </p:nvSpPr>
          <p:spPr bwMode="auto">
            <a:xfrm>
              <a:off x="5967277" y="938123"/>
              <a:ext cx="228289" cy="219867"/>
            </a:xfrm>
            <a:custGeom>
              <a:avLst/>
              <a:gdLst>
                <a:gd name="T0" fmla="*/ 0 w 525"/>
                <a:gd name="T1" fmla="*/ 254 h 505"/>
                <a:gd name="T2" fmla="*/ 0 w 525"/>
                <a:gd name="T3" fmla="*/ 253 h 505"/>
                <a:gd name="T4" fmla="*/ 263 w 525"/>
                <a:gd name="T5" fmla="*/ 0 h 505"/>
                <a:gd name="T6" fmla="*/ 525 w 525"/>
                <a:gd name="T7" fmla="*/ 251 h 505"/>
                <a:gd name="T8" fmla="*/ 525 w 525"/>
                <a:gd name="T9" fmla="*/ 253 h 505"/>
                <a:gd name="T10" fmla="*/ 262 w 525"/>
                <a:gd name="T11" fmla="*/ 505 h 505"/>
                <a:gd name="T12" fmla="*/ 0 w 525"/>
                <a:gd name="T13" fmla="*/ 254 h 505"/>
                <a:gd name="T14" fmla="*/ 389 w 525"/>
                <a:gd name="T15" fmla="*/ 254 h 505"/>
                <a:gd name="T16" fmla="*/ 389 w 525"/>
                <a:gd name="T17" fmla="*/ 253 h 505"/>
                <a:gd name="T18" fmla="*/ 262 w 525"/>
                <a:gd name="T19" fmla="*/ 119 h 505"/>
                <a:gd name="T20" fmla="*/ 136 w 525"/>
                <a:gd name="T21" fmla="*/ 251 h 505"/>
                <a:gd name="T22" fmla="*/ 136 w 525"/>
                <a:gd name="T23" fmla="*/ 253 h 505"/>
                <a:gd name="T24" fmla="*/ 263 w 525"/>
                <a:gd name="T25" fmla="*/ 387 h 505"/>
                <a:gd name="T26" fmla="*/ 389 w 525"/>
                <a:gd name="T27" fmla="*/ 254 h 5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25" h="505">
                  <a:moveTo>
                    <a:pt x="0" y="254"/>
                  </a:moveTo>
                  <a:cubicBezTo>
                    <a:pt x="0" y="253"/>
                    <a:pt x="0" y="253"/>
                    <a:pt x="0" y="253"/>
                  </a:cubicBezTo>
                  <a:cubicBezTo>
                    <a:pt x="0" y="113"/>
                    <a:pt x="112" y="0"/>
                    <a:pt x="263" y="0"/>
                  </a:cubicBezTo>
                  <a:cubicBezTo>
                    <a:pt x="414" y="0"/>
                    <a:pt x="525" y="111"/>
                    <a:pt x="525" y="251"/>
                  </a:cubicBezTo>
                  <a:cubicBezTo>
                    <a:pt x="525" y="253"/>
                    <a:pt x="525" y="253"/>
                    <a:pt x="525" y="253"/>
                  </a:cubicBezTo>
                  <a:cubicBezTo>
                    <a:pt x="525" y="392"/>
                    <a:pt x="413" y="505"/>
                    <a:pt x="262" y="505"/>
                  </a:cubicBezTo>
                  <a:cubicBezTo>
                    <a:pt x="111" y="505"/>
                    <a:pt x="0" y="394"/>
                    <a:pt x="0" y="254"/>
                  </a:cubicBezTo>
                  <a:close/>
                  <a:moveTo>
                    <a:pt x="389" y="254"/>
                  </a:moveTo>
                  <a:cubicBezTo>
                    <a:pt x="389" y="253"/>
                    <a:pt x="389" y="253"/>
                    <a:pt x="389" y="253"/>
                  </a:cubicBezTo>
                  <a:cubicBezTo>
                    <a:pt x="389" y="181"/>
                    <a:pt x="338" y="119"/>
                    <a:pt x="262" y="119"/>
                  </a:cubicBezTo>
                  <a:cubicBezTo>
                    <a:pt x="183" y="119"/>
                    <a:pt x="136" y="179"/>
                    <a:pt x="136" y="251"/>
                  </a:cubicBezTo>
                  <a:cubicBezTo>
                    <a:pt x="136" y="253"/>
                    <a:pt x="136" y="253"/>
                    <a:pt x="136" y="253"/>
                  </a:cubicBezTo>
                  <a:cubicBezTo>
                    <a:pt x="136" y="324"/>
                    <a:pt x="187" y="387"/>
                    <a:pt x="263" y="387"/>
                  </a:cubicBezTo>
                  <a:cubicBezTo>
                    <a:pt x="342" y="387"/>
                    <a:pt x="389" y="326"/>
                    <a:pt x="389" y="25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98" name="Rectangle 18">
              <a:extLst>
                <a:ext uri="{FF2B5EF4-FFF2-40B4-BE49-F238E27FC236}">
                  <a16:creationId xmlns:a16="http://schemas.microsoft.com/office/drawing/2014/main" id="{14DEDB85-DF79-F93C-595F-4B0E6B36F339}"/>
                </a:ext>
              </a:extLst>
            </p:cNvPr>
            <p:cNvSpPr>
              <a:spLocks noChangeArrowheads="1"/>
            </p:cNvSpPr>
            <p:nvPr userDrawn="1"/>
          </p:nvSpPr>
          <p:spPr bwMode="auto">
            <a:xfrm>
              <a:off x="6207091" y="866312"/>
              <a:ext cx="59843" cy="28680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99" name="Freeform 19">
              <a:extLst>
                <a:ext uri="{FF2B5EF4-FFF2-40B4-BE49-F238E27FC236}">
                  <a16:creationId xmlns:a16="http://schemas.microsoft.com/office/drawing/2014/main" id="{481DD98C-1DDB-14FF-BA62-46FAD00BAA89}"/>
                </a:ext>
              </a:extLst>
            </p:cNvPr>
            <p:cNvSpPr>
              <a:spLocks noEditPoints="1"/>
            </p:cNvSpPr>
            <p:nvPr userDrawn="1"/>
          </p:nvSpPr>
          <p:spPr bwMode="auto">
            <a:xfrm>
              <a:off x="6278460" y="938123"/>
              <a:ext cx="228732" cy="219867"/>
            </a:xfrm>
            <a:custGeom>
              <a:avLst/>
              <a:gdLst>
                <a:gd name="T0" fmla="*/ 0 w 526"/>
                <a:gd name="T1" fmla="*/ 254 h 505"/>
                <a:gd name="T2" fmla="*/ 0 w 526"/>
                <a:gd name="T3" fmla="*/ 253 h 505"/>
                <a:gd name="T4" fmla="*/ 264 w 526"/>
                <a:gd name="T5" fmla="*/ 0 h 505"/>
                <a:gd name="T6" fmla="*/ 526 w 526"/>
                <a:gd name="T7" fmla="*/ 251 h 505"/>
                <a:gd name="T8" fmla="*/ 526 w 526"/>
                <a:gd name="T9" fmla="*/ 253 h 505"/>
                <a:gd name="T10" fmla="*/ 262 w 526"/>
                <a:gd name="T11" fmla="*/ 505 h 505"/>
                <a:gd name="T12" fmla="*/ 0 w 526"/>
                <a:gd name="T13" fmla="*/ 254 h 505"/>
                <a:gd name="T14" fmla="*/ 390 w 526"/>
                <a:gd name="T15" fmla="*/ 254 h 505"/>
                <a:gd name="T16" fmla="*/ 390 w 526"/>
                <a:gd name="T17" fmla="*/ 253 h 505"/>
                <a:gd name="T18" fmla="*/ 262 w 526"/>
                <a:gd name="T19" fmla="*/ 119 h 505"/>
                <a:gd name="T20" fmla="*/ 136 w 526"/>
                <a:gd name="T21" fmla="*/ 251 h 505"/>
                <a:gd name="T22" fmla="*/ 136 w 526"/>
                <a:gd name="T23" fmla="*/ 253 h 505"/>
                <a:gd name="T24" fmla="*/ 264 w 526"/>
                <a:gd name="T25" fmla="*/ 387 h 505"/>
                <a:gd name="T26" fmla="*/ 390 w 526"/>
                <a:gd name="T27" fmla="*/ 254 h 5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26" h="505">
                  <a:moveTo>
                    <a:pt x="0" y="254"/>
                  </a:moveTo>
                  <a:cubicBezTo>
                    <a:pt x="0" y="253"/>
                    <a:pt x="0" y="253"/>
                    <a:pt x="0" y="253"/>
                  </a:cubicBezTo>
                  <a:cubicBezTo>
                    <a:pt x="0" y="113"/>
                    <a:pt x="113" y="0"/>
                    <a:pt x="264" y="0"/>
                  </a:cubicBezTo>
                  <a:cubicBezTo>
                    <a:pt x="414" y="0"/>
                    <a:pt x="526" y="111"/>
                    <a:pt x="526" y="251"/>
                  </a:cubicBezTo>
                  <a:cubicBezTo>
                    <a:pt x="526" y="253"/>
                    <a:pt x="526" y="253"/>
                    <a:pt x="526" y="253"/>
                  </a:cubicBezTo>
                  <a:cubicBezTo>
                    <a:pt x="526" y="392"/>
                    <a:pt x="413" y="505"/>
                    <a:pt x="262" y="505"/>
                  </a:cubicBezTo>
                  <a:cubicBezTo>
                    <a:pt x="112" y="505"/>
                    <a:pt x="0" y="394"/>
                    <a:pt x="0" y="254"/>
                  </a:cubicBezTo>
                  <a:close/>
                  <a:moveTo>
                    <a:pt x="390" y="254"/>
                  </a:moveTo>
                  <a:cubicBezTo>
                    <a:pt x="390" y="253"/>
                    <a:pt x="390" y="253"/>
                    <a:pt x="390" y="253"/>
                  </a:cubicBezTo>
                  <a:cubicBezTo>
                    <a:pt x="390" y="181"/>
                    <a:pt x="338" y="119"/>
                    <a:pt x="262" y="119"/>
                  </a:cubicBezTo>
                  <a:cubicBezTo>
                    <a:pt x="183" y="119"/>
                    <a:pt x="136" y="179"/>
                    <a:pt x="136" y="251"/>
                  </a:cubicBezTo>
                  <a:cubicBezTo>
                    <a:pt x="136" y="253"/>
                    <a:pt x="136" y="253"/>
                    <a:pt x="136" y="253"/>
                  </a:cubicBezTo>
                  <a:cubicBezTo>
                    <a:pt x="136" y="324"/>
                    <a:pt x="188" y="387"/>
                    <a:pt x="264" y="387"/>
                  </a:cubicBezTo>
                  <a:cubicBezTo>
                    <a:pt x="343" y="387"/>
                    <a:pt x="390" y="326"/>
                    <a:pt x="390" y="25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00" name="Freeform 20">
              <a:extLst>
                <a:ext uri="{FF2B5EF4-FFF2-40B4-BE49-F238E27FC236}">
                  <a16:creationId xmlns:a16="http://schemas.microsoft.com/office/drawing/2014/main" id="{BDC10D2B-8240-1306-CC54-B3F0CF2378C2}"/>
                </a:ext>
              </a:extLst>
            </p:cNvPr>
            <p:cNvSpPr>
              <a:spLocks noEditPoints="1"/>
            </p:cNvSpPr>
            <p:nvPr userDrawn="1"/>
          </p:nvSpPr>
          <p:spPr bwMode="auto">
            <a:xfrm>
              <a:off x="6516057" y="938123"/>
              <a:ext cx="221197" cy="278823"/>
            </a:xfrm>
            <a:custGeom>
              <a:avLst/>
              <a:gdLst>
                <a:gd name="T0" fmla="*/ 24 w 509"/>
                <a:gd name="T1" fmla="*/ 590 h 641"/>
                <a:gd name="T2" fmla="*/ 71 w 509"/>
                <a:gd name="T3" fmla="*/ 487 h 641"/>
                <a:gd name="T4" fmla="*/ 235 w 509"/>
                <a:gd name="T5" fmla="*/ 531 h 641"/>
                <a:gd name="T6" fmla="*/ 373 w 509"/>
                <a:gd name="T7" fmla="*/ 399 h 641"/>
                <a:gd name="T8" fmla="*/ 373 w 509"/>
                <a:gd name="T9" fmla="*/ 376 h 641"/>
                <a:gd name="T10" fmla="*/ 215 w 509"/>
                <a:gd name="T11" fmla="*/ 454 h 641"/>
                <a:gd name="T12" fmla="*/ 0 w 509"/>
                <a:gd name="T13" fmla="*/ 228 h 641"/>
                <a:gd name="T14" fmla="*/ 0 w 509"/>
                <a:gd name="T15" fmla="*/ 226 h 641"/>
                <a:gd name="T16" fmla="*/ 215 w 509"/>
                <a:gd name="T17" fmla="*/ 0 h 641"/>
                <a:gd name="T18" fmla="*/ 372 w 509"/>
                <a:gd name="T19" fmla="*/ 72 h 641"/>
                <a:gd name="T20" fmla="*/ 372 w 509"/>
                <a:gd name="T21" fmla="*/ 9 h 641"/>
                <a:gd name="T22" fmla="*/ 509 w 509"/>
                <a:gd name="T23" fmla="*/ 9 h 641"/>
                <a:gd name="T24" fmla="*/ 509 w 509"/>
                <a:gd name="T25" fmla="*/ 385 h 641"/>
                <a:gd name="T26" fmla="*/ 448 w 509"/>
                <a:gd name="T27" fmla="*/ 576 h 641"/>
                <a:gd name="T28" fmla="*/ 239 w 509"/>
                <a:gd name="T29" fmla="*/ 641 h 641"/>
                <a:gd name="T30" fmla="*/ 24 w 509"/>
                <a:gd name="T31" fmla="*/ 590 h 641"/>
                <a:gd name="T32" fmla="*/ 373 w 509"/>
                <a:gd name="T33" fmla="*/ 228 h 641"/>
                <a:gd name="T34" fmla="*/ 373 w 509"/>
                <a:gd name="T35" fmla="*/ 226 h 641"/>
                <a:gd name="T36" fmla="*/ 255 w 509"/>
                <a:gd name="T37" fmla="*/ 114 h 641"/>
                <a:gd name="T38" fmla="*/ 137 w 509"/>
                <a:gd name="T39" fmla="*/ 226 h 641"/>
                <a:gd name="T40" fmla="*/ 137 w 509"/>
                <a:gd name="T41" fmla="*/ 228 h 641"/>
                <a:gd name="T42" fmla="*/ 255 w 509"/>
                <a:gd name="T43" fmla="*/ 340 h 641"/>
                <a:gd name="T44" fmla="*/ 373 w 509"/>
                <a:gd name="T45" fmla="*/ 228 h 6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09" h="641">
                  <a:moveTo>
                    <a:pt x="24" y="590"/>
                  </a:moveTo>
                  <a:cubicBezTo>
                    <a:pt x="71" y="487"/>
                    <a:pt x="71" y="487"/>
                    <a:pt x="71" y="487"/>
                  </a:cubicBezTo>
                  <a:cubicBezTo>
                    <a:pt x="121" y="515"/>
                    <a:pt x="171" y="531"/>
                    <a:pt x="235" y="531"/>
                  </a:cubicBezTo>
                  <a:cubicBezTo>
                    <a:pt x="329" y="531"/>
                    <a:pt x="373" y="486"/>
                    <a:pt x="373" y="399"/>
                  </a:cubicBezTo>
                  <a:cubicBezTo>
                    <a:pt x="373" y="376"/>
                    <a:pt x="373" y="376"/>
                    <a:pt x="373" y="376"/>
                  </a:cubicBezTo>
                  <a:cubicBezTo>
                    <a:pt x="333" y="425"/>
                    <a:pt x="288" y="454"/>
                    <a:pt x="215" y="454"/>
                  </a:cubicBezTo>
                  <a:cubicBezTo>
                    <a:pt x="102" y="454"/>
                    <a:pt x="0" y="372"/>
                    <a:pt x="0" y="228"/>
                  </a:cubicBezTo>
                  <a:cubicBezTo>
                    <a:pt x="0" y="226"/>
                    <a:pt x="0" y="226"/>
                    <a:pt x="0" y="226"/>
                  </a:cubicBezTo>
                  <a:cubicBezTo>
                    <a:pt x="0" y="82"/>
                    <a:pt x="104" y="0"/>
                    <a:pt x="215" y="0"/>
                  </a:cubicBezTo>
                  <a:cubicBezTo>
                    <a:pt x="290" y="0"/>
                    <a:pt x="334" y="32"/>
                    <a:pt x="372" y="72"/>
                  </a:cubicBezTo>
                  <a:cubicBezTo>
                    <a:pt x="372" y="9"/>
                    <a:pt x="372" y="9"/>
                    <a:pt x="372" y="9"/>
                  </a:cubicBezTo>
                  <a:cubicBezTo>
                    <a:pt x="509" y="9"/>
                    <a:pt x="509" y="9"/>
                    <a:pt x="509" y="9"/>
                  </a:cubicBezTo>
                  <a:cubicBezTo>
                    <a:pt x="509" y="385"/>
                    <a:pt x="509" y="385"/>
                    <a:pt x="509" y="385"/>
                  </a:cubicBezTo>
                  <a:cubicBezTo>
                    <a:pt x="509" y="472"/>
                    <a:pt x="488" y="535"/>
                    <a:pt x="448" y="576"/>
                  </a:cubicBezTo>
                  <a:cubicBezTo>
                    <a:pt x="402" y="621"/>
                    <a:pt x="333" y="641"/>
                    <a:pt x="239" y="641"/>
                  </a:cubicBezTo>
                  <a:cubicBezTo>
                    <a:pt x="160" y="641"/>
                    <a:pt x="86" y="623"/>
                    <a:pt x="24" y="590"/>
                  </a:cubicBezTo>
                  <a:close/>
                  <a:moveTo>
                    <a:pt x="373" y="228"/>
                  </a:moveTo>
                  <a:cubicBezTo>
                    <a:pt x="373" y="226"/>
                    <a:pt x="373" y="226"/>
                    <a:pt x="373" y="226"/>
                  </a:cubicBezTo>
                  <a:cubicBezTo>
                    <a:pt x="373" y="160"/>
                    <a:pt x="322" y="114"/>
                    <a:pt x="255" y="114"/>
                  </a:cubicBezTo>
                  <a:cubicBezTo>
                    <a:pt x="188" y="114"/>
                    <a:pt x="137" y="160"/>
                    <a:pt x="137" y="226"/>
                  </a:cubicBezTo>
                  <a:cubicBezTo>
                    <a:pt x="137" y="228"/>
                    <a:pt x="137" y="228"/>
                    <a:pt x="137" y="228"/>
                  </a:cubicBezTo>
                  <a:cubicBezTo>
                    <a:pt x="137" y="295"/>
                    <a:pt x="188" y="340"/>
                    <a:pt x="255" y="340"/>
                  </a:cubicBezTo>
                  <a:cubicBezTo>
                    <a:pt x="322" y="340"/>
                    <a:pt x="373" y="294"/>
                    <a:pt x="373" y="2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01" name="Freeform 21">
              <a:extLst>
                <a:ext uri="{FF2B5EF4-FFF2-40B4-BE49-F238E27FC236}">
                  <a16:creationId xmlns:a16="http://schemas.microsoft.com/office/drawing/2014/main" id="{A2A74FC7-B210-AC23-8BAD-A8CEF20144F7}"/>
                </a:ext>
              </a:extLst>
            </p:cNvPr>
            <p:cNvSpPr>
              <a:spLocks/>
            </p:cNvSpPr>
            <p:nvPr userDrawn="1"/>
          </p:nvSpPr>
          <p:spPr bwMode="auto">
            <a:xfrm>
              <a:off x="6747450" y="942113"/>
              <a:ext cx="219424" cy="275277"/>
            </a:xfrm>
            <a:custGeom>
              <a:avLst/>
              <a:gdLst>
                <a:gd name="T0" fmla="*/ 362 w 505"/>
                <a:gd name="T1" fmla="*/ 0 h 633"/>
                <a:gd name="T2" fmla="*/ 505 w 505"/>
                <a:gd name="T3" fmla="*/ 0 h 633"/>
                <a:gd name="T4" fmla="*/ 319 w 505"/>
                <a:gd name="T5" fmla="*/ 497 h 633"/>
                <a:gd name="T6" fmla="*/ 159 w 505"/>
                <a:gd name="T7" fmla="*/ 633 h 633"/>
                <a:gd name="T8" fmla="*/ 37 w 505"/>
                <a:gd name="T9" fmla="*/ 599 h 633"/>
                <a:gd name="T10" fmla="*/ 83 w 505"/>
                <a:gd name="T11" fmla="*/ 500 h 633"/>
                <a:gd name="T12" fmla="*/ 142 w 505"/>
                <a:gd name="T13" fmla="*/ 519 h 633"/>
                <a:gd name="T14" fmla="*/ 190 w 505"/>
                <a:gd name="T15" fmla="*/ 487 h 633"/>
                <a:gd name="T16" fmla="*/ 0 w 505"/>
                <a:gd name="T17" fmla="*/ 0 h 633"/>
                <a:gd name="T18" fmla="*/ 146 w 505"/>
                <a:gd name="T19" fmla="*/ 0 h 633"/>
                <a:gd name="T20" fmla="*/ 256 w 505"/>
                <a:gd name="T21" fmla="*/ 331 h 633"/>
                <a:gd name="T22" fmla="*/ 362 w 505"/>
                <a:gd name="T23" fmla="*/ 0 h 6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05" h="633">
                  <a:moveTo>
                    <a:pt x="362" y="0"/>
                  </a:moveTo>
                  <a:cubicBezTo>
                    <a:pt x="505" y="0"/>
                    <a:pt x="505" y="0"/>
                    <a:pt x="505" y="0"/>
                  </a:cubicBezTo>
                  <a:cubicBezTo>
                    <a:pt x="319" y="497"/>
                    <a:pt x="319" y="497"/>
                    <a:pt x="319" y="497"/>
                  </a:cubicBezTo>
                  <a:cubicBezTo>
                    <a:pt x="282" y="596"/>
                    <a:pt x="242" y="633"/>
                    <a:pt x="159" y="633"/>
                  </a:cubicBezTo>
                  <a:cubicBezTo>
                    <a:pt x="110" y="633"/>
                    <a:pt x="73" y="620"/>
                    <a:pt x="37" y="599"/>
                  </a:cubicBezTo>
                  <a:cubicBezTo>
                    <a:pt x="83" y="500"/>
                    <a:pt x="83" y="500"/>
                    <a:pt x="83" y="500"/>
                  </a:cubicBezTo>
                  <a:cubicBezTo>
                    <a:pt x="101" y="511"/>
                    <a:pt x="124" y="519"/>
                    <a:pt x="142" y="519"/>
                  </a:cubicBezTo>
                  <a:cubicBezTo>
                    <a:pt x="166" y="519"/>
                    <a:pt x="178" y="512"/>
                    <a:pt x="190" y="487"/>
                  </a:cubicBezTo>
                  <a:cubicBezTo>
                    <a:pt x="0" y="0"/>
                    <a:pt x="0" y="0"/>
                    <a:pt x="0" y="0"/>
                  </a:cubicBezTo>
                  <a:cubicBezTo>
                    <a:pt x="146" y="0"/>
                    <a:pt x="146" y="0"/>
                    <a:pt x="146" y="0"/>
                  </a:cubicBezTo>
                  <a:cubicBezTo>
                    <a:pt x="256" y="331"/>
                    <a:pt x="256" y="331"/>
                    <a:pt x="256" y="331"/>
                  </a:cubicBezTo>
                  <a:lnTo>
                    <a:pt x="3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02" name="Freeform 22">
              <a:extLst>
                <a:ext uri="{FF2B5EF4-FFF2-40B4-BE49-F238E27FC236}">
                  <a16:creationId xmlns:a16="http://schemas.microsoft.com/office/drawing/2014/main" id="{ACC82ECF-72D6-6ED9-EF73-7495DE192F95}"/>
                </a:ext>
              </a:extLst>
            </p:cNvPr>
            <p:cNvSpPr>
              <a:spLocks/>
            </p:cNvSpPr>
            <p:nvPr userDrawn="1"/>
          </p:nvSpPr>
          <p:spPr bwMode="auto">
            <a:xfrm>
              <a:off x="6005842" y="1258171"/>
              <a:ext cx="132541" cy="290348"/>
            </a:xfrm>
            <a:custGeom>
              <a:avLst/>
              <a:gdLst>
                <a:gd name="T0" fmla="*/ 57 w 305"/>
                <a:gd name="T1" fmla="*/ 299 h 667"/>
                <a:gd name="T2" fmla="*/ 0 w 305"/>
                <a:gd name="T3" fmla="*/ 299 h 667"/>
                <a:gd name="T4" fmla="*/ 0 w 305"/>
                <a:gd name="T5" fmla="*/ 186 h 667"/>
                <a:gd name="T6" fmla="*/ 57 w 305"/>
                <a:gd name="T7" fmla="*/ 186 h 667"/>
                <a:gd name="T8" fmla="*/ 57 w 305"/>
                <a:gd name="T9" fmla="*/ 155 h 667"/>
                <a:gd name="T10" fmla="*/ 96 w 305"/>
                <a:gd name="T11" fmla="*/ 38 h 667"/>
                <a:gd name="T12" fmla="*/ 208 w 305"/>
                <a:gd name="T13" fmla="*/ 0 h 667"/>
                <a:gd name="T14" fmla="*/ 305 w 305"/>
                <a:gd name="T15" fmla="*/ 13 h 667"/>
                <a:gd name="T16" fmla="*/ 305 w 305"/>
                <a:gd name="T17" fmla="*/ 127 h 667"/>
                <a:gd name="T18" fmla="*/ 243 w 305"/>
                <a:gd name="T19" fmla="*/ 115 h 667"/>
                <a:gd name="T20" fmla="*/ 193 w 305"/>
                <a:gd name="T21" fmla="*/ 168 h 667"/>
                <a:gd name="T22" fmla="*/ 193 w 305"/>
                <a:gd name="T23" fmla="*/ 187 h 667"/>
                <a:gd name="T24" fmla="*/ 305 w 305"/>
                <a:gd name="T25" fmla="*/ 187 h 667"/>
                <a:gd name="T26" fmla="*/ 305 w 305"/>
                <a:gd name="T27" fmla="*/ 299 h 667"/>
                <a:gd name="T28" fmla="*/ 195 w 305"/>
                <a:gd name="T29" fmla="*/ 299 h 667"/>
                <a:gd name="T30" fmla="*/ 195 w 305"/>
                <a:gd name="T31" fmla="*/ 667 h 667"/>
                <a:gd name="T32" fmla="*/ 57 w 305"/>
                <a:gd name="T33" fmla="*/ 667 h 667"/>
                <a:gd name="T34" fmla="*/ 57 w 305"/>
                <a:gd name="T35" fmla="*/ 299 h 6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05" h="667">
                  <a:moveTo>
                    <a:pt x="57" y="299"/>
                  </a:moveTo>
                  <a:cubicBezTo>
                    <a:pt x="0" y="299"/>
                    <a:pt x="0" y="299"/>
                    <a:pt x="0" y="299"/>
                  </a:cubicBezTo>
                  <a:cubicBezTo>
                    <a:pt x="0" y="186"/>
                    <a:pt x="0" y="186"/>
                    <a:pt x="0" y="186"/>
                  </a:cubicBezTo>
                  <a:cubicBezTo>
                    <a:pt x="57" y="186"/>
                    <a:pt x="57" y="186"/>
                    <a:pt x="57" y="186"/>
                  </a:cubicBezTo>
                  <a:cubicBezTo>
                    <a:pt x="57" y="155"/>
                    <a:pt x="57" y="155"/>
                    <a:pt x="57" y="155"/>
                  </a:cubicBezTo>
                  <a:cubicBezTo>
                    <a:pt x="57" y="102"/>
                    <a:pt x="71" y="63"/>
                    <a:pt x="96" y="38"/>
                  </a:cubicBezTo>
                  <a:cubicBezTo>
                    <a:pt x="122" y="12"/>
                    <a:pt x="159" y="0"/>
                    <a:pt x="208" y="0"/>
                  </a:cubicBezTo>
                  <a:cubicBezTo>
                    <a:pt x="251" y="0"/>
                    <a:pt x="280" y="5"/>
                    <a:pt x="305" y="13"/>
                  </a:cubicBezTo>
                  <a:cubicBezTo>
                    <a:pt x="305" y="127"/>
                    <a:pt x="305" y="127"/>
                    <a:pt x="305" y="127"/>
                  </a:cubicBezTo>
                  <a:cubicBezTo>
                    <a:pt x="286" y="120"/>
                    <a:pt x="267" y="115"/>
                    <a:pt x="243" y="115"/>
                  </a:cubicBezTo>
                  <a:cubicBezTo>
                    <a:pt x="211" y="115"/>
                    <a:pt x="193" y="132"/>
                    <a:pt x="193" y="168"/>
                  </a:cubicBezTo>
                  <a:cubicBezTo>
                    <a:pt x="193" y="187"/>
                    <a:pt x="193" y="187"/>
                    <a:pt x="193" y="187"/>
                  </a:cubicBezTo>
                  <a:cubicBezTo>
                    <a:pt x="305" y="187"/>
                    <a:pt x="305" y="187"/>
                    <a:pt x="305" y="187"/>
                  </a:cubicBezTo>
                  <a:cubicBezTo>
                    <a:pt x="305" y="299"/>
                    <a:pt x="305" y="299"/>
                    <a:pt x="305" y="299"/>
                  </a:cubicBezTo>
                  <a:cubicBezTo>
                    <a:pt x="195" y="299"/>
                    <a:pt x="195" y="299"/>
                    <a:pt x="195" y="299"/>
                  </a:cubicBezTo>
                  <a:cubicBezTo>
                    <a:pt x="195" y="667"/>
                    <a:pt x="195" y="667"/>
                    <a:pt x="195" y="667"/>
                  </a:cubicBezTo>
                  <a:cubicBezTo>
                    <a:pt x="57" y="667"/>
                    <a:pt x="57" y="667"/>
                    <a:pt x="57" y="667"/>
                  </a:cubicBezTo>
                  <a:lnTo>
                    <a:pt x="57" y="29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03" name="Freeform 23">
              <a:extLst>
                <a:ext uri="{FF2B5EF4-FFF2-40B4-BE49-F238E27FC236}">
                  <a16:creationId xmlns:a16="http://schemas.microsoft.com/office/drawing/2014/main" id="{22DAB937-2E79-C195-4D0E-AD10E570DD17}"/>
                </a:ext>
              </a:extLst>
            </p:cNvPr>
            <p:cNvSpPr>
              <a:spLocks noEditPoints="1"/>
            </p:cNvSpPr>
            <p:nvPr userDrawn="1"/>
          </p:nvSpPr>
          <p:spPr bwMode="auto">
            <a:xfrm>
              <a:off x="6137497" y="1333086"/>
              <a:ext cx="228289" cy="219867"/>
            </a:xfrm>
            <a:custGeom>
              <a:avLst/>
              <a:gdLst>
                <a:gd name="T0" fmla="*/ 0 w 525"/>
                <a:gd name="T1" fmla="*/ 255 h 506"/>
                <a:gd name="T2" fmla="*/ 0 w 525"/>
                <a:gd name="T3" fmla="*/ 253 h 506"/>
                <a:gd name="T4" fmla="*/ 263 w 525"/>
                <a:gd name="T5" fmla="*/ 0 h 506"/>
                <a:gd name="T6" fmla="*/ 525 w 525"/>
                <a:gd name="T7" fmla="*/ 251 h 506"/>
                <a:gd name="T8" fmla="*/ 525 w 525"/>
                <a:gd name="T9" fmla="*/ 253 h 506"/>
                <a:gd name="T10" fmla="*/ 261 w 525"/>
                <a:gd name="T11" fmla="*/ 506 h 506"/>
                <a:gd name="T12" fmla="*/ 0 w 525"/>
                <a:gd name="T13" fmla="*/ 255 h 506"/>
                <a:gd name="T14" fmla="*/ 389 w 525"/>
                <a:gd name="T15" fmla="*/ 255 h 506"/>
                <a:gd name="T16" fmla="*/ 389 w 525"/>
                <a:gd name="T17" fmla="*/ 253 h 506"/>
                <a:gd name="T18" fmla="*/ 261 w 525"/>
                <a:gd name="T19" fmla="*/ 119 h 506"/>
                <a:gd name="T20" fmla="*/ 135 w 525"/>
                <a:gd name="T21" fmla="*/ 251 h 506"/>
                <a:gd name="T22" fmla="*/ 135 w 525"/>
                <a:gd name="T23" fmla="*/ 253 h 506"/>
                <a:gd name="T24" fmla="*/ 263 w 525"/>
                <a:gd name="T25" fmla="*/ 387 h 506"/>
                <a:gd name="T26" fmla="*/ 389 w 525"/>
                <a:gd name="T27" fmla="*/ 255 h 5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25" h="506">
                  <a:moveTo>
                    <a:pt x="0" y="255"/>
                  </a:moveTo>
                  <a:cubicBezTo>
                    <a:pt x="0" y="253"/>
                    <a:pt x="0" y="253"/>
                    <a:pt x="0" y="253"/>
                  </a:cubicBezTo>
                  <a:cubicBezTo>
                    <a:pt x="0" y="114"/>
                    <a:pt x="112" y="0"/>
                    <a:pt x="263" y="0"/>
                  </a:cubicBezTo>
                  <a:cubicBezTo>
                    <a:pt x="413" y="0"/>
                    <a:pt x="525" y="112"/>
                    <a:pt x="525" y="251"/>
                  </a:cubicBezTo>
                  <a:cubicBezTo>
                    <a:pt x="525" y="253"/>
                    <a:pt x="525" y="253"/>
                    <a:pt x="525" y="253"/>
                  </a:cubicBezTo>
                  <a:cubicBezTo>
                    <a:pt x="525" y="392"/>
                    <a:pt x="412" y="506"/>
                    <a:pt x="261" y="506"/>
                  </a:cubicBezTo>
                  <a:cubicBezTo>
                    <a:pt x="111" y="506"/>
                    <a:pt x="0" y="394"/>
                    <a:pt x="0" y="255"/>
                  </a:cubicBezTo>
                  <a:close/>
                  <a:moveTo>
                    <a:pt x="389" y="255"/>
                  </a:moveTo>
                  <a:cubicBezTo>
                    <a:pt x="389" y="253"/>
                    <a:pt x="389" y="253"/>
                    <a:pt x="389" y="253"/>
                  </a:cubicBezTo>
                  <a:cubicBezTo>
                    <a:pt x="389" y="182"/>
                    <a:pt x="337" y="119"/>
                    <a:pt x="261" y="119"/>
                  </a:cubicBezTo>
                  <a:cubicBezTo>
                    <a:pt x="183" y="119"/>
                    <a:pt x="135" y="180"/>
                    <a:pt x="135" y="251"/>
                  </a:cubicBezTo>
                  <a:cubicBezTo>
                    <a:pt x="135" y="253"/>
                    <a:pt x="135" y="253"/>
                    <a:pt x="135" y="253"/>
                  </a:cubicBezTo>
                  <a:cubicBezTo>
                    <a:pt x="135" y="325"/>
                    <a:pt x="187" y="387"/>
                    <a:pt x="263" y="387"/>
                  </a:cubicBezTo>
                  <a:cubicBezTo>
                    <a:pt x="342" y="387"/>
                    <a:pt x="389" y="326"/>
                    <a:pt x="389"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04" name="Freeform 24">
              <a:extLst>
                <a:ext uri="{FF2B5EF4-FFF2-40B4-BE49-F238E27FC236}">
                  <a16:creationId xmlns:a16="http://schemas.microsoft.com/office/drawing/2014/main" id="{10B466F6-F9DE-C9E9-D98F-5CB17B8BE4DB}"/>
                </a:ext>
              </a:extLst>
            </p:cNvPr>
            <p:cNvSpPr>
              <a:spLocks/>
            </p:cNvSpPr>
            <p:nvPr userDrawn="1"/>
          </p:nvSpPr>
          <p:spPr bwMode="auto">
            <a:xfrm>
              <a:off x="6379084" y="1331756"/>
              <a:ext cx="127665" cy="216764"/>
            </a:xfrm>
            <a:custGeom>
              <a:avLst/>
              <a:gdLst>
                <a:gd name="T0" fmla="*/ 0 w 293"/>
                <a:gd name="T1" fmla="*/ 13 h 498"/>
                <a:gd name="T2" fmla="*/ 138 w 293"/>
                <a:gd name="T3" fmla="*/ 13 h 498"/>
                <a:gd name="T4" fmla="*/ 138 w 293"/>
                <a:gd name="T5" fmla="*/ 110 h 498"/>
                <a:gd name="T6" fmla="*/ 293 w 293"/>
                <a:gd name="T7" fmla="*/ 3 h 498"/>
                <a:gd name="T8" fmla="*/ 293 w 293"/>
                <a:gd name="T9" fmla="*/ 147 h 498"/>
                <a:gd name="T10" fmla="*/ 286 w 293"/>
                <a:gd name="T11" fmla="*/ 147 h 498"/>
                <a:gd name="T12" fmla="*/ 138 w 293"/>
                <a:gd name="T13" fmla="*/ 318 h 498"/>
                <a:gd name="T14" fmla="*/ 138 w 293"/>
                <a:gd name="T15" fmla="*/ 498 h 498"/>
                <a:gd name="T16" fmla="*/ 0 w 293"/>
                <a:gd name="T17" fmla="*/ 498 h 498"/>
                <a:gd name="T18" fmla="*/ 0 w 293"/>
                <a:gd name="T19" fmla="*/ 13 h 4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93" h="498">
                  <a:moveTo>
                    <a:pt x="0" y="13"/>
                  </a:moveTo>
                  <a:cubicBezTo>
                    <a:pt x="138" y="13"/>
                    <a:pt x="138" y="13"/>
                    <a:pt x="138" y="13"/>
                  </a:cubicBezTo>
                  <a:cubicBezTo>
                    <a:pt x="138" y="110"/>
                    <a:pt x="138" y="110"/>
                    <a:pt x="138" y="110"/>
                  </a:cubicBezTo>
                  <a:cubicBezTo>
                    <a:pt x="166" y="43"/>
                    <a:pt x="211" y="0"/>
                    <a:pt x="293" y="3"/>
                  </a:cubicBezTo>
                  <a:cubicBezTo>
                    <a:pt x="293" y="147"/>
                    <a:pt x="293" y="147"/>
                    <a:pt x="293" y="147"/>
                  </a:cubicBezTo>
                  <a:cubicBezTo>
                    <a:pt x="286" y="147"/>
                    <a:pt x="286" y="147"/>
                    <a:pt x="286" y="147"/>
                  </a:cubicBezTo>
                  <a:cubicBezTo>
                    <a:pt x="194" y="147"/>
                    <a:pt x="138" y="203"/>
                    <a:pt x="138" y="318"/>
                  </a:cubicBezTo>
                  <a:cubicBezTo>
                    <a:pt x="138" y="498"/>
                    <a:pt x="138" y="498"/>
                    <a:pt x="138" y="498"/>
                  </a:cubicBezTo>
                  <a:cubicBezTo>
                    <a:pt x="0" y="498"/>
                    <a:pt x="0" y="498"/>
                    <a:pt x="0" y="498"/>
                  </a:cubicBezTo>
                  <a:lnTo>
                    <a:pt x="0" y="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05" name="Freeform 25">
              <a:extLst>
                <a:ext uri="{FF2B5EF4-FFF2-40B4-BE49-F238E27FC236}">
                  <a16:creationId xmlns:a16="http://schemas.microsoft.com/office/drawing/2014/main" id="{AD3E18E3-90EA-4D54-E039-6221DAC55953}"/>
                </a:ext>
              </a:extLst>
            </p:cNvPr>
            <p:cNvSpPr>
              <a:spLocks noEditPoints="1"/>
            </p:cNvSpPr>
            <p:nvPr userDrawn="1"/>
          </p:nvSpPr>
          <p:spPr bwMode="auto">
            <a:xfrm>
              <a:off x="6582993" y="1334859"/>
              <a:ext cx="194157" cy="217207"/>
            </a:xfrm>
            <a:custGeom>
              <a:avLst/>
              <a:gdLst>
                <a:gd name="T0" fmla="*/ 0 w 446"/>
                <a:gd name="T1" fmla="*/ 351 h 500"/>
                <a:gd name="T2" fmla="*/ 0 w 446"/>
                <a:gd name="T3" fmla="*/ 349 h 500"/>
                <a:gd name="T4" fmla="*/ 195 w 446"/>
                <a:gd name="T5" fmla="*/ 195 h 500"/>
                <a:gd name="T6" fmla="*/ 314 w 446"/>
                <a:gd name="T7" fmla="*/ 215 h 500"/>
                <a:gd name="T8" fmla="*/ 314 w 446"/>
                <a:gd name="T9" fmla="*/ 206 h 500"/>
                <a:gd name="T10" fmla="*/ 210 w 446"/>
                <a:gd name="T11" fmla="*/ 118 h 500"/>
                <a:gd name="T12" fmla="*/ 76 w 446"/>
                <a:gd name="T13" fmla="*/ 144 h 500"/>
                <a:gd name="T14" fmla="*/ 42 w 446"/>
                <a:gd name="T15" fmla="*/ 39 h 500"/>
                <a:gd name="T16" fmla="*/ 230 w 446"/>
                <a:gd name="T17" fmla="*/ 0 h 500"/>
                <a:gd name="T18" fmla="*/ 394 w 446"/>
                <a:gd name="T19" fmla="*/ 54 h 500"/>
                <a:gd name="T20" fmla="*/ 446 w 446"/>
                <a:gd name="T21" fmla="*/ 209 h 500"/>
                <a:gd name="T22" fmla="*/ 446 w 446"/>
                <a:gd name="T23" fmla="*/ 491 h 500"/>
                <a:gd name="T24" fmla="*/ 313 w 446"/>
                <a:gd name="T25" fmla="*/ 491 h 500"/>
                <a:gd name="T26" fmla="*/ 313 w 446"/>
                <a:gd name="T27" fmla="*/ 438 h 500"/>
                <a:gd name="T28" fmla="*/ 167 w 446"/>
                <a:gd name="T29" fmla="*/ 500 h 500"/>
                <a:gd name="T30" fmla="*/ 0 w 446"/>
                <a:gd name="T31" fmla="*/ 351 h 500"/>
                <a:gd name="T32" fmla="*/ 316 w 446"/>
                <a:gd name="T33" fmla="*/ 320 h 500"/>
                <a:gd name="T34" fmla="*/ 316 w 446"/>
                <a:gd name="T35" fmla="*/ 295 h 500"/>
                <a:gd name="T36" fmla="*/ 228 w 446"/>
                <a:gd name="T37" fmla="*/ 277 h 500"/>
                <a:gd name="T38" fmla="*/ 133 w 446"/>
                <a:gd name="T39" fmla="*/ 344 h 500"/>
                <a:gd name="T40" fmla="*/ 133 w 446"/>
                <a:gd name="T41" fmla="*/ 346 h 500"/>
                <a:gd name="T42" fmla="*/ 208 w 446"/>
                <a:gd name="T43" fmla="*/ 405 h 500"/>
                <a:gd name="T44" fmla="*/ 316 w 446"/>
                <a:gd name="T45" fmla="*/ 320 h 5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46" h="500">
                  <a:moveTo>
                    <a:pt x="0" y="351"/>
                  </a:moveTo>
                  <a:cubicBezTo>
                    <a:pt x="0" y="349"/>
                    <a:pt x="0" y="349"/>
                    <a:pt x="0" y="349"/>
                  </a:cubicBezTo>
                  <a:cubicBezTo>
                    <a:pt x="0" y="244"/>
                    <a:pt x="81" y="195"/>
                    <a:pt x="195" y="195"/>
                  </a:cubicBezTo>
                  <a:cubicBezTo>
                    <a:pt x="244" y="195"/>
                    <a:pt x="280" y="203"/>
                    <a:pt x="314" y="215"/>
                  </a:cubicBezTo>
                  <a:cubicBezTo>
                    <a:pt x="314" y="206"/>
                    <a:pt x="314" y="206"/>
                    <a:pt x="314" y="206"/>
                  </a:cubicBezTo>
                  <a:cubicBezTo>
                    <a:pt x="314" y="149"/>
                    <a:pt x="279" y="118"/>
                    <a:pt x="210" y="118"/>
                  </a:cubicBezTo>
                  <a:cubicBezTo>
                    <a:pt x="157" y="118"/>
                    <a:pt x="120" y="128"/>
                    <a:pt x="76" y="144"/>
                  </a:cubicBezTo>
                  <a:cubicBezTo>
                    <a:pt x="42" y="39"/>
                    <a:pt x="42" y="39"/>
                    <a:pt x="42" y="39"/>
                  </a:cubicBezTo>
                  <a:cubicBezTo>
                    <a:pt x="95" y="15"/>
                    <a:pt x="148" y="0"/>
                    <a:pt x="230" y="0"/>
                  </a:cubicBezTo>
                  <a:cubicBezTo>
                    <a:pt x="305" y="0"/>
                    <a:pt x="359" y="20"/>
                    <a:pt x="394" y="54"/>
                  </a:cubicBezTo>
                  <a:cubicBezTo>
                    <a:pt x="430" y="91"/>
                    <a:pt x="446" y="144"/>
                    <a:pt x="446" y="209"/>
                  </a:cubicBezTo>
                  <a:cubicBezTo>
                    <a:pt x="446" y="491"/>
                    <a:pt x="446" y="491"/>
                    <a:pt x="446" y="491"/>
                  </a:cubicBezTo>
                  <a:cubicBezTo>
                    <a:pt x="313" y="491"/>
                    <a:pt x="313" y="491"/>
                    <a:pt x="313" y="491"/>
                  </a:cubicBezTo>
                  <a:cubicBezTo>
                    <a:pt x="313" y="438"/>
                    <a:pt x="313" y="438"/>
                    <a:pt x="313" y="438"/>
                  </a:cubicBezTo>
                  <a:cubicBezTo>
                    <a:pt x="280" y="475"/>
                    <a:pt x="234" y="500"/>
                    <a:pt x="167" y="500"/>
                  </a:cubicBezTo>
                  <a:cubicBezTo>
                    <a:pt x="75" y="500"/>
                    <a:pt x="0" y="447"/>
                    <a:pt x="0" y="351"/>
                  </a:cubicBezTo>
                  <a:close/>
                  <a:moveTo>
                    <a:pt x="316" y="320"/>
                  </a:moveTo>
                  <a:cubicBezTo>
                    <a:pt x="316" y="295"/>
                    <a:pt x="316" y="295"/>
                    <a:pt x="316" y="295"/>
                  </a:cubicBezTo>
                  <a:cubicBezTo>
                    <a:pt x="292" y="284"/>
                    <a:pt x="262" y="277"/>
                    <a:pt x="228" y="277"/>
                  </a:cubicBezTo>
                  <a:cubicBezTo>
                    <a:pt x="169" y="277"/>
                    <a:pt x="133" y="301"/>
                    <a:pt x="133" y="344"/>
                  </a:cubicBezTo>
                  <a:cubicBezTo>
                    <a:pt x="133" y="346"/>
                    <a:pt x="133" y="346"/>
                    <a:pt x="133" y="346"/>
                  </a:cubicBezTo>
                  <a:cubicBezTo>
                    <a:pt x="133" y="383"/>
                    <a:pt x="164" y="405"/>
                    <a:pt x="208" y="405"/>
                  </a:cubicBezTo>
                  <a:cubicBezTo>
                    <a:pt x="272" y="405"/>
                    <a:pt x="316" y="369"/>
                    <a:pt x="316" y="3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06" name="Rectangle 26">
              <a:extLst>
                <a:ext uri="{FF2B5EF4-FFF2-40B4-BE49-F238E27FC236}">
                  <a16:creationId xmlns:a16="http://schemas.microsoft.com/office/drawing/2014/main" id="{144E16EA-4F3F-420C-5D8D-753A1E9F0B11}"/>
                </a:ext>
              </a:extLst>
            </p:cNvPr>
            <p:cNvSpPr>
              <a:spLocks noChangeArrowheads="1"/>
            </p:cNvSpPr>
            <p:nvPr userDrawn="1"/>
          </p:nvSpPr>
          <p:spPr bwMode="auto">
            <a:xfrm>
              <a:off x="6801973" y="1260831"/>
              <a:ext cx="59843" cy="28768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07" name="Rectangle 27">
              <a:extLst>
                <a:ext uri="{FF2B5EF4-FFF2-40B4-BE49-F238E27FC236}">
                  <a16:creationId xmlns:a16="http://schemas.microsoft.com/office/drawing/2014/main" id="{E009FD22-AB72-D26D-205F-29DF66B5BFFA}"/>
                </a:ext>
              </a:extLst>
            </p:cNvPr>
            <p:cNvSpPr>
              <a:spLocks noChangeArrowheads="1"/>
            </p:cNvSpPr>
            <p:nvPr userDrawn="1"/>
          </p:nvSpPr>
          <p:spPr bwMode="auto">
            <a:xfrm>
              <a:off x="6886639" y="1260831"/>
              <a:ext cx="59399" cy="28768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grpSp>
      <p:grpSp>
        <p:nvGrpSpPr>
          <p:cNvPr id="3" name="Group 2">
            <a:extLst>
              <a:ext uri="{FF2B5EF4-FFF2-40B4-BE49-F238E27FC236}">
                <a16:creationId xmlns:a16="http://schemas.microsoft.com/office/drawing/2014/main" id="{1C38DDA1-EC9C-CA43-6B38-399660A513F2}"/>
              </a:ext>
            </a:extLst>
          </p:cNvPr>
          <p:cNvGrpSpPr/>
          <p:nvPr userDrawn="1"/>
        </p:nvGrpSpPr>
        <p:grpSpPr>
          <a:xfrm>
            <a:off x="11559241" y="767096"/>
            <a:ext cx="634346" cy="1898696"/>
            <a:chOff x="11556230" y="767096"/>
            <a:chExt cx="634181" cy="1898696"/>
          </a:xfrm>
        </p:grpSpPr>
        <p:sp>
          <p:nvSpPr>
            <p:cNvPr id="77" name="Rectangle 28">
              <a:extLst>
                <a:ext uri="{FF2B5EF4-FFF2-40B4-BE49-F238E27FC236}">
                  <a16:creationId xmlns:a16="http://schemas.microsoft.com/office/drawing/2014/main" id="{FB305569-AB33-7799-ED76-68F103CE5B8C}"/>
                </a:ext>
              </a:extLst>
            </p:cNvPr>
            <p:cNvSpPr>
              <a:spLocks noChangeArrowheads="1"/>
            </p:cNvSpPr>
            <p:nvPr userDrawn="1"/>
          </p:nvSpPr>
          <p:spPr bwMode="auto">
            <a:xfrm>
              <a:off x="11556230" y="767096"/>
              <a:ext cx="634181" cy="1898696"/>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sz="1800"/>
            </a:p>
          </p:txBody>
        </p:sp>
        <p:grpSp>
          <p:nvGrpSpPr>
            <p:cNvPr id="78" name="Group 77">
              <a:extLst>
                <a:ext uri="{FF2B5EF4-FFF2-40B4-BE49-F238E27FC236}">
                  <a16:creationId xmlns:a16="http://schemas.microsoft.com/office/drawing/2014/main" id="{DC4D5431-76CB-4561-B2E0-664C3E75E88C}"/>
                </a:ext>
              </a:extLst>
            </p:cNvPr>
            <p:cNvGrpSpPr/>
            <p:nvPr userDrawn="1"/>
          </p:nvGrpSpPr>
          <p:grpSpPr>
            <a:xfrm>
              <a:off x="11701122" y="936748"/>
              <a:ext cx="321494" cy="1552800"/>
              <a:chOff x="7313961" y="501936"/>
              <a:chExt cx="323594" cy="1566108"/>
            </a:xfrm>
          </p:grpSpPr>
          <p:sp>
            <p:nvSpPr>
              <p:cNvPr id="79" name="Freeform 29">
                <a:extLst>
                  <a:ext uri="{FF2B5EF4-FFF2-40B4-BE49-F238E27FC236}">
                    <a16:creationId xmlns:a16="http://schemas.microsoft.com/office/drawing/2014/main" id="{9EB7EA56-59D4-7E58-E9A3-5C4585DF00FE}"/>
                  </a:ext>
                </a:extLst>
              </p:cNvPr>
              <p:cNvSpPr>
                <a:spLocks/>
              </p:cNvSpPr>
              <p:nvPr userDrawn="1"/>
            </p:nvSpPr>
            <p:spPr bwMode="auto">
              <a:xfrm>
                <a:off x="7383556" y="1311808"/>
                <a:ext cx="249567" cy="247350"/>
              </a:xfrm>
              <a:custGeom>
                <a:avLst/>
                <a:gdLst>
                  <a:gd name="T0" fmla="*/ 0 w 574"/>
                  <a:gd name="T1" fmla="*/ 229 h 569"/>
                  <a:gd name="T2" fmla="*/ 90 w 574"/>
                  <a:gd name="T3" fmla="*/ 413 h 569"/>
                  <a:gd name="T4" fmla="*/ 90 w 574"/>
                  <a:gd name="T5" fmla="*/ 413 h 569"/>
                  <a:gd name="T6" fmla="*/ 90 w 574"/>
                  <a:gd name="T7" fmla="*/ 413 h 569"/>
                  <a:gd name="T8" fmla="*/ 9 w 574"/>
                  <a:gd name="T9" fmla="*/ 413 h 569"/>
                  <a:gd name="T10" fmla="*/ 9 w 574"/>
                  <a:gd name="T11" fmla="*/ 569 h 569"/>
                  <a:gd name="T12" fmla="*/ 574 w 574"/>
                  <a:gd name="T13" fmla="*/ 569 h 569"/>
                  <a:gd name="T14" fmla="*/ 574 w 574"/>
                  <a:gd name="T15" fmla="*/ 413 h 569"/>
                  <a:gd name="T16" fmla="*/ 253 w 574"/>
                  <a:gd name="T17" fmla="*/ 413 h 569"/>
                  <a:gd name="T18" fmla="*/ 133 w 574"/>
                  <a:gd name="T19" fmla="*/ 286 h 569"/>
                  <a:gd name="T20" fmla="*/ 253 w 574"/>
                  <a:gd name="T21" fmla="*/ 155 h 569"/>
                  <a:gd name="T22" fmla="*/ 574 w 574"/>
                  <a:gd name="T23" fmla="*/ 155 h 569"/>
                  <a:gd name="T24" fmla="*/ 574 w 574"/>
                  <a:gd name="T25" fmla="*/ 0 h 569"/>
                  <a:gd name="T26" fmla="*/ 224 w 574"/>
                  <a:gd name="T27" fmla="*/ 0 h 569"/>
                  <a:gd name="T28" fmla="*/ 0 w 574"/>
                  <a:gd name="T29" fmla="*/ 229 h 5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4" h="569">
                    <a:moveTo>
                      <a:pt x="0" y="229"/>
                    </a:moveTo>
                    <a:cubicBezTo>
                      <a:pt x="0" y="294"/>
                      <a:pt x="30" y="368"/>
                      <a:pt x="90" y="413"/>
                    </a:cubicBezTo>
                    <a:cubicBezTo>
                      <a:pt x="90" y="413"/>
                      <a:pt x="90" y="413"/>
                      <a:pt x="90" y="413"/>
                    </a:cubicBezTo>
                    <a:cubicBezTo>
                      <a:pt x="90" y="413"/>
                      <a:pt x="90" y="413"/>
                      <a:pt x="90" y="413"/>
                    </a:cubicBezTo>
                    <a:cubicBezTo>
                      <a:pt x="9" y="413"/>
                      <a:pt x="9" y="413"/>
                      <a:pt x="9" y="413"/>
                    </a:cubicBezTo>
                    <a:cubicBezTo>
                      <a:pt x="9" y="569"/>
                      <a:pt x="9" y="569"/>
                      <a:pt x="9" y="569"/>
                    </a:cubicBezTo>
                    <a:cubicBezTo>
                      <a:pt x="574" y="569"/>
                      <a:pt x="574" y="569"/>
                      <a:pt x="574" y="569"/>
                    </a:cubicBezTo>
                    <a:cubicBezTo>
                      <a:pt x="574" y="413"/>
                      <a:pt x="574" y="413"/>
                      <a:pt x="574" y="413"/>
                    </a:cubicBezTo>
                    <a:cubicBezTo>
                      <a:pt x="253" y="413"/>
                      <a:pt x="253" y="413"/>
                      <a:pt x="253" y="413"/>
                    </a:cubicBezTo>
                    <a:cubicBezTo>
                      <a:pt x="195" y="413"/>
                      <a:pt x="133" y="369"/>
                      <a:pt x="133" y="286"/>
                    </a:cubicBezTo>
                    <a:cubicBezTo>
                      <a:pt x="133" y="221"/>
                      <a:pt x="178" y="155"/>
                      <a:pt x="253" y="155"/>
                    </a:cubicBezTo>
                    <a:cubicBezTo>
                      <a:pt x="574" y="155"/>
                      <a:pt x="574" y="155"/>
                      <a:pt x="574" y="155"/>
                    </a:cubicBezTo>
                    <a:cubicBezTo>
                      <a:pt x="574" y="0"/>
                      <a:pt x="574" y="0"/>
                      <a:pt x="574" y="0"/>
                    </a:cubicBezTo>
                    <a:cubicBezTo>
                      <a:pt x="224" y="0"/>
                      <a:pt x="224" y="0"/>
                      <a:pt x="224" y="0"/>
                    </a:cubicBezTo>
                    <a:cubicBezTo>
                      <a:pt x="94" y="0"/>
                      <a:pt x="0" y="93"/>
                      <a:pt x="0" y="229"/>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80" name="Freeform 30">
                <a:extLst>
                  <a:ext uri="{FF2B5EF4-FFF2-40B4-BE49-F238E27FC236}">
                    <a16:creationId xmlns:a16="http://schemas.microsoft.com/office/drawing/2014/main" id="{93B05BBE-DBEC-684B-B012-F63384131C10}"/>
                  </a:ext>
                </a:extLst>
              </p:cNvPr>
              <p:cNvSpPr>
                <a:spLocks/>
              </p:cNvSpPr>
              <p:nvPr userDrawn="1"/>
            </p:nvSpPr>
            <p:spPr bwMode="auto">
              <a:xfrm>
                <a:off x="7387546" y="755049"/>
                <a:ext cx="245577" cy="276163"/>
              </a:xfrm>
              <a:custGeom>
                <a:avLst/>
                <a:gdLst>
                  <a:gd name="T0" fmla="*/ 0 w 554"/>
                  <a:gd name="T1" fmla="*/ 174 h 623"/>
                  <a:gd name="T2" fmla="*/ 377 w 554"/>
                  <a:gd name="T3" fmla="*/ 311 h 623"/>
                  <a:gd name="T4" fmla="*/ 0 w 554"/>
                  <a:gd name="T5" fmla="*/ 450 h 623"/>
                  <a:gd name="T6" fmla="*/ 0 w 554"/>
                  <a:gd name="T7" fmla="*/ 623 h 623"/>
                  <a:gd name="T8" fmla="*/ 554 w 554"/>
                  <a:gd name="T9" fmla="*/ 395 h 623"/>
                  <a:gd name="T10" fmla="*/ 554 w 554"/>
                  <a:gd name="T11" fmla="*/ 228 h 623"/>
                  <a:gd name="T12" fmla="*/ 0 w 554"/>
                  <a:gd name="T13" fmla="*/ 0 h 623"/>
                  <a:gd name="T14" fmla="*/ 0 w 554"/>
                  <a:gd name="T15" fmla="*/ 174 h 62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54" h="623">
                    <a:moveTo>
                      <a:pt x="0" y="174"/>
                    </a:moveTo>
                    <a:lnTo>
                      <a:pt x="377" y="311"/>
                    </a:lnTo>
                    <a:lnTo>
                      <a:pt x="0" y="450"/>
                    </a:lnTo>
                    <a:lnTo>
                      <a:pt x="0" y="623"/>
                    </a:lnTo>
                    <a:lnTo>
                      <a:pt x="554" y="395"/>
                    </a:lnTo>
                    <a:lnTo>
                      <a:pt x="554" y="228"/>
                    </a:lnTo>
                    <a:lnTo>
                      <a:pt x="0" y="0"/>
                    </a:lnTo>
                    <a:lnTo>
                      <a:pt x="0" y="17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81" name="Freeform 31">
                <a:extLst>
                  <a:ext uri="{FF2B5EF4-FFF2-40B4-BE49-F238E27FC236}">
                    <a16:creationId xmlns:a16="http://schemas.microsoft.com/office/drawing/2014/main" id="{972F0292-22E7-DDB2-79F6-6703AF74768F}"/>
                  </a:ext>
                </a:extLst>
              </p:cNvPr>
              <p:cNvSpPr>
                <a:spLocks noEditPoints="1"/>
              </p:cNvSpPr>
              <p:nvPr userDrawn="1"/>
            </p:nvSpPr>
            <p:spPr bwMode="auto">
              <a:xfrm>
                <a:off x="7383556" y="1583096"/>
                <a:ext cx="253999" cy="256659"/>
              </a:xfrm>
              <a:custGeom>
                <a:avLst/>
                <a:gdLst>
                  <a:gd name="T0" fmla="*/ 401 w 584"/>
                  <a:gd name="T1" fmla="*/ 110 h 590"/>
                  <a:gd name="T2" fmla="*/ 460 w 584"/>
                  <a:gd name="T3" fmla="*/ 272 h 590"/>
                  <a:gd name="T4" fmla="*/ 415 w 584"/>
                  <a:gd name="T5" fmla="*/ 397 h 590"/>
                  <a:gd name="T6" fmla="*/ 250 w 584"/>
                  <a:gd name="T7" fmla="*/ 0 h 590"/>
                  <a:gd name="T8" fmla="*/ 92 w 584"/>
                  <a:gd name="T9" fmla="*/ 68 h 590"/>
                  <a:gd name="T10" fmla="*/ 0 w 584"/>
                  <a:gd name="T11" fmla="*/ 291 h 590"/>
                  <a:gd name="T12" fmla="*/ 292 w 584"/>
                  <a:gd name="T13" fmla="*/ 590 h 590"/>
                  <a:gd name="T14" fmla="*/ 584 w 584"/>
                  <a:gd name="T15" fmla="*/ 274 h 590"/>
                  <a:gd name="T16" fmla="*/ 476 w 584"/>
                  <a:gd name="T17" fmla="*/ 12 h 590"/>
                  <a:gd name="T18" fmla="*/ 401 w 584"/>
                  <a:gd name="T19" fmla="*/ 110 h 590"/>
                  <a:gd name="T20" fmla="*/ 179 w 584"/>
                  <a:gd name="T21" fmla="*/ 408 h 590"/>
                  <a:gd name="T22" fmla="*/ 123 w 584"/>
                  <a:gd name="T23" fmla="*/ 288 h 590"/>
                  <a:gd name="T24" fmla="*/ 202 w 584"/>
                  <a:gd name="T25" fmla="*/ 168 h 590"/>
                  <a:gd name="T26" fmla="*/ 315 w 584"/>
                  <a:gd name="T27" fmla="*/ 439 h 590"/>
                  <a:gd name="T28" fmla="*/ 179 w 584"/>
                  <a:gd name="T29" fmla="*/ 408 h 5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84" h="590">
                    <a:moveTo>
                      <a:pt x="401" y="110"/>
                    </a:moveTo>
                    <a:cubicBezTo>
                      <a:pt x="449" y="175"/>
                      <a:pt x="460" y="212"/>
                      <a:pt x="460" y="272"/>
                    </a:cubicBezTo>
                    <a:cubicBezTo>
                      <a:pt x="460" y="325"/>
                      <a:pt x="444" y="367"/>
                      <a:pt x="415" y="397"/>
                    </a:cubicBezTo>
                    <a:cubicBezTo>
                      <a:pt x="250" y="0"/>
                      <a:pt x="250" y="0"/>
                      <a:pt x="250" y="0"/>
                    </a:cubicBezTo>
                    <a:cubicBezTo>
                      <a:pt x="189" y="9"/>
                      <a:pt x="134" y="32"/>
                      <a:pt x="92" y="68"/>
                    </a:cubicBezTo>
                    <a:cubicBezTo>
                      <a:pt x="32" y="120"/>
                      <a:pt x="0" y="197"/>
                      <a:pt x="0" y="291"/>
                    </a:cubicBezTo>
                    <a:cubicBezTo>
                      <a:pt x="0" y="462"/>
                      <a:pt x="126" y="590"/>
                      <a:pt x="292" y="590"/>
                    </a:cubicBezTo>
                    <a:cubicBezTo>
                      <a:pt x="462" y="590"/>
                      <a:pt x="584" y="462"/>
                      <a:pt x="584" y="274"/>
                    </a:cubicBezTo>
                    <a:cubicBezTo>
                      <a:pt x="584" y="169"/>
                      <a:pt x="534" y="62"/>
                      <a:pt x="476" y="12"/>
                    </a:cubicBezTo>
                    <a:lnTo>
                      <a:pt x="401" y="110"/>
                    </a:lnTo>
                    <a:close/>
                    <a:moveTo>
                      <a:pt x="179" y="408"/>
                    </a:moveTo>
                    <a:cubicBezTo>
                      <a:pt x="144" y="381"/>
                      <a:pt x="123" y="339"/>
                      <a:pt x="123" y="288"/>
                    </a:cubicBezTo>
                    <a:cubicBezTo>
                      <a:pt x="123" y="232"/>
                      <a:pt x="155" y="190"/>
                      <a:pt x="202" y="168"/>
                    </a:cubicBezTo>
                    <a:cubicBezTo>
                      <a:pt x="315" y="439"/>
                      <a:pt x="315" y="439"/>
                      <a:pt x="315" y="439"/>
                    </a:cubicBezTo>
                    <a:cubicBezTo>
                      <a:pt x="257" y="447"/>
                      <a:pt x="212" y="432"/>
                      <a:pt x="179" y="408"/>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82" name="Freeform 32">
                <a:extLst>
                  <a:ext uri="{FF2B5EF4-FFF2-40B4-BE49-F238E27FC236}">
                    <a16:creationId xmlns:a16="http://schemas.microsoft.com/office/drawing/2014/main" id="{8FB3E4DF-D685-E83E-C831-3D30D6486411}"/>
                  </a:ext>
                </a:extLst>
              </p:cNvPr>
              <p:cNvSpPr>
                <a:spLocks/>
              </p:cNvSpPr>
              <p:nvPr userDrawn="1"/>
            </p:nvSpPr>
            <p:spPr bwMode="auto">
              <a:xfrm>
                <a:off x="7313961" y="1846404"/>
                <a:ext cx="319161" cy="221640"/>
              </a:xfrm>
              <a:custGeom>
                <a:avLst/>
                <a:gdLst>
                  <a:gd name="T0" fmla="*/ 580 w 720"/>
                  <a:gd name="T1" fmla="*/ 0 h 500"/>
                  <a:gd name="T2" fmla="*/ 580 w 720"/>
                  <a:gd name="T3" fmla="*/ 346 h 500"/>
                  <a:gd name="T4" fmla="*/ 0 w 720"/>
                  <a:gd name="T5" fmla="*/ 346 h 500"/>
                  <a:gd name="T6" fmla="*/ 0 w 720"/>
                  <a:gd name="T7" fmla="*/ 500 h 500"/>
                  <a:gd name="T8" fmla="*/ 720 w 720"/>
                  <a:gd name="T9" fmla="*/ 500 h 500"/>
                  <a:gd name="T10" fmla="*/ 720 w 720"/>
                  <a:gd name="T11" fmla="*/ 0 h 500"/>
                  <a:gd name="T12" fmla="*/ 580 w 720"/>
                  <a:gd name="T13" fmla="*/ 0 h 500"/>
                </a:gdLst>
                <a:ahLst/>
                <a:cxnLst>
                  <a:cxn ang="0">
                    <a:pos x="T0" y="T1"/>
                  </a:cxn>
                  <a:cxn ang="0">
                    <a:pos x="T2" y="T3"/>
                  </a:cxn>
                  <a:cxn ang="0">
                    <a:pos x="T4" y="T5"/>
                  </a:cxn>
                  <a:cxn ang="0">
                    <a:pos x="T6" y="T7"/>
                  </a:cxn>
                  <a:cxn ang="0">
                    <a:pos x="T8" y="T9"/>
                  </a:cxn>
                  <a:cxn ang="0">
                    <a:pos x="T10" y="T11"/>
                  </a:cxn>
                  <a:cxn ang="0">
                    <a:pos x="T12" y="T13"/>
                  </a:cxn>
                </a:cxnLst>
                <a:rect l="0" t="0" r="r" b="b"/>
                <a:pathLst>
                  <a:path w="720" h="500">
                    <a:moveTo>
                      <a:pt x="580" y="0"/>
                    </a:moveTo>
                    <a:lnTo>
                      <a:pt x="580" y="346"/>
                    </a:lnTo>
                    <a:lnTo>
                      <a:pt x="0" y="346"/>
                    </a:lnTo>
                    <a:lnTo>
                      <a:pt x="0" y="500"/>
                    </a:lnTo>
                    <a:lnTo>
                      <a:pt x="720" y="500"/>
                    </a:lnTo>
                    <a:lnTo>
                      <a:pt x="720" y="0"/>
                    </a:lnTo>
                    <a:lnTo>
                      <a:pt x="58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83" name="Freeform 33">
                <a:extLst>
                  <a:ext uri="{FF2B5EF4-FFF2-40B4-BE49-F238E27FC236}">
                    <a16:creationId xmlns:a16="http://schemas.microsoft.com/office/drawing/2014/main" id="{7E51460F-8A6D-E455-ADF5-BF3600A7DAC9}"/>
                  </a:ext>
                </a:extLst>
              </p:cNvPr>
              <p:cNvSpPr>
                <a:spLocks noEditPoints="1"/>
              </p:cNvSpPr>
              <p:nvPr userDrawn="1"/>
            </p:nvSpPr>
            <p:spPr bwMode="auto">
              <a:xfrm>
                <a:off x="7383556" y="501936"/>
                <a:ext cx="253999" cy="263752"/>
              </a:xfrm>
              <a:custGeom>
                <a:avLst/>
                <a:gdLst>
                  <a:gd name="T0" fmla="*/ 584 w 584"/>
                  <a:gd name="T1" fmla="*/ 304 h 607"/>
                  <a:gd name="T2" fmla="*/ 292 w 584"/>
                  <a:gd name="T3" fmla="*/ 607 h 607"/>
                  <a:gd name="T4" fmla="*/ 0 w 584"/>
                  <a:gd name="T5" fmla="*/ 302 h 607"/>
                  <a:gd name="T6" fmla="*/ 292 w 584"/>
                  <a:gd name="T7" fmla="*/ 0 h 607"/>
                  <a:gd name="T8" fmla="*/ 584 w 584"/>
                  <a:gd name="T9" fmla="*/ 304 h 607"/>
                  <a:gd name="T10" fmla="*/ 133 w 584"/>
                  <a:gd name="T11" fmla="*/ 304 h 607"/>
                  <a:gd name="T12" fmla="*/ 292 w 584"/>
                  <a:gd name="T13" fmla="*/ 454 h 607"/>
                  <a:gd name="T14" fmla="*/ 451 w 584"/>
                  <a:gd name="T15" fmla="*/ 302 h 607"/>
                  <a:gd name="T16" fmla="*/ 292 w 584"/>
                  <a:gd name="T17" fmla="*/ 153 h 607"/>
                  <a:gd name="T18" fmla="*/ 133 w 584"/>
                  <a:gd name="T19" fmla="*/ 304 h 6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4" h="607">
                    <a:moveTo>
                      <a:pt x="584" y="304"/>
                    </a:moveTo>
                    <a:cubicBezTo>
                      <a:pt x="584" y="474"/>
                      <a:pt x="457" y="607"/>
                      <a:pt x="292" y="607"/>
                    </a:cubicBezTo>
                    <a:cubicBezTo>
                      <a:pt x="128" y="607"/>
                      <a:pt x="0" y="473"/>
                      <a:pt x="0" y="302"/>
                    </a:cubicBezTo>
                    <a:cubicBezTo>
                      <a:pt x="0" y="133"/>
                      <a:pt x="126" y="0"/>
                      <a:pt x="292" y="0"/>
                    </a:cubicBezTo>
                    <a:cubicBezTo>
                      <a:pt x="455" y="0"/>
                      <a:pt x="584" y="133"/>
                      <a:pt x="584" y="304"/>
                    </a:cubicBezTo>
                    <a:moveTo>
                      <a:pt x="133" y="304"/>
                    </a:moveTo>
                    <a:cubicBezTo>
                      <a:pt x="133" y="391"/>
                      <a:pt x="198" y="454"/>
                      <a:pt x="292" y="454"/>
                    </a:cubicBezTo>
                    <a:cubicBezTo>
                      <a:pt x="381" y="454"/>
                      <a:pt x="451" y="387"/>
                      <a:pt x="451" y="302"/>
                    </a:cubicBezTo>
                    <a:cubicBezTo>
                      <a:pt x="451" y="216"/>
                      <a:pt x="383" y="153"/>
                      <a:pt x="292" y="153"/>
                    </a:cubicBezTo>
                    <a:cubicBezTo>
                      <a:pt x="203" y="153"/>
                      <a:pt x="133" y="219"/>
                      <a:pt x="133" y="304"/>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84" name="Freeform 34">
                <a:extLst>
                  <a:ext uri="{FF2B5EF4-FFF2-40B4-BE49-F238E27FC236}">
                    <a16:creationId xmlns:a16="http://schemas.microsoft.com/office/drawing/2014/main" id="{9296505E-2DA9-07F7-31C5-6D802244B0F4}"/>
                  </a:ext>
                </a:extLst>
              </p:cNvPr>
              <p:cNvSpPr>
                <a:spLocks noEditPoints="1"/>
              </p:cNvSpPr>
              <p:nvPr userDrawn="1"/>
            </p:nvSpPr>
            <p:spPr bwMode="auto">
              <a:xfrm>
                <a:off x="7383556" y="1021017"/>
                <a:ext cx="253999" cy="263752"/>
              </a:xfrm>
              <a:custGeom>
                <a:avLst/>
                <a:gdLst>
                  <a:gd name="T0" fmla="*/ 584 w 584"/>
                  <a:gd name="T1" fmla="*/ 305 h 607"/>
                  <a:gd name="T2" fmla="*/ 292 w 584"/>
                  <a:gd name="T3" fmla="*/ 607 h 607"/>
                  <a:gd name="T4" fmla="*/ 0 w 584"/>
                  <a:gd name="T5" fmla="*/ 303 h 607"/>
                  <a:gd name="T6" fmla="*/ 292 w 584"/>
                  <a:gd name="T7" fmla="*/ 0 h 607"/>
                  <a:gd name="T8" fmla="*/ 584 w 584"/>
                  <a:gd name="T9" fmla="*/ 305 h 607"/>
                  <a:gd name="T10" fmla="*/ 133 w 584"/>
                  <a:gd name="T11" fmla="*/ 305 h 607"/>
                  <a:gd name="T12" fmla="*/ 292 w 584"/>
                  <a:gd name="T13" fmla="*/ 454 h 607"/>
                  <a:gd name="T14" fmla="*/ 451 w 584"/>
                  <a:gd name="T15" fmla="*/ 303 h 607"/>
                  <a:gd name="T16" fmla="*/ 292 w 584"/>
                  <a:gd name="T17" fmla="*/ 153 h 607"/>
                  <a:gd name="T18" fmla="*/ 133 w 584"/>
                  <a:gd name="T19" fmla="*/ 305 h 6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4" h="607">
                    <a:moveTo>
                      <a:pt x="584" y="305"/>
                    </a:moveTo>
                    <a:cubicBezTo>
                      <a:pt x="584" y="474"/>
                      <a:pt x="457" y="607"/>
                      <a:pt x="292" y="607"/>
                    </a:cubicBezTo>
                    <a:cubicBezTo>
                      <a:pt x="128" y="607"/>
                      <a:pt x="0" y="474"/>
                      <a:pt x="0" y="303"/>
                    </a:cubicBezTo>
                    <a:cubicBezTo>
                      <a:pt x="0" y="133"/>
                      <a:pt x="126" y="0"/>
                      <a:pt x="292" y="0"/>
                    </a:cubicBezTo>
                    <a:cubicBezTo>
                      <a:pt x="455" y="0"/>
                      <a:pt x="584" y="134"/>
                      <a:pt x="584" y="305"/>
                    </a:cubicBezTo>
                    <a:moveTo>
                      <a:pt x="133" y="305"/>
                    </a:moveTo>
                    <a:cubicBezTo>
                      <a:pt x="133" y="391"/>
                      <a:pt x="198" y="454"/>
                      <a:pt x="292" y="454"/>
                    </a:cubicBezTo>
                    <a:cubicBezTo>
                      <a:pt x="381" y="454"/>
                      <a:pt x="451" y="388"/>
                      <a:pt x="451" y="303"/>
                    </a:cubicBezTo>
                    <a:cubicBezTo>
                      <a:pt x="451" y="216"/>
                      <a:pt x="383" y="153"/>
                      <a:pt x="292" y="153"/>
                    </a:cubicBezTo>
                    <a:cubicBezTo>
                      <a:pt x="203" y="153"/>
                      <a:pt x="133" y="220"/>
                      <a:pt x="133" y="305"/>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grpSp>
      </p:grpSp>
      <p:pic>
        <p:nvPicPr>
          <p:cNvPr id="12" name="Picture 11">
            <a:extLst>
              <a:ext uri="{FF2B5EF4-FFF2-40B4-BE49-F238E27FC236}">
                <a16:creationId xmlns:a16="http://schemas.microsoft.com/office/drawing/2014/main" id="{65866607-25A7-FC68-0DCF-36B98EC529BE}"/>
              </a:ext>
            </a:extLst>
          </p:cNvPr>
          <p:cNvPicPr>
            <a:picLocks noChangeAspect="1"/>
          </p:cNvPicPr>
          <p:nvPr userDrawn="1"/>
        </p:nvPicPr>
        <p:blipFill>
          <a:blip r:embed="rId2"/>
          <a:stretch>
            <a:fillRect/>
          </a:stretch>
        </p:blipFill>
        <p:spPr>
          <a:xfrm>
            <a:off x="1539349" y="3561907"/>
            <a:ext cx="7854374" cy="1774090"/>
          </a:xfrm>
          <a:prstGeom prst="rect">
            <a:avLst/>
          </a:prstGeom>
        </p:spPr>
      </p:pic>
    </p:spTree>
    <p:extLst>
      <p:ext uri="{BB962C8B-B14F-4D97-AF65-F5344CB8AC3E}">
        <p14:creationId xmlns:p14="http://schemas.microsoft.com/office/powerpoint/2010/main" val="873902114"/>
      </p:ext>
    </p:extLst>
  </p:cSld>
  <p:clrMapOvr>
    <a:masterClrMapping/>
  </p:clrMapOvr>
  <p:transition spd="med"/>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Closing Slide_Black">
    <p:bg>
      <p:bgPr>
        <a:solidFill>
          <a:srgbClr val="1E0113"/>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D7F7FEAA-CD25-31FD-0E8A-E47145F5F9EB}"/>
              </a:ext>
            </a:extLst>
          </p:cNvPr>
          <p:cNvGrpSpPr/>
          <p:nvPr userDrawn="1"/>
        </p:nvGrpSpPr>
        <p:grpSpPr>
          <a:xfrm>
            <a:off x="9392771" y="767096"/>
            <a:ext cx="2800816" cy="1898696"/>
            <a:chOff x="9390324" y="767096"/>
            <a:chExt cx="2800087" cy="1898696"/>
          </a:xfrm>
        </p:grpSpPr>
        <p:grpSp>
          <p:nvGrpSpPr>
            <p:cNvPr id="63" name="Group 62">
              <a:extLst>
                <a:ext uri="{FF2B5EF4-FFF2-40B4-BE49-F238E27FC236}">
                  <a16:creationId xmlns:a16="http://schemas.microsoft.com/office/drawing/2014/main" id="{DBC4C027-8FC0-71EF-963F-3B8A0447C1E8}"/>
                </a:ext>
              </a:extLst>
            </p:cNvPr>
            <p:cNvGrpSpPr/>
            <p:nvPr userDrawn="1"/>
          </p:nvGrpSpPr>
          <p:grpSpPr>
            <a:xfrm>
              <a:off x="9390324" y="936748"/>
              <a:ext cx="1965963" cy="1042086"/>
              <a:chOff x="4988072" y="501936"/>
              <a:chExt cx="1978802" cy="1051017"/>
            </a:xfrm>
            <a:solidFill>
              <a:schemeClr val="bg1"/>
            </a:solidFill>
          </p:grpSpPr>
          <p:sp>
            <p:nvSpPr>
              <p:cNvPr id="72" name="Freeform 5">
                <a:extLst>
                  <a:ext uri="{FF2B5EF4-FFF2-40B4-BE49-F238E27FC236}">
                    <a16:creationId xmlns:a16="http://schemas.microsoft.com/office/drawing/2014/main" id="{AC114BA7-B808-0C61-F4C4-498846EB2C1F}"/>
                  </a:ext>
                </a:extLst>
              </p:cNvPr>
              <p:cNvSpPr>
                <a:spLocks/>
              </p:cNvSpPr>
              <p:nvPr userDrawn="1"/>
            </p:nvSpPr>
            <p:spPr bwMode="auto">
              <a:xfrm>
                <a:off x="5559016" y="501936"/>
                <a:ext cx="218094" cy="282813"/>
              </a:xfrm>
              <a:custGeom>
                <a:avLst/>
                <a:gdLst>
                  <a:gd name="T0" fmla="*/ 0 w 502"/>
                  <a:gd name="T1" fmla="*/ 550 h 651"/>
                  <a:gd name="T2" fmla="*/ 83 w 502"/>
                  <a:gd name="T3" fmla="*/ 451 h 651"/>
                  <a:gd name="T4" fmla="*/ 272 w 502"/>
                  <a:gd name="T5" fmla="*/ 528 h 651"/>
                  <a:gd name="T6" fmla="*/ 363 w 502"/>
                  <a:gd name="T7" fmla="*/ 469 h 651"/>
                  <a:gd name="T8" fmla="*/ 363 w 502"/>
                  <a:gd name="T9" fmla="*/ 467 h 651"/>
                  <a:gd name="T10" fmla="*/ 236 w 502"/>
                  <a:gd name="T11" fmla="*/ 386 h 651"/>
                  <a:gd name="T12" fmla="*/ 26 w 502"/>
                  <a:gd name="T13" fmla="*/ 192 h 651"/>
                  <a:gd name="T14" fmla="*/ 26 w 502"/>
                  <a:gd name="T15" fmla="*/ 191 h 651"/>
                  <a:gd name="T16" fmla="*/ 247 w 502"/>
                  <a:gd name="T17" fmla="*/ 0 h 651"/>
                  <a:gd name="T18" fmla="*/ 483 w 502"/>
                  <a:gd name="T19" fmla="*/ 80 h 651"/>
                  <a:gd name="T20" fmla="*/ 410 w 502"/>
                  <a:gd name="T21" fmla="*/ 185 h 651"/>
                  <a:gd name="T22" fmla="*/ 246 w 502"/>
                  <a:gd name="T23" fmla="*/ 123 h 651"/>
                  <a:gd name="T24" fmla="*/ 164 w 502"/>
                  <a:gd name="T25" fmla="*/ 178 h 651"/>
                  <a:gd name="T26" fmla="*/ 164 w 502"/>
                  <a:gd name="T27" fmla="*/ 180 h 651"/>
                  <a:gd name="T28" fmla="*/ 301 w 502"/>
                  <a:gd name="T29" fmla="*/ 263 h 651"/>
                  <a:gd name="T30" fmla="*/ 502 w 502"/>
                  <a:gd name="T31" fmla="*/ 453 h 651"/>
                  <a:gd name="T32" fmla="*/ 502 w 502"/>
                  <a:gd name="T33" fmla="*/ 455 h 651"/>
                  <a:gd name="T34" fmla="*/ 269 w 502"/>
                  <a:gd name="T35" fmla="*/ 651 h 651"/>
                  <a:gd name="T36" fmla="*/ 0 w 502"/>
                  <a:gd name="T37" fmla="*/ 550 h 6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02" h="651">
                    <a:moveTo>
                      <a:pt x="0" y="550"/>
                    </a:moveTo>
                    <a:cubicBezTo>
                      <a:pt x="83" y="451"/>
                      <a:pt x="83" y="451"/>
                      <a:pt x="83" y="451"/>
                    </a:cubicBezTo>
                    <a:cubicBezTo>
                      <a:pt x="140" y="498"/>
                      <a:pt x="200" y="528"/>
                      <a:pt x="272" y="528"/>
                    </a:cubicBezTo>
                    <a:cubicBezTo>
                      <a:pt x="329" y="528"/>
                      <a:pt x="363" y="506"/>
                      <a:pt x="363" y="469"/>
                    </a:cubicBezTo>
                    <a:cubicBezTo>
                      <a:pt x="363" y="467"/>
                      <a:pt x="363" y="467"/>
                      <a:pt x="363" y="467"/>
                    </a:cubicBezTo>
                    <a:cubicBezTo>
                      <a:pt x="363" y="431"/>
                      <a:pt x="342" y="413"/>
                      <a:pt x="236" y="386"/>
                    </a:cubicBezTo>
                    <a:cubicBezTo>
                      <a:pt x="108" y="354"/>
                      <a:pt x="26" y="318"/>
                      <a:pt x="26" y="192"/>
                    </a:cubicBezTo>
                    <a:cubicBezTo>
                      <a:pt x="26" y="191"/>
                      <a:pt x="26" y="191"/>
                      <a:pt x="26" y="191"/>
                    </a:cubicBezTo>
                    <a:cubicBezTo>
                      <a:pt x="26" y="76"/>
                      <a:pt x="118" y="0"/>
                      <a:pt x="247" y="0"/>
                    </a:cubicBezTo>
                    <a:cubicBezTo>
                      <a:pt x="340" y="0"/>
                      <a:pt x="419" y="29"/>
                      <a:pt x="483" y="80"/>
                    </a:cubicBezTo>
                    <a:cubicBezTo>
                      <a:pt x="410" y="185"/>
                      <a:pt x="410" y="185"/>
                      <a:pt x="410" y="185"/>
                    </a:cubicBezTo>
                    <a:cubicBezTo>
                      <a:pt x="354" y="146"/>
                      <a:pt x="299" y="123"/>
                      <a:pt x="246" y="123"/>
                    </a:cubicBezTo>
                    <a:cubicBezTo>
                      <a:pt x="192" y="123"/>
                      <a:pt x="164" y="147"/>
                      <a:pt x="164" y="178"/>
                    </a:cubicBezTo>
                    <a:cubicBezTo>
                      <a:pt x="164" y="180"/>
                      <a:pt x="164" y="180"/>
                      <a:pt x="164" y="180"/>
                    </a:cubicBezTo>
                    <a:cubicBezTo>
                      <a:pt x="164" y="221"/>
                      <a:pt x="191" y="235"/>
                      <a:pt x="301" y="263"/>
                    </a:cubicBezTo>
                    <a:cubicBezTo>
                      <a:pt x="429" y="297"/>
                      <a:pt x="502" y="343"/>
                      <a:pt x="502" y="453"/>
                    </a:cubicBezTo>
                    <a:cubicBezTo>
                      <a:pt x="502" y="455"/>
                      <a:pt x="502" y="455"/>
                      <a:pt x="502" y="455"/>
                    </a:cubicBezTo>
                    <a:cubicBezTo>
                      <a:pt x="502" y="581"/>
                      <a:pt x="406" y="651"/>
                      <a:pt x="269" y="651"/>
                    </a:cubicBezTo>
                    <a:cubicBezTo>
                      <a:pt x="173" y="651"/>
                      <a:pt x="76" y="618"/>
                      <a:pt x="0" y="55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73" name="Freeform 6">
                <a:extLst>
                  <a:ext uri="{FF2B5EF4-FFF2-40B4-BE49-F238E27FC236}">
                    <a16:creationId xmlns:a16="http://schemas.microsoft.com/office/drawing/2014/main" id="{03055FF5-EB33-F09D-784D-C7AD01880326}"/>
                  </a:ext>
                </a:extLst>
              </p:cNvPr>
              <p:cNvSpPr>
                <a:spLocks/>
              </p:cNvSpPr>
              <p:nvPr userDrawn="1"/>
            </p:nvSpPr>
            <p:spPr bwMode="auto">
              <a:xfrm>
                <a:off x="5791295" y="566212"/>
                <a:ext cx="322264" cy="214547"/>
              </a:xfrm>
              <a:custGeom>
                <a:avLst/>
                <a:gdLst>
                  <a:gd name="T0" fmla="*/ 0 w 741"/>
                  <a:gd name="T1" fmla="*/ 9 h 494"/>
                  <a:gd name="T2" fmla="*/ 138 w 741"/>
                  <a:gd name="T3" fmla="*/ 9 h 494"/>
                  <a:gd name="T4" fmla="*/ 138 w 741"/>
                  <a:gd name="T5" fmla="*/ 78 h 494"/>
                  <a:gd name="T6" fmla="*/ 281 w 741"/>
                  <a:gd name="T7" fmla="*/ 0 h 494"/>
                  <a:gd name="T8" fmla="*/ 418 w 741"/>
                  <a:gd name="T9" fmla="*/ 77 h 494"/>
                  <a:gd name="T10" fmla="*/ 577 w 741"/>
                  <a:gd name="T11" fmla="*/ 0 h 494"/>
                  <a:gd name="T12" fmla="*/ 741 w 741"/>
                  <a:gd name="T13" fmla="*/ 178 h 494"/>
                  <a:gd name="T14" fmla="*/ 741 w 741"/>
                  <a:gd name="T15" fmla="*/ 494 h 494"/>
                  <a:gd name="T16" fmla="*/ 603 w 741"/>
                  <a:gd name="T17" fmla="*/ 494 h 494"/>
                  <a:gd name="T18" fmla="*/ 603 w 741"/>
                  <a:gd name="T19" fmla="*/ 224 h 494"/>
                  <a:gd name="T20" fmla="*/ 523 w 741"/>
                  <a:gd name="T21" fmla="*/ 125 h 494"/>
                  <a:gd name="T22" fmla="*/ 439 w 741"/>
                  <a:gd name="T23" fmla="*/ 224 h 494"/>
                  <a:gd name="T24" fmla="*/ 439 w 741"/>
                  <a:gd name="T25" fmla="*/ 494 h 494"/>
                  <a:gd name="T26" fmla="*/ 302 w 741"/>
                  <a:gd name="T27" fmla="*/ 494 h 494"/>
                  <a:gd name="T28" fmla="*/ 302 w 741"/>
                  <a:gd name="T29" fmla="*/ 224 h 494"/>
                  <a:gd name="T30" fmla="*/ 221 w 741"/>
                  <a:gd name="T31" fmla="*/ 125 h 494"/>
                  <a:gd name="T32" fmla="*/ 138 w 741"/>
                  <a:gd name="T33" fmla="*/ 224 h 494"/>
                  <a:gd name="T34" fmla="*/ 138 w 741"/>
                  <a:gd name="T35" fmla="*/ 494 h 494"/>
                  <a:gd name="T36" fmla="*/ 0 w 741"/>
                  <a:gd name="T37" fmla="*/ 494 h 494"/>
                  <a:gd name="T38" fmla="*/ 0 w 741"/>
                  <a:gd name="T39" fmla="*/ 9 h 4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41" h="494">
                    <a:moveTo>
                      <a:pt x="0" y="9"/>
                    </a:moveTo>
                    <a:cubicBezTo>
                      <a:pt x="138" y="9"/>
                      <a:pt x="138" y="9"/>
                      <a:pt x="138" y="9"/>
                    </a:cubicBezTo>
                    <a:cubicBezTo>
                      <a:pt x="138" y="78"/>
                      <a:pt x="138" y="78"/>
                      <a:pt x="138" y="78"/>
                    </a:cubicBezTo>
                    <a:cubicBezTo>
                      <a:pt x="170" y="37"/>
                      <a:pt x="211" y="0"/>
                      <a:pt x="281" y="0"/>
                    </a:cubicBezTo>
                    <a:cubicBezTo>
                      <a:pt x="344" y="0"/>
                      <a:pt x="392" y="28"/>
                      <a:pt x="418" y="77"/>
                    </a:cubicBezTo>
                    <a:cubicBezTo>
                      <a:pt x="460" y="27"/>
                      <a:pt x="511" y="0"/>
                      <a:pt x="577" y="0"/>
                    </a:cubicBezTo>
                    <a:cubicBezTo>
                      <a:pt x="679" y="0"/>
                      <a:pt x="741" y="62"/>
                      <a:pt x="741" y="178"/>
                    </a:cubicBezTo>
                    <a:cubicBezTo>
                      <a:pt x="741" y="494"/>
                      <a:pt x="741" y="494"/>
                      <a:pt x="741" y="494"/>
                    </a:cubicBezTo>
                    <a:cubicBezTo>
                      <a:pt x="603" y="494"/>
                      <a:pt x="603" y="494"/>
                      <a:pt x="603" y="494"/>
                    </a:cubicBezTo>
                    <a:cubicBezTo>
                      <a:pt x="603" y="224"/>
                      <a:pt x="603" y="224"/>
                      <a:pt x="603" y="224"/>
                    </a:cubicBezTo>
                    <a:cubicBezTo>
                      <a:pt x="603" y="159"/>
                      <a:pt x="574" y="125"/>
                      <a:pt x="523" y="125"/>
                    </a:cubicBezTo>
                    <a:cubicBezTo>
                      <a:pt x="471" y="125"/>
                      <a:pt x="439" y="159"/>
                      <a:pt x="439" y="224"/>
                    </a:cubicBezTo>
                    <a:cubicBezTo>
                      <a:pt x="439" y="494"/>
                      <a:pt x="439" y="494"/>
                      <a:pt x="439" y="494"/>
                    </a:cubicBezTo>
                    <a:cubicBezTo>
                      <a:pt x="302" y="494"/>
                      <a:pt x="302" y="494"/>
                      <a:pt x="302" y="494"/>
                    </a:cubicBezTo>
                    <a:cubicBezTo>
                      <a:pt x="302" y="224"/>
                      <a:pt x="302" y="224"/>
                      <a:pt x="302" y="224"/>
                    </a:cubicBezTo>
                    <a:cubicBezTo>
                      <a:pt x="302" y="159"/>
                      <a:pt x="273" y="125"/>
                      <a:pt x="221" y="125"/>
                    </a:cubicBezTo>
                    <a:cubicBezTo>
                      <a:pt x="170" y="125"/>
                      <a:pt x="138" y="159"/>
                      <a:pt x="138" y="224"/>
                    </a:cubicBezTo>
                    <a:cubicBezTo>
                      <a:pt x="138" y="494"/>
                      <a:pt x="138" y="494"/>
                      <a:pt x="138" y="494"/>
                    </a:cubicBezTo>
                    <a:cubicBezTo>
                      <a:pt x="0" y="494"/>
                      <a:pt x="0" y="494"/>
                      <a:pt x="0" y="494"/>
                    </a:cubicBezTo>
                    <a:lnTo>
                      <a:pt x="0"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74" name="Freeform 7">
                <a:extLst>
                  <a:ext uri="{FF2B5EF4-FFF2-40B4-BE49-F238E27FC236}">
                    <a16:creationId xmlns:a16="http://schemas.microsoft.com/office/drawing/2014/main" id="{EF0C28DE-3EA0-613C-F6F5-A668E5A933D2}"/>
                  </a:ext>
                </a:extLst>
              </p:cNvPr>
              <p:cNvSpPr>
                <a:spLocks noEditPoints="1"/>
              </p:cNvSpPr>
              <p:nvPr userDrawn="1"/>
            </p:nvSpPr>
            <p:spPr bwMode="auto">
              <a:xfrm>
                <a:off x="6125971" y="567985"/>
                <a:ext cx="193713" cy="216764"/>
              </a:xfrm>
              <a:custGeom>
                <a:avLst/>
                <a:gdLst>
                  <a:gd name="T0" fmla="*/ 0 w 446"/>
                  <a:gd name="T1" fmla="*/ 351 h 499"/>
                  <a:gd name="T2" fmla="*/ 0 w 446"/>
                  <a:gd name="T3" fmla="*/ 349 h 499"/>
                  <a:gd name="T4" fmla="*/ 195 w 446"/>
                  <a:gd name="T5" fmla="*/ 194 h 499"/>
                  <a:gd name="T6" fmla="*/ 314 w 446"/>
                  <a:gd name="T7" fmla="*/ 214 h 499"/>
                  <a:gd name="T8" fmla="*/ 314 w 446"/>
                  <a:gd name="T9" fmla="*/ 206 h 499"/>
                  <a:gd name="T10" fmla="*/ 210 w 446"/>
                  <a:gd name="T11" fmla="*/ 117 h 499"/>
                  <a:gd name="T12" fmla="*/ 76 w 446"/>
                  <a:gd name="T13" fmla="*/ 144 h 499"/>
                  <a:gd name="T14" fmla="*/ 42 w 446"/>
                  <a:gd name="T15" fmla="*/ 39 h 499"/>
                  <a:gd name="T16" fmla="*/ 230 w 446"/>
                  <a:gd name="T17" fmla="*/ 0 h 499"/>
                  <a:gd name="T18" fmla="*/ 394 w 446"/>
                  <a:gd name="T19" fmla="*/ 54 h 499"/>
                  <a:gd name="T20" fmla="*/ 446 w 446"/>
                  <a:gd name="T21" fmla="*/ 209 h 499"/>
                  <a:gd name="T22" fmla="*/ 446 w 446"/>
                  <a:gd name="T23" fmla="*/ 490 h 499"/>
                  <a:gd name="T24" fmla="*/ 313 w 446"/>
                  <a:gd name="T25" fmla="*/ 490 h 499"/>
                  <a:gd name="T26" fmla="*/ 313 w 446"/>
                  <a:gd name="T27" fmla="*/ 438 h 499"/>
                  <a:gd name="T28" fmla="*/ 166 w 446"/>
                  <a:gd name="T29" fmla="*/ 499 h 499"/>
                  <a:gd name="T30" fmla="*/ 0 w 446"/>
                  <a:gd name="T31" fmla="*/ 351 h 499"/>
                  <a:gd name="T32" fmla="*/ 316 w 446"/>
                  <a:gd name="T33" fmla="*/ 319 h 499"/>
                  <a:gd name="T34" fmla="*/ 316 w 446"/>
                  <a:gd name="T35" fmla="*/ 295 h 499"/>
                  <a:gd name="T36" fmla="*/ 228 w 446"/>
                  <a:gd name="T37" fmla="*/ 277 h 499"/>
                  <a:gd name="T38" fmla="*/ 133 w 446"/>
                  <a:gd name="T39" fmla="*/ 344 h 499"/>
                  <a:gd name="T40" fmla="*/ 133 w 446"/>
                  <a:gd name="T41" fmla="*/ 346 h 499"/>
                  <a:gd name="T42" fmla="*/ 208 w 446"/>
                  <a:gd name="T43" fmla="*/ 404 h 499"/>
                  <a:gd name="T44" fmla="*/ 316 w 446"/>
                  <a:gd name="T45" fmla="*/ 319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46" h="499">
                    <a:moveTo>
                      <a:pt x="0" y="351"/>
                    </a:moveTo>
                    <a:cubicBezTo>
                      <a:pt x="0" y="349"/>
                      <a:pt x="0" y="349"/>
                      <a:pt x="0" y="349"/>
                    </a:cubicBezTo>
                    <a:cubicBezTo>
                      <a:pt x="0" y="243"/>
                      <a:pt x="80" y="194"/>
                      <a:pt x="195" y="194"/>
                    </a:cubicBezTo>
                    <a:cubicBezTo>
                      <a:pt x="244" y="194"/>
                      <a:pt x="280" y="202"/>
                      <a:pt x="314" y="214"/>
                    </a:cubicBezTo>
                    <a:cubicBezTo>
                      <a:pt x="314" y="206"/>
                      <a:pt x="314" y="206"/>
                      <a:pt x="314" y="206"/>
                    </a:cubicBezTo>
                    <a:cubicBezTo>
                      <a:pt x="314" y="149"/>
                      <a:pt x="279" y="117"/>
                      <a:pt x="210" y="117"/>
                    </a:cubicBezTo>
                    <a:cubicBezTo>
                      <a:pt x="157" y="117"/>
                      <a:pt x="120" y="127"/>
                      <a:pt x="76" y="144"/>
                    </a:cubicBezTo>
                    <a:cubicBezTo>
                      <a:pt x="42" y="39"/>
                      <a:pt x="42" y="39"/>
                      <a:pt x="42" y="39"/>
                    </a:cubicBezTo>
                    <a:cubicBezTo>
                      <a:pt x="95" y="15"/>
                      <a:pt x="147" y="0"/>
                      <a:pt x="230" y="0"/>
                    </a:cubicBezTo>
                    <a:cubicBezTo>
                      <a:pt x="305" y="0"/>
                      <a:pt x="359" y="20"/>
                      <a:pt x="394" y="54"/>
                    </a:cubicBezTo>
                    <a:cubicBezTo>
                      <a:pt x="430" y="90"/>
                      <a:pt x="446" y="144"/>
                      <a:pt x="446" y="209"/>
                    </a:cubicBezTo>
                    <a:cubicBezTo>
                      <a:pt x="446" y="490"/>
                      <a:pt x="446" y="490"/>
                      <a:pt x="446" y="490"/>
                    </a:cubicBezTo>
                    <a:cubicBezTo>
                      <a:pt x="313" y="490"/>
                      <a:pt x="313" y="490"/>
                      <a:pt x="313" y="490"/>
                    </a:cubicBezTo>
                    <a:cubicBezTo>
                      <a:pt x="313" y="438"/>
                      <a:pt x="313" y="438"/>
                      <a:pt x="313" y="438"/>
                    </a:cubicBezTo>
                    <a:cubicBezTo>
                      <a:pt x="280" y="475"/>
                      <a:pt x="233" y="499"/>
                      <a:pt x="166" y="499"/>
                    </a:cubicBezTo>
                    <a:cubicBezTo>
                      <a:pt x="75" y="499"/>
                      <a:pt x="0" y="447"/>
                      <a:pt x="0" y="351"/>
                    </a:cubicBezTo>
                    <a:close/>
                    <a:moveTo>
                      <a:pt x="316" y="319"/>
                    </a:moveTo>
                    <a:cubicBezTo>
                      <a:pt x="316" y="295"/>
                      <a:pt x="316" y="295"/>
                      <a:pt x="316" y="295"/>
                    </a:cubicBezTo>
                    <a:cubicBezTo>
                      <a:pt x="292" y="284"/>
                      <a:pt x="262" y="277"/>
                      <a:pt x="228" y="277"/>
                    </a:cubicBezTo>
                    <a:cubicBezTo>
                      <a:pt x="169" y="277"/>
                      <a:pt x="133" y="300"/>
                      <a:pt x="133" y="344"/>
                    </a:cubicBezTo>
                    <a:cubicBezTo>
                      <a:pt x="133" y="346"/>
                      <a:pt x="133" y="346"/>
                      <a:pt x="133" y="346"/>
                    </a:cubicBezTo>
                    <a:cubicBezTo>
                      <a:pt x="133" y="383"/>
                      <a:pt x="164" y="404"/>
                      <a:pt x="208" y="404"/>
                    </a:cubicBezTo>
                    <a:cubicBezTo>
                      <a:pt x="272" y="404"/>
                      <a:pt x="316" y="369"/>
                      <a:pt x="316" y="3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75" name="Freeform 8">
                <a:extLst>
                  <a:ext uri="{FF2B5EF4-FFF2-40B4-BE49-F238E27FC236}">
                    <a16:creationId xmlns:a16="http://schemas.microsoft.com/office/drawing/2014/main" id="{AA3A9144-5E21-1340-D82E-781E8E03088B}"/>
                  </a:ext>
                </a:extLst>
              </p:cNvPr>
              <p:cNvSpPr>
                <a:spLocks/>
              </p:cNvSpPr>
              <p:nvPr userDrawn="1"/>
            </p:nvSpPr>
            <p:spPr bwMode="auto">
              <a:xfrm>
                <a:off x="6336529" y="564438"/>
                <a:ext cx="127665" cy="216321"/>
              </a:xfrm>
              <a:custGeom>
                <a:avLst/>
                <a:gdLst>
                  <a:gd name="T0" fmla="*/ 0 w 293"/>
                  <a:gd name="T1" fmla="*/ 13 h 498"/>
                  <a:gd name="T2" fmla="*/ 138 w 293"/>
                  <a:gd name="T3" fmla="*/ 13 h 498"/>
                  <a:gd name="T4" fmla="*/ 138 w 293"/>
                  <a:gd name="T5" fmla="*/ 111 h 498"/>
                  <a:gd name="T6" fmla="*/ 293 w 293"/>
                  <a:gd name="T7" fmla="*/ 4 h 498"/>
                  <a:gd name="T8" fmla="*/ 293 w 293"/>
                  <a:gd name="T9" fmla="*/ 148 h 498"/>
                  <a:gd name="T10" fmla="*/ 285 w 293"/>
                  <a:gd name="T11" fmla="*/ 148 h 498"/>
                  <a:gd name="T12" fmla="*/ 138 w 293"/>
                  <a:gd name="T13" fmla="*/ 319 h 498"/>
                  <a:gd name="T14" fmla="*/ 138 w 293"/>
                  <a:gd name="T15" fmla="*/ 498 h 498"/>
                  <a:gd name="T16" fmla="*/ 0 w 293"/>
                  <a:gd name="T17" fmla="*/ 498 h 498"/>
                  <a:gd name="T18" fmla="*/ 0 w 293"/>
                  <a:gd name="T19" fmla="*/ 13 h 4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93" h="498">
                    <a:moveTo>
                      <a:pt x="0" y="13"/>
                    </a:moveTo>
                    <a:cubicBezTo>
                      <a:pt x="138" y="13"/>
                      <a:pt x="138" y="13"/>
                      <a:pt x="138" y="13"/>
                    </a:cubicBezTo>
                    <a:cubicBezTo>
                      <a:pt x="138" y="111"/>
                      <a:pt x="138" y="111"/>
                      <a:pt x="138" y="111"/>
                    </a:cubicBezTo>
                    <a:cubicBezTo>
                      <a:pt x="166" y="44"/>
                      <a:pt x="211" y="0"/>
                      <a:pt x="293" y="4"/>
                    </a:cubicBezTo>
                    <a:cubicBezTo>
                      <a:pt x="293" y="148"/>
                      <a:pt x="293" y="148"/>
                      <a:pt x="293" y="148"/>
                    </a:cubicBezTo>
                    <a:cubicBezTo>
                      <a:pt x="285" y="148"/>
                      <a:pt x="285" y="148"/>
                      <a:pt x="285" y="148"/>
                    </a:cubicBezTo>
                    <a:cubicBezTo>
                      <a:pt x="194" y="148"/>
                      <a:pt x="138" y="203"/>
                      <a:pt x="138" y="319"/>
                    </a:cubicBezTo>
                    <a:cubicBezTo>
                      <a:pt x="138" y="498"/>
                      <a:pt x="138" y="498"/>
                      <a:pt x="138" y="498"/>
                    </a:cubicBezTo>
                    <a:cubicBezTo>
                      <a:pt x="0" y="498"/>
                      <a:pt x="0" y="498"/>
                      <a:pt x="0" y="498"/>
                    </a:cubicBezTo>
                    <a:lnTo>
                      <a:pt x="0" y="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76" name="Freeform 9">
                <a:extLst>
                  <a:ext uri="{FF2B5EF4-FFF2-40B4-BE49-F238E27FC236}">
                    <a16:creationId xmlns:a16="http://schemas.microsoft.com/office/drawing/2014/main" id="{16E502AF-0487-43AF-00DB-14F962B92CFF}"/>
                  </a:ext>
                </a:extLst>
              </p:cNvPr>
              <p:cNvSpPr>
                <a:spLocks/>
              </p:cNvSpPr>
              <p:nvPr userDrawn="1"/>
            </p:nvSpPr>
            <p:spPr bwMode="auto">
              <a:xfrm>
                <a:off x="6475719" y="516121"/>
                <a:ext cx="134757" cy="268184"/>
              </a:xfrm>
              <a:custGeom>
                <a:avLst/>
                <a:gdLst>
                  <a:gd name="T0" fmla="*/ 58 w 310"/>
                  <a:gd name="T1" fmla="*/ 472 h 617"/>
                  <a:gd name="T2" fmla="*/ 58 w 310"/>
                  <a:gd name="T3" fmla="*/ 242 h 617"/>
                  <a:gd name="T4" fmla="*/ 0 w 310"/>
                  <a:gd name="T5" fmla="*/ 242 h 617"/>
                  <a:gd name="T6" fmla="*/ 0 w 310"/>
                  <a:gd name="T7" fmla="*/ 124 h 617"/>
                  <a:gd name="T8" fmla="*/ 58 w 310"/>
                  <a:gd name="T9" fmla="*/ 124 h 617"/>
                  <a:gd name="T10" fmla="*/ 58 w 310"/>
                  <a:gd name="T11" fmla="*/ 0 h 617"/>
                  <a:gd name="T12" fmla="*/ 196 w 310"/>
                  <a:gd name="T13" fmla="*/ 0 h 617"/>
                  <a:gd name="T14" fmla="*/ 196 w 310"/>
                  <a:gd name="T15" fmla="*/ 124 h 617"/>
                  <a:gd name="T16" fmla="*/ 310 w 310"/>
                  <a:gd name="T17" fmla="*/ 124 h 617"/>
                  <a:gd name="T18" fmla="*/ 310 w 310"/>
                  <a:gd name="T19" fmla="*/ 242 h 617"/>
                  <a:gd name="T20" fmla="*/ 196 w 310"/>
                  <a:gd name="T21" fmla="*/ 242 h 617"/>
                  <a:gd name="T22" fmla="*/ 196 w 310"/>
                  <a:gd name="T23" fmla="*/ 449 h 617"/>
                  <a:gd name="T24" fmla="*/ 240 w 310"/>
                  <a:gd name="T25" fmla="*/ 496 h 617"/>
                  <a:gd name="T26" fmla="*/ 308 w 310"/>
                  <a:gd name="T27" fmla="*/ 479 h 617"/>
                  <a:gd name="T28" fmla="*/ 308 w 310"/>
                  <a:gd name="T29" fmla="*/ 589 h 617"/>
                  <a:gd name="T30" fmla="*/ 199 w 310"/>
                  <a:gd name="T31" fmla="*/ 617 h 617"/>
                  <a:gd name="T32" fmla="*/ 58 w 310"/>
                  <a:gd name="T33" fmla="*/ 472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10" h="617">
                    <a:moveTo>
                      <a:pt x="58" y="472"/>
                    </a:moveTo>
                    <a:cubicBezTo>
                      <a:pt x="58" y="242"/>
                      <a:pt x="58" y="242"/>
                      <a:pt x="58" y="242"/>
                    </a:cubicBezTo>
                    <a:cubicBezTo>
                      <a:pt x="0" y="242"/>
                      <a:pt x="0" y="242"/>
                      <a:pt x="0" y="242"/>
                    </a:cubicBezTo>
                    <a:cubicBezTo>
                      <a:pt x="0" y="124"/>
                      <a:pt x="0" y="124"/>
                      <a:pt x="0" y="124"/>
                    </a:cubicBezTo>
                    <a:cubicBezTo>
                      <a:pt x="58" y="124"/>
                      <a:pt x="58" y="124"/>
                      <a:pt x="58" y="124"/>
                    </a:cubicBezTo>
                    <a:cubicBezTo>
                      <a:pt x="58" y="0"/>
                      <a:pt x="58" y="0"/>
                      <a:pt x="58" y="0"/>
                    </a:cubicBezTo>
                    <a:cubicBezTo>
                      <a:pt x="196" y="0"/>
                      <a:pt x="196" y="0"/>
                      <a:pt x="196" y="0"/>
                    </a:cubicBezTo>
                    <a:cubicBezTo>
                      <a:pt x="196" y="124"/>
                      <a:pt x="196" y="124"/>
                      <a:pt x="196" y="124"/>
                    </a:cubicBezTo>
                    <a:cubicBezTo>
                      <a:pt x="310" y="124"/>
                      <a:pt x="310" y="124"/>
                      <a:pt x="310" y="124"/>
                    </a:cubicBezTo>
                    <a:cubicBezTo>
                      <a:pt x="310" y="242"/>
                      <a:pt x="310" y="242"/>
                      <a:pt x="310" y="242"/>
                    </a:cubicBezTo>
                    <a:cubicBezTo>
                      <a:pt x="196" y="242"/>
                      <a:pt x="196" y="242"/>
                      <a:pt x="196" y="242"/>
                    </a:cubicBezTo>
                    <a:cubicBezTo>
                      <a:pt x="196" y="449"/>
                      <a:pt x="196" y="449"/>
                      <a:pt x="196" y="449"/>
                    </a:cubicBezTo>
                    <a:cubicBezTo>
                      <a:pt x="196" y="481"/>
                      <a:pt x="209" y="496"/>
                      <a:pt x="240" y="496"/>
                    </a:cubicBezTo>
                    <a:cubicBezTo>
                      <a:pt x="265" y="496"/>
                      <a:pt x="288" y="490"/>
                      <a:pt x="308" y="479"/>
                    </a:cubicBezTo>
                    <a:cubicBezTo>
                      <a:pt x="308" y="589"/>
                      <a:pt x="308" y="589"/>
                      <a:pt x="308" y="589"/>
                    </a:cubicBezTo>
                    <a:cubicBezTo>
                      <a:pt x="279" y="607"/>
                      <a:pt x="245" y="617"/>
                      <a:pt x="199" y="617"/>
                    </a:cubicBezTo>
                    <a:cubicBezTo>
                      <a:pt x="115" y="617"/>
                      <a:pt x="58" y="584"/>
                      <a:pt x="58" y="4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77" name="Freeform 10">
                <a:extLst>
                  <a:ext uri="{FF2B5EF4-FFF2-40B4-BE49-F238E27FC236}">
                    <a16:creationId xmlns:a16="http://schemas.microsoft.com/office/drawing/2014/main" id="{0DE8FD0D-C28A-B61F-DFEE-6F90FAD7BFAA}"/>
                  </a:ext>
                </a:extLst>
              </p:cNvPr>
              <p:cNvSpPr>
                <a:spLocks noEditPoints="1"/>
              </p:cNvSpPr>
              <p:nvPr userDrawn="1"/>
            </p:nvSpPr>
            <p:spPr bwMode="auto">
              <a:xfrm>
                <a:off x="6618455" y="566212"/>
                <a:ext cx="207012" cy="219424"/>
              </a:xfrm>
              <a:custGeom>
                <a:avLst/>
                <a:gdLst>
                  <a:gd name="T0" fmla="*/ 0 w 476"/>
                  <a:gd name="T1" fmla="*/ 254 h 505"/>
                  <a:gd name="T2" fmla="*/ 0 w 476"/>
                  <a:gd name="T3" fmla="*/ 253 h 505"/>
                  <a:gd name="T4" fmla="*/ 240 w 476"/>
                  <a:gd name="T5" fmla="*/ 0 h 505"/>
                  <a:gd name="T6" fmla="*/ 476 w 476"/>
                  <a:gd name="T7" fmla="*/ 263 h 505"/>
                  <a:gd name="T8" fmla="*/ 475 w 476"/>
                  <a:gd name="T9" fmla="*/ 300 h 505"/>
                  <a:gd name="T10" fmla="*/ 137 w 476"/>
                  <a:gd name="T11" fmla="*/ 300 h 505"/>
                  <a:gd name="T12" fmla="*/ 256 w 476"/>
                  <a:gd name="T13" fmla="*/ 395 h 505"/>
                  <a:gd name="T14" fmla="*/ 373 w 476"/>
                  <a:gd name="T15" fmla="*/ 345 h 505"/>
                  <a:gd name="T16" fmla="*/ 452 w 476"/>
                  <a:gd name="T17" fmla="*/ 415 h 505"/>
                  <a:gd name="T18" fmla="*/ 254 w 476"/>
                  <a:gd name="T19" fmla="*/ 505 h 505"/>
                  <a:gd name="T20" fmla="*/ 0 w 476"/>
                  <a:gd name="T21" fmla="*/ 254 h 505"/>
                  <a:gd name="T22" fmla="*/ 342 w 476"/>
                  <a:gd name="T23" fmla="*/ 214 h 505"/>
                  <a:gd name="T24" fmla="*/ 240 w 476"/>
                  <a:gd name="T25" fmla="*/ 111 h 505"/>
                  <a:gd name="T26" fmla="*/ 135 w 476"/>
                  <a:gd name="T27" fmla="*/ 214 h 505"/>
                  <a:gd name="T28" fmla="*/ 342 w 476"/>
                  <a:gd name="T29" fmla="*/ 214 h 5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76" h="505">
                    <a:moveTo>
                      <a:pt x="0" y="254"/>
                    </a:moveTo>
                    <a:cubicBezTo>
                      <a:pt x="0" y="253"/>
                      <a:pt x="0" y="253"/>
                      <a:pt x="0" y="253"/>
                    </a:cubicBezTo>
                    <a:cubicBezTo>
                      <a:pt x="0" y="114"/>
                      <a:pt x="99" y="0"/>
                      <a:pt x="240" y="0"/>
                    </a:cubicBezTo>
                    <a:cubicBezTo>
                      <a:pt x="402" y="0"/>
                      <a:pt x="476" y="126"/>
                      <a:pt x="476" y="263"/>
                    </a:cubicBezTo>
                    <a:cubicBezTo>
                      <a:pt x="476" y="274"/>
                      <a:pt x="476" y="287"/>
                      <a:pt x="475" y="300"/>
                    </a:cubicBezTo>
                    <a:cubicBezTo>
                      <a:pt x="137" y="300"/>
                      <a:pt x="137" y="300"/>
                      <a:pt x="137" y="300"/>
                    </a:cubicBezTo>
                    <a:cubicBezTo>
                      <a:pt x="151" y="362"/>
                      <a:pt x="194" y="395"/>
                      <a:pt x="256" y="395"/>
                    </a:cubicBezTo>
                    <a:cubicBezTo>
                      <a:pt x="302" y="395"/>
                      <a:pt x="335" y="380"/>
                      <a:pt x="373" y="345"/>
                    </a:cubicBezTo>
                    <a:cubicBezTo>
                      <a:pt x="452" y="415"/>
                      <a:pt x="452" y="415"/>
                      <a:pt x="452" y="415"/>
                    </a:cubicBezTo>
                    <a:cubicBezTo>
                      <a:pt x="407" y="471"/>
                      <a:pt x="342" y="505"/>
                      <a:pt x="254" y="505"/>
                    </a:cubicBezTo>
                    <a:cubicBezTo>
                      <a:pt x="108" y="505"/>
                      <a:pt x="0" y="403"/>
                      <a:pt x="0" y="254"/>
                    </a:cubicBezTo>
                    <a:close/>
                    <a:moveTo>
                      <a:pt x="342" y="214"/>
                    </a:moveTo>
                    <a:cubicBezTo>
                      <a:pt x="334" y="152"/>
                      <a:pt x="298" y="111"/>
                      <a:pt x="240" y="111"/>
                    </a:cubicBezTo>
                    <a:cubicBezTo>
                      <a:pt x="183" y="111"/>
                      <a:pt x="146" y="151"/>
                      <a:pt x="135" y="214"/>
                    </a:cubicBezTo>
                    <a:lnTo>
                      <a:pt x="342" y="2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78" name="Freeform 11">
                <a:extLst>
                  <a:ext uri="{FF2B5EF4-FFF2-40B4-BE49-F238E27FC236}">
                    <a16:creationId xmlns:a16="http://schemas.microsoft.com/office/drawing/2014/main" id="{F351CFF9-9DD1-E9B5-EE76-334AE5F03491}"/>
                  </a:ext>
                </a:extLst>
              </p:cNvPr>
              <p:cNvSpPr>
                <a:spLocks/>
              </p:cNvSpPr>
              <p:nvPr userDrawn="1"/>
            </p:nvSpPr>
            <p:spPr bwMode="auto">
              <a:xfrm>
                <a:off x="6837879" y="564438"/>
                <a:ext cx="127221" cy="216321"/>
              </a:xfrm>
              <a:custGeom>
                <a:avLst/>
                <a:gdLst>
                  <a:gd name="T0" fmla="*/ 0 w 293"/>
                  <a:gd name="T1" fmla="*/ 13 h 498"/>
                  <a:gd name="T2" fmla="*/ 138 w 293"/>
                  <a:gd name="T3" fmla="*/ 13 h 498"/>
                  <a:gd name="T4" fmla="*/ 138 w 293"/>
                  <a:gd name="T5" fmla="*/ 111 h 498"/>
                  <a:gd name="T6" fmla="*/ 293 w 293"/>
                  <a:gd name="T7" fmla="*/ 4 h 498"/>
                  <a:gd name="T8" fmla="*/ 293 w 293"/>
                  <a:gd name="T9" fmla="*/ 148 h 498"/>
                  <a:gd name="T10" fmla="*/ 285 w 293"/>
                  <a:gd name="T11" fmla="*/ 148 h 498"/>
                  <a:gd name="T12" fmla="*/ 138 w 293"/>
                  <a:gd name="T13" fmla="*/ 319 h 498"/>
                  <a:gd name="T14" fmla="*/ 138 w 293"/>
                  <a:gd name="T15" fmla="*/ 498 h 498"/>
                  <a:gd name="T16" fmla="*/ 0 w 293"/>
                  <a:gd name="T17" fmla="*/ 498 h 498"/>
                  <a:gd name="T18" fmla="*/ 0 w 293"/>
                  <a:gd name="T19" fmla="*/ 13 h 4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93" h="498">
                    <a:moveTo>
                      <a:pt x="0" y="13"/>
                    </a:moveTo>
                    <a:cubicBezTo>
                      <a:pt x="138" y="13"/>
                      <a:pt x="138" y="13"/>
                      <a:pt x="138" y="13"/>
                    </a:cubicBezTo>
                    <a:cubicBezTo>
                      <a:pt x="138" y="111"/>
                      <a:pt x="138" y="111"/>
                      <a:pt x="138" y="111"/>
                    </a:cubicBezTo>
                    <a:cubicBezTo>
                      <a:pt x="166" y="44"/>
                      <a:pt x="211" y="0"/>
                      <a:pt x="293" y="4"/>
                    </a:cubicBezTo>
                    <a:cubicBezTo>
                      <a:pt x="293" y="148"/>
                      <a:pt x="293" y="148"/>
                      <a:pt x="293" y="148"/>
                    </a:cubicBezTo>
                    <a:cubicBezTo>
                      <a:pt x="285" y="148"/>
                      <a:pt x="285" y="148"/>
                      <a:pt x="285" y="148"/>
                    </a:cubicBezTo>
                    <a:cubicBezTo>
                      <a:pt x="194" y="148"/>
                      <a:pt x="138" y="203"/>
                      <a:pt x="138" y="319"/>
                    </a:cubicBezTo>
                    <a:cubicBezTo>
                      <a:pt x="138" y="498"/>
                      <a:pt x="138" y="498"/>
                      <a:pt x="138" y="498"/>
                    </a:cubicBezTo>
                    <a:cubicBezTo>
                      <a:pt x="0" y="498"/>
                      <a:pt x="0" y="498"/>
                      <a:pt x="0" y="498"/>
                    </a:cubicBezTo>
                    <a:lnTo>
                      <a:pt x="0" y="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79" name="Freeform 12">
                <a:extLst>
                  <a:ext uri="{FF2B5EF4-FFF2-40B4-BE49-F238E27FC236}">
                    <a16:creationId xmlns:a16="http://schemas.microsoft.com/office/drawing/2014/main" id="{5CBDFCA1-F27C-774F-EB38-070587A34AB2}"/>
                  </a:ext>
                </a:extLst>
              </p:cNvPr>
              <p:cNvSpPr>
                <a:spLocks/>
              </p:cNvSpPr>
              <p:nvPr userDrawn="1"/>
            </p:nvSpPr>
            <p:spPr bwMode="auto">
              <a:xfrm>
                <a:off x="4988072" y="888476"/>
                <a:ext cx="134757" cy="268628"/>
              </a:xfrm>
              <a:custGeom>
                <a:avLst/>
                <a:gdLst>
                  <a:gd name="T0" fmla="*/ 58 w 310"/>
                  <a:gd name="T1" fmla="*/ 472 h 618"/>
                  <a:gd name="T2" fmla="*/ 58 w 310"/>
                  <a:gd name="T3" fmla="*/ 242 h 618"/>
                  <a:gd name="T4" fmla="*/ 0 w 310"/>
                  <a:gd name="T5" fmla="*/ 242 h 618"/>
                  <a:gd name="T6" fmla="*/ 0 w 310"/>
                  <a:gd name="T7" fmla="*/ 124 h 618"/>
                  <a:gd name="T8" fmla="*/ 58 w 310"/>
                  <a:gd name="T9" fmla="*/ 124 h 618"/>
                  <a:gd name="T10" fmla="*/ 58 w 310"/>
                  <a:gd name="T11" fmla="*/ 0 h 618"/>
                  <a:gd name="T12" fmla="*/ 195 w 310"/>
                  <a:gd name="T13" fmla="*/ 0 h 618"/>
                  <a:gd name="T14" fmla="*/ 195 w 310"/>
                  <a:gd name="T15" fmla="*/ 124 h 618"/>
                  <a:gd name="T16" fmla="*/ 310 w 310"/>
                  <a:gd name="T17" fmla="*/ 124 h 618"/>
                  <a:gd name="T18" fmla="*/ 310 w 310"/>
                  <a:gd name="T19" fmla="*/ 242 h 618"/>
                  <a:gd name="T20" fmla="*/ 195 w 310"/>
                  <a:gd name="T21" fmla="*/ 242 h 618"/>
                  <a:gd name="T22" fmla="*/ 195 w 310"/>
                  <a:gd name="T23" fmla="*/ 449 h 618"/>
                  <a:gd name="T24" fmla="*/ 240 w 310"/>
                  <a:gd name="T25" fmla="*/ 496 h 618"/>
                  <a:gd name="T26" fmla="*/ 308 w 310"/>
                  <a:gd name="T27" fmla="*/ 479 h 618"/>
                  <a:gd name="T28" fmla="*/ 308 w 310"/>
                  <a:gd name="T29" fmla="*/ 590 h 618"/>
                  <a:gd name="T30" fmla="*/ 199 w 310"/>
                  <a:gd name="T31" fmla="*/ 618 h 618"/>
                  <a:gd name="T32" fmla="*/ 58 w 310"/>
                  <a:gd name="T33" fmla="*/ 472 h 6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10" h="618">
                    <a:moveTo>
                      <a:pt x="58" y="472"/>
                    </a:moveTo>
                    <a:cubicBezTo>
                      <a:pt x="58" y="242"/>
                      <a:pt x="58" y="242"/>
                      <a:pt x="58" y="242"/>
                    </a:cubicBezTo>
                    <a:cubicBezTo>
                      <a:pt x="0" y="242"/>
                      <a:pt x="0" y="242"/>
                      <a:pt x="0" y="242"/>
                    </a:cubicBezTo>
                    <a:cubicBezTo>
                      <a:pt x="0" y="124"/>
                      <a:pt x="0" y="124"/>
                      <a:pt x="0" y="124"/>
                    </a:cubicBezTo>
                    <a:cubicBezTo>
                      <a:pt x="58" y="124"/>
                      <a:pt x="58" y="124"/>
                      <a:pt x="58" y="124"/>
                    </a:cubicBezTo>
                    <a:cubicBezTo>
                      <a:pt x="58" y="0"/>
                      <a:pt x="58" y="0"/>
                      <a:pt x="58" y="0"/>
                    </a:cubicBezTo>
                    <a:cubicBezTo>
                      <a:pt x="195" y="0"/>
                      <a:pt x="195" y="0"/>
                      <a:pt x="195" y="0"/>
                    </a:cubicBezTo>
                    <a:cubicBezTo>
                      <a:pt x="195" y="124"/>
                      <a:pt x="195" y="124"/>
                      <a:pt x="195" y="124"/>
                    </a:cubicBezTo>
                    <a:cubicBezTo>
                      <a:pt x="310" y="124"/>
                      <a:pt x="310" y="124"/>
                      <a:pt x="310" y="124"/>
                    </a:cubicBezTo>
                    <a:cubicBezTo>
                      <a:pt x="310" y="242"/>
                      <a:pt x="310" y="242"/>
                      <a:pt x="310" y="242"/>
                    </a:cubicBezTo>
                    <a:cubicBezTo>
                      <a:pt x="195" y="242"/>
                      <a:pt x="195" y="242"/>
                      <a:pt x="195" y="242"/>
                    </a:cubicBezTo>
                    <a:cubicBezTo>
                      <a:pt x="195" y="449"/>
                      <a:pt x="195" y="449"/>
                      <a:pt x="195" y="449"/>
                    </a:cubicBezTo>
                    <a:cubicBezTo>
                      <a:pt x="195" y="481"/>
                      <a:pt x="209" y="496"/>
                      <a:pt x="240" y="496"/>
                    </a:cubicBezTo>
                    <a:cubicBezTo>
                      <a:pt x="265" y="496"/>
                      <a:pt x="288" y="490"/>
                      <a:pt x="308" y="479"/>
                    </a:cubicBezTo>
                    <a:cubicBezTo>
                      <a:pt x="308" y="590"/>
                      <a:pt x="308" y="590"/>
                      <a:pt x="308" y="590"/>
                    </a:cubicBezTo>
                    <a:cubicBezTo>
                      <a:pt x="279" y="607"/>
                      <a:pt x="245" y="618"/>
                      <a:pt x="199" y="618"/>
                    </a:cubicBezTo>
                    <a:cubicBezTo>
                      <a:pt x="115" y="618"/>
                      <a:pt x="58" y="584"/>
                      <a:pt x="58" y="4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80" name="Freeform 13">
                <a:extLst>
                  <a:ext uri="{FF2B5EF4-FFF2-40B4-BE49-F238E27FC236}">
                    <a16:creationId xmlns:a16="http://schemas.microsoft.com/office/drawing/2014/main" id="{32C7C41D-9C2F-F9CB-F801-1289ECF5E586}"/>
                  </a:ext>
                </a:extLst>
              </p:cNvPr>
              <p:cNvSpPr>
                <a:spLocks noEditPoints="1"/>
              </p:cNvSpPr>
              <p:nvPr userDrawn="1"/>
            </p:nvSpPr>
            <p:spPr bwMode="auto">
              <a:xfrm>
                <a:off x="5131251" y="938123"/>
                <a:ext cx="207455" cy="219867"/>
              </a:xfrm>
              <a:custGeom>
                <a:avLst/>
                <a:gdLst>
                  <a:gd name="T0" fmla="*/ 0 w 477"/>
                  <a:gd name="T1" fmla="*/ 254 h 505"/>
                  <a:gd name="T2" fmla="*/ 0 w 477"/>
                  <a:gd name="T3" fmla="*/ 253 h 505"/>
                  <a:gd name="T4" fmla="*/ 240 w 477"/>
                  <a:gd name="T5" fmla="*/ 0 h 505"/>
                  <a:gd name="T6" fmla="*/ 477 w 477"/>
                  <a:gd name="T7" fmla="*/ 263 h 505"/>
                  <a:gd name="T8" fmla="*/ 475 w 477"/>
                  <a:gd name="T9" fmla="*/ 300 h 505"/>
                  <a:gd name="T10" fmla="*/ 137 w 477"/>
                  <a:gd name="T11" fmla="*/ 300 h 505"/>
                  <a:gd name="T12" fmla="*/ 256 w 477"/>
                  <a:gd name="T13" fmla="*/ 395 h 505"/>
                  <a:gd name="T14" fmla="*/ 373 w 477"/>
                  <a:gd name="T15" fmla="*/ 345 h 505"/>
                  <a:gd name="T16" fmla="*/ 452 w 477"/>
                  <a:gd name="T17" fmla="*/ 415 h 505"/>
                  <a:gd name="T18" fmla="*/ 254 w 477"/>
                  <a:gd name="T19" fmla="*/ 505 h 505"/>
                  <a:gd name="T20" fmla="*/ 0 w 477"/>
                  <a:gd name="T21" fmla="*/ 254 h 505"/>
                  <a:gd name="T22" fmla="*/ 343 w 477"/>
                  <a:gd name="T23" fmla="*/ 214 h 505"/>
                  <a:gd name="T24" fmla="*/ 240 w 477"/>
                  <a:gd name="T25" fmla="*/ 111 h 505"/>
                  <a:gd name="T26" fmla="*/ 135 w 477"/>
                  <a:gd name="T27" fmla="*/ 214 h 505"/>
                  <a:gd name="T28" fmla="*/ 343 w 477"/>
                  <a:gd name="T29" fmla="*/ 214 h 5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77" h="505">
                    <a:moveTo>
                      <a:pt x="0" y="254"/>
                    </a:moveTo>
                    <a:cubicBezTo>
                      <a:pt x="0" y="253"/>
                      <a:pt x="0" y="253"/>
                      <a:pt x="0" y="253"/>
                    </a:cubicBezTo>
                    <a:cubicBezTo>
                      <a:pt x="0" y="114"/>
                      <a:pt x="99" y="0"/>
                      <a:pt x="240" y="0"/>
                    </a:cubicBezTo>
                    <a:cubicBezTo>
                      <a:pt x="402" y="0"/>
                      <a:pt x="477" y="126"/>
                      <a:pt x="477" y="263"/>
                    </a:cubicBezTo>
                    <a:cubicBezTo>
                      <a:pt x="477" y="274"/>
                      <a:pt x="476" y="287"/>
                      <a:pt x="475" y="300"/>
                    </a:cubicBezTo>
                    <a:cubicBezTo>
                      <a:pt x="137" y="300"/>
                      <a:pt x="137" y="300"/>
                      <a:pt x="137" y="300"/>
                    </a:cubicBezTo>
                    <a:cubicBezTo>
                      <a:pt x="151" y="362"/>
                      <a:pt x="194" y="395"/>
                      <a:pt x="256" y="395"/>
                    </a:cubicBezTo>
                    <a:cubicBezTo>
                      <a:pt x="302" y="395"/>
                      <a:pt x="335" y="380"/>
                      <a:pt x="373" y="345"/>
                    </a:cubicBezTo>
                    <a:cubicBezTo>
                      <a:pt x="452" y="415"/>
                      <a:pt x="452" y="415"/>
                      <a:pt x="452" y="415"/>
                    </a:cubicBezTo>
                    <a:cubicBezTo>
                      <a:pt x="407" y="471"/>
                      <a:pt x="342" y="505"/>
                      <a:pt x="254" y="505"/>
                    </a:cubicBezTo>
                    <a:cubicBezTo>
                      <a:pt x="108" y="505"/>
                      <a:pt x="0" y="403"/>
                      <a:pt x="0" y="254"/>
                    </a:cubicBezTo>
                    <a:close/>
                    <a:moveTo>
                      <a:pt x="343" y="214"/>
                    </a:moveTo>
                    <a:cubicBezTo>
                      <a:pt x="334" y="152"/>
                      <a:pt x="298" y="111"/>
                      <a:pt x="240" y="111"/>
                    </a:cubicBezTo>
                    <a:cubicBezTo>
                      <a:pt x="183" y="111"/>
                      <a:pt x="146" y="151"/>
                      <a:pt x="135" y="214"/>
                    </a:cubicBezTo>
                    <a:lnTo>
                      <a:pt x="343" y="2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81" name="Freeform 14">
                <a:extLst>
                  <a:ext uri="{FF2B5EF4-FFF2-40B4-BE49-F238E27FC236}">
                    <a16:creationId xmlns:a16="http://schemas.microsoft.com/office/drawing/2014/main" id="{D3D8F53A-7C54-73FF-7202-68AF9530CEF8}"/>
                  </a:ext>
                </a:extLst>
              </p:cNvPr>
              <p:cNvSpPr>
                <a:spLocks/>
              </p:cNvSpPr>
              <p:nvPr userDrawn="1"/>
            </p:nvSpPr>
            <p:spPr bwMode="auto">
              <a:xfrm>
                <a:off x="5348015" y="938123"/>
                <a:ext cx="195486" cy="219867"/>
              </a:xfrm>
              <a:custGeom>
                <a:avLst/>
                <a:gdLst>
                  <a:gd name="T0" fmla="*/ 0 w 450"/>
                  <a:gd name="T1" fmla="*/ 254 h 505"/>
                  <a:gd name="T2" fmla="*/ 0 w 450"/>
                  <a:gd name="T3" fmla="*/ 253 h 505"/>
                  <a:gd name="T4" fmla="*/ 254 w 450"/>
                  <a:gd name="T5" fmla="*/ 0 h 505"/>
                  <a:gd name="T6" fmla="*/ 448 w 450"/>
                  <a:gd name="T7" fmla="*/ 82 h 505"/>
                  <a:gd name="T8" fmla="*/ 363 w 450"/>
                  <a:gd name="T9" fmla="*/ 172 h 505"/>
                  <a:gd name="T10" fmla="*/ 253 w 450"/>
                  <a:gd name="T11" fmla="*/ 119 h 505"/>
                  <a:gd name="T12" fmla="*/ 135 w 450"/>
                  <a:gd name="T13" fmla="*/ 251 h 505"/>
                  <a:gd name="T14" fmla="*/ 135 w 450"/>
                  <a:gd name="T15" fmla="*/ 253 h 505"/>
                  <a:gd name="T16" fmla="*/ 258 w 450"/>
                  <a:gd name="T17" fmla="*/ 387 h 505"/>
                  <a:gd name="T18" fmla="*/ 370 w 450"/>
                  <a:gd name="T19" fmla="*/ 335 h 505"/>
                  <a:gd name="T20" fmla="*/ 450 w 450"/>
                  <a:gd name="T21" fmla="*/ 416 h 505"/>
                  <a:gd name="T22" fmla="*/ 252 w 450"/>
                  <a:gd name="T23" fmla="*/ 505 h 505"/>
                  <a:gd name="T24" fmla="*/ 0 w 450"/>
                  <a:gd name="T25" fmla="*/ 254 h 5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50" h="505">
                    <a:moveTo>
                      <a:pt x="0" y="254"/>
                    </a:moveTo>
                    <a:cubicBezTo>
                      <a:pt x="0" y="253"/>
                      <a:pt x="0" y="253"/>
                      <a:pt x="0" y="253"/>
                    </a:cubicBezTo>
                    <a:cubicBezTo>
                      <a:pt x="0" y="114"/>
                      <a:pt x="106" y="0"/>
                      <a:pt x="254" y="0"/>
                    </a:cubicBezTo>
                    <a:cubicBezTo>
                      <a:pt x="345" y="0"/>
                      <a:pt x="402" y="31"/>
                      <a:pt x="448" y="82"/>
                    </a:cubicBezTo>
                    <a:cubicBezTo>
                      <a:pt x="363" y="172"/>
                      <a:pt x="363" y="172"/>
                      <a:pt x="363" y="172"/>
                    </a:cubicBezTo>
                    <a:cubicBezTo>
                      <a:pt x="333" y="139"/>
                      <a:pt x="302" y="119"/>
                      <a:pt x="253" y="119"/>
                    </a:cubicBezTo>
                    <a:cubicBezTo>
                      <a:pt x="184" y="119"/>
                      <a:pt x="135" y="179"/>
                      <a:pt x="135" y="251"/>
                    </a:cubicBezTo>
                    <a:cubicBezTo>
                      <a:pt x="135" y="253"/>
                      <a:pt x="135" y="253"/>
                      <a:pt x="135" y="253"/>
                    </a:cubicBezTo>
                    <a:cubicBezTo>
                      <a:pt x="135" y="327"/>
                      <a:pt x="183" y="387"/>
                      <a:pt x="258" y="387"/>
                    </a:cubicBezTo>
                    <a:cubicBezTo>
                      <a:pt x="305" y="387"/>
                      <a:pt x="336" y="367"/>
                      <a:pt x="370" y="335"/>
                    </a:cubicBezTo>
                    <a:cubicBezTo>
                      <a:pt x="450" y="416"/>
                      <a:pt x="450" y="416"/>
                      <a:pt x="450" y="416"/>
                    </a:cubicBezTo>
                    <a:cubicBezTo>
                      <a:pt x="403" y="468"/>
                      <a:pt x="349" y="505"/>
                      <a:pt x="252" y="505"/>
                    </a:cubicBezTo>
                    <a:cubicBezTo>
                      <a:pt x="106" y="505"/>
                      <a:pt x="0" y="393"/>
                      <a:pt x="0" y="25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82" name="Freeform 15">
                <a:extLst>
                  <a:ext uri="{FF2B5EF4-FFF2-40B4-BE49-F238E27FC236}">
                    <a16:creationId xmlns:a16="http://schemas.microsoft.com/office/drawing/2014/main" id="{BD2B90D5-630B-CFC6-CE5B-4A3E77847404}"/>
                  </a:ext>
                </a:extLst>
              </p:cNvPr>
              <p:cNvSpPr>
                <a:spLocks/>
              </p:cNvSpPr>
              <p:nvPr userDrawn="1"/>
            </p:nvSpPr>
            <p:spPr bwMode="auto">
              <a:xfrm>
                <a:off x="5553254" y="866312"/>
                <a:ext cx="193270" cy="286802"/>
              </a:xfrm>
              <a:custGeom>
                <a:avLst/>
                <a:gdLst>
                  <a:gd name="T0" fmla="*/ 0 w 445"/>
                  <a:gd name="T1" fmla="*/ 0 h 660"/>
                  <a:gd name="T2" fmla="*/ 138 w 445"/>
                  <a:gd name="T3" fmla="*/ 0 h 660"/>
                  <a:gd name="T4" fmla="*/ 138 w 445"/>
                  <a:gd name="T5" fmla="*/ 244 h 660"/>
                  <a:gd name="T6" fmla="*/ 280 w 445"/>
                  <a:gd name="T7" fmla="*/ 166 h 660"/>
                  <a:gd name="T8" fmla="*/ 445 w 445"/>
                  <a:gd name="T9" fmla="*/ 346 h 660"/>
                  <a:gd name="T10" fmla="*/ 445 w 445"/>
                  <a:gd name="T11" fmla="*/ 660 h 660"/>
                  <a:gd name="T12" fmla="*/ 307 w 445"/>
                  <a:gd name="T13" fmla="*/ 660 h 660"/>
                  <a:gd name="T14" fmla="*/ 307 w 445"/>
                  <a:gd name="T15" fmla="*/ 390 h 660"/>
                  <a:gd name="T16" fmla="*/ 224 w 445"/>
                  <a:gd name="T17" fmla="*/ 291 h 660"/>
                  <a:gd name="T18" fmla="*/ 138 w 445"/>
                  <a:gd name="T19" fmla="*/ 390 h 660"/>
                  <a:gd name="T20" fmla="*/ 138 w 445"/>
                  <a:gd name="T21" fmla="*/ 660 h 660"/>
                  <a:gd name="T22" fmla="*/ 0 w 445"/>
                  <a:gd name="T23" fmla="*/ 660 h 660"/>
                  <a:gd name="T24" fmla="*/ 0 w 445"/>
                  <a:gd name="T25" fmla="*/ 0 h 6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5" h="660">
                    <a:moveTo>
                      <a:pt x="0" y="0"/>
                    </a:moveTo>
                    <a:cubicBezTo>
                      <a:pt x="138" y="0"/>
                      <a:pt x="138" y="0"/>
                      <a:pt x="138" y="0"/>
                    </a:cubicBezTo>
                    <a:cubicBezTo>
                      <a:pt x="138" y="244"/>
                      <a:pt x="138" y="244"/>
                      <a:pt x="138" y="244"/>
                    </a:cubicBezTo>
                    <a:cubicBezTo>
                      <a:pt x="169" y="203"/>
                      <a:pt x="210" y="166"/>
                      <a:pt x="280" y="166"/>
                    </a:cubicBezTo>
                    <a:cubicBezTo>
                      <a:pt x="384" y="166"/>
                      <a:pt x="445" y="235"/>
                      <a:pt x="445" y="346"/>
                    </a:cubicBezTo>
                    <a:cubicBezTo>
                      <a:pt x="445" y="660"/>
                      <a:pt x="445" y="660"/>
                      <a:pt x="445" y="660"/>
                    </a:cubicBezTo>
                    <a:cubicBezTo>
                      <a:pt x="307" y="660"/>
                      <a:pt x="307" y="660"/>
                      <a:pt x="307" y="660"/>
                    </a:cubicBezTo>
                    <a:cubicBezTo>
                      <a:pt x="307" y="390"/>
                      <a:pt x="307" y="390"/>
                      <a:pt x="307" y="390"/>
                    </a:cubicBezTo>
                    <a:cubicBezTo>
                      <a:pt x="307" y="324"/>
                      <a:pt x="276" y="291"/>
                      <a:pt x="224" y="291"/>
                    </a:cubicBezTo>
                    <a:cubicBezTo>
                      <a:pt x="171" y="291"/>
                      <a:pt x="138" y="324"/>
                      <a:pt x="138" y="390"/>
                    </a:cubicBezTo>
                    <a:cubicBezTo>
                      <a:pt x="138" y="660"/>
                      <a:pt x="138" y="660"/>
                      <a:pt x="138" y="660"/>
                    </a:cubicBezTo>
                    <a:cubicBezTo>
                      <a:pt x="0" y="660"/>
                      <a:pt x="0" y="660"/>
                      <a:pt x="0" y="660"/>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83" name="Freeform 16">
                <a:extLst>
                  <a:ext uri="{FF2B5EF4-FFF2-40B4-BE49-F238E27FC236}">
                    <a16:creationId xmlns:a16="http://schemas.microsoft.com/office/drawing/2014/main" id="{44BDC175-2104-E7E3-2519-DA2F92A4A931}"/>
                  </a:ext>
                </a:extLst>
              </p:cNvPr>
              <p:cNvSpPr>
                <a:spLocks/>
              </p:cNvSpPr>
              <p:nvPr userDrawn="1"/>
            </p:nvSpPr>
            <p:spPr bwMode="auto">
              <a:xfrm>
                <a:off x="5762039" y="938123"/>
                <a:ext cx="192827" cy="214991"/>
              </a:xfrm>
              <a:custGeom>
                <a:avLst/>
                <a:gdLst>
                  <a:gd name="T0" fmla="*/ 0 w 444"/>
                  <a:gd name="T1" fmla="*/ 9 h 494"/>
                  <a:gd name="T2" fmla="*/ 137 w 444"/>
                  <a:gd name="T3" fmla="*/ 9 h 494"/>
                  <a:gd name="T4" fmla="*/ 137 w 444"/>
                  <a:gd name="T5" fmla="*/ 78 h 494"/>
                  <a:gd name="T6" fmla="*/ 279 w 444"/>
                  <a:gd name="T7" fmla="*/ 0 h 494"/>
                  <a:gd name="T8" fmla="*/ 444 w 444"/>
                  <a:gd name="T9" fmla="*/ 180 h 494"/>
                  <a:gd name="T10" fmla="*/ 444 w 444"/>
                  <a:gd name="T11" fmla="*/ 494 h 494"/>
                  <a:gd name="T12" fmla="*/ 306 w 444"/>
                  <a:gd name="T13" fmla="*/ 494 h 494"/>
                  <a:gd name="T14" fmla="*/ 306 w 444"/>
                  <a:gd name="T15" fmla="*/ 224 h 494"/>
                  <a:gd name="T16" fmla="*/ 223 w 444"/>
                  <a:gd name="T17" fmla="*/ 125 h 494"/>
                  <a:gd name="T18" fmla="*/ 137 w 444"/>
                  <a:gd name="T19" fmla="*/ 224 h 494"/>
                  <a:gd name="T20" fmla="*/ 137 w 444"/>
                  <a:gd name="T21" fmla="*/ 494 h 494"/>
                  <a:gd name="T22" fmla="*/ 0 w 444"/>
                  <a:gd name="T23" fmla="*/ 494 h 494"/>
                  <a:gd name="T24" fmla="*/ 0 w 444"/>
                  <a:gd name="T25" fmla="*/ 9 h 4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4" h="494">
                    <a:moveTo>
                      <a:pt x="0" y="9"/>
                    </a:moveTo>
                    <a:cubicBezTo>
                      <a:pt x="137" y="9"/>
                      <a:pt x="137" y="9"/>
                      <a:pt x="137" y="9"/>
                    </a:cubicBezTo>
                    <a:cubicBezTo>
                      <a:pt x="137" y="78"/>
                      <a:pt x="137" y="78"/>
                      <a:pt x="137" y="78"/>
                    </a:cubicBezTo>
                    <a:cubicBezTo>
                      <a:pt x="169" y="37"/>
                      <a:pt x="210" y="0"/>
                      <a:pt x="279" y="0"/>
                    </a:cubicBezTo>
                    <a:cubicBezTo>
                      <a:pt x="383" y="0"/>
                      <a:pt x="444" y="69"/>
                      <a:pt x="444" y="180"/>
                    </a:cubicBezTo>
                    <a:cubicBezTo>
                      <a:pt x="444" y="494"/>
                      <a:pt x="444" y="494"/>
                      <a:pt x="444" y="494"/>
                    </a:cubicBezTo>
                    <a:cubicBezTo>
                      <a:pt x="306" y="494"/>
                      <a:pt x="306" y="494"/>
                      <a:pt x="306" y="494"/>
                    </a:cubicBezTo>
                    <a:cubicBezTo>
                      <a:pt x="306" y="224"/>
                      <a:pt x="306" y="224"/>
                      <a:pt x="306" y="224"/>
                    </a:cubicBezTo>
                    <a:cubicBezTo>
                      <a:pt x="306" y="158"/>
                      <a:pt x="276" y="125"/>
                      <a:pt x="223" y="125"/>
                    </a:cubicBezTo>
                    <a:cubicBezTo>
                      <a:pt x="171" y="125"/>
                      <a:pt x="137" y="158"/>
                      <a:pt x="137" y="224"/>
                    </a:cubicBezTo>
                    <a:cubicBezTo>
                      <a:pt x="137" y="494"/>
                      <a:pt x="137" y="494"/>
                      <a:pt x="137" y="494"/>
                    </a:cubicBezTo>
                    <a:cubicBezTo>
                      <a:pt x="0" y="494"/>
                      <a:pt x="0" y="494"/>
                      <a:pt x="0" y="494"/>
                    </a:cubicBezTo>
                    <a:lnTo>
                      <a:pt x="0"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84" name="Freeform 17">
                <a:extLst>
                  <a:ext uri="{FF2B5EF4-FFF2-40B4-BE49-F238E27FC236}">
                    <a16:creationId xmlns:a16="http://schemas.microsoft.com/office/drawing/2014/main" id="{E76CB955-2FC2-83C2-AC09-AD01BCCF18B2}"/>
                  </a:ext>
                </a:extLst>
              </p:cNvPr>
              <p:cNvSpPr>
                <a:spLocks noEditPoints="1"/>
              </p:cNvSpPr>
              <p:nvPr userDrawn="1"/>
            </p:nvSpPr>
            <p:spPr bwMode="auto">
              <a:xfrm>
                <a:off x="5967277" y="938123"/>
                <a:ext cx="228289" cy="219867"/>
              </a:xfrm>
              <a:custGeom>
                <a:avLst/>
                <a:gdLst>
                  <a:gd name="T0" fmla="*/ 0 w 525"/>
                  <a:gd name="T1" fmla="*/ 254 h 505"/>
                  <a:gd name="T2" fmla="*/ 0 w 525"/>
                  <a:gd name="T3" fmla="*/ 253 h 505"/>
                  <a:gd name="T4" fmla="*/ 263 w 525"/>
                  <a:gd name="T5" fmla="*/ 0 h 505"/>
                  <a:gd name="T6" fmla="*/ 525 w 525"/>
                  <a:gd name="T7" fmla="*/ 251 h 505"/>
                  <a:gd name="T8" fmla="*/ 525 w 525"/>
                  <a:gd name="T9" fmla="*/ 253 h 505"/>
                  <a:gd name="T10" fmla="*/ 262 w 525"/>
                  <a:gd name="T11" fmla="*/ 505 h 505"/>
                  <a:gd name="T12" fmla="*/ 0 w 525"/>
                  <a:gd name="T13" fmla="*/ 254 h 505"/>
                  <a:gd name="T14" fmla="*/ 389 w 525"/>
                  <a:gd name="T15" fmla="*/ 254 h 505"/>
                  <a:gd name="T16" fmla="*/ 389 w 525"/>
                  <a:gd name="T17" fmla="*/ 253 h 505"/>
                  <a:gd name="T18" fmla="*/ 262 w 525"/>
                  <a:gd name="T19" fmla="*/ 119 h 505"/>
                  <a:gd name="T20" fmla="*/ 136 w 525"/>
                  <a:gd name="T21" fmla="*/ 251 h 505"/>
                  <a:gd name="T22" fmla="*/ 136 w 525"/>
                  <a:gd name="T23" fmla="*/ 253 h 505"/>
                  <a:gd name="T24" fmla="*/ 263 w 525"/>
                  <a:gd name="T25" fmla="*/ 387 h 505"/>
                  <a:gd name="T26" fmla="*/ 389 w 525"/>
                  <a:gd name="T27" fmla="*/ 254 h 5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25" h="505">
                    <a:moveTo>
                      <a:pt x="0" y="254"/>
                    </a:moveTo>
                    <a:cubicBezTo>
                      <a:pt x="0" y="253"/>
                      <a:pt x="0" y="253"/>
                      <a:pt x="0" y="253"/>
                    </a:cubicBezTo>
                    <a:cubicBezTo>
                      <a:pt x="0" y="113"/>
                      <a:pt x="112" y="0"/>
                      <a:pt x="263" y="0"/>
                    </a:cubicBezTo>
                    <a:cubicBezTo>
                      <a:pt x="414" y="0"/>
                      <a:pt x="525" y="111"/>
                      <a:pt x="525" y="251"/>
                    </a:cubicBezTo>
                    <a:cubicBezTo>
                      <a:pt x="525" y="253"/>
                      <a:pt x="525" y="253"/>
                      <a:pt x="525" y="253"/>
                    </a:cubicBezTo>
                    <a:cubicBezTo>
                      <a:pt x="525" y="392"/>
                      <a:pt x="413" y="505"/>
                      <a:pt x="262" y="505"/>
                    </a:cubicBezTo>
                    <a:cubicBezTo>
                      <a:pt x="111" y="505"/>
                      <a:pt x="0" y="394"/>
                      <a:pt x="0" y="254"/>
                    </a:cubicBezTo>
                    <a:close/>
                    <a:moveTo>
                      <a:pt x="389" y="254"/>
                    </a:moveTo>
                    <a:cubicBezTo>
                      <a:pt x="389" y="253"/>
                      <a:pt x="389" y="253"/>
                      <a:pt x="389" y="253"/>
                    </a:cubicBezTo>
                    <a:cubicBezTo>
                      <a:pt x="389" y="181"/>
                      <a:pt x="338" y="119"/>
                      <a:pt x="262" y="119"/>
                    </a:cubicBezTo>
                    <a:cubicBezTo>
                      <a:pt x="183" y="119"/>
                      <a:pt x="136" y="179"/>
                      <a:pt x="136" y="251"/>
                    </a:cubicBezTo>
                    <a:cubicBezTo>
                      <a:pt x="136" y="253"/>
                      <a:pt x="136" y="253"/>
                      <a:pt x="136" y="253"/>
                    </a:cubicBezTo>
                    <a:cubicBezTo>
                      <a:pt x="136" y="324"/>
                      <a:pt x="187" y="387"/>
                      <a:pt x="263" y="387"/>
                    </a:cubicBezTo>
                    <a:cubicBezTo>
                      <a:pt x="342" y="387"/>
                      <a:pt x="389" y="326"/>
                      <a:pt x="389" y="25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85" name="Rectangle 18">
                <a:extLst>
                  <a:ext uri="{FF2B5EF4-FFF2-40B4-BE49-F238E27FC236}">
                    <a16:creationId xmlns:a16="http://schemas.microsoft.com/office/drawing/2014/main" id="{BB15E459-A560-CBA7-38D2-49EC0DF1798C}"/>
                  </a:ext>
                </a:extLst>
              </p:cNvPr>
              <p:cNvSpPr>
                <a:spLocks noChangeArrowheads="1"/>
              </p:cNvSpPr>
              <p:nvPr userDrawn="1"/>
            </p:nvSpPr>
            <p:spPr bwMode="auto">
              <a:xfrm>
                <a:off x="6207091" y="866312"/>
                <a:ext cx="59843" cy="28680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86" name="Freeform 19">
                <a:extLst>
                  <a:ext uri="{FF2B5EF4-FFF2-40B4-BE49-F238E27FC236}">
                    <a16:creationId xmlns:a16="http://schemas.microsoft.com/office/drawing/2014/main" id="{A894E637-6612-023A-5D26-292EB224BB2E}"/>
                  </a:ext>
                </a:extLst>
              </p:cNvPr>
              <p:cNvSpPr>
                <a:spLocks noEditPoints="1"/>
              </p:cNvSpPr>
              <p:nvPr userDrawn="1"/>
            </p:nvSpPr>
            <p:spPr bwMode="auto">
              <a:xfrm>
                <a:off x="6278460" y="938123"/>
                <a:ext cx="228732" cy="219867"/>
              </a:xfrm>
              <a:custGeom>
                <a:avLst/>
                <a:gdLst>
                  <a:gd name="T0" fmla="*/ 0 w 526"/>
                  <a:gd name="T1" fmla="*/ 254 h 505"/>
                  <a:gd name="T2" fmla="*/ 0 w 526"/>
                  <a:gd name="T3" fmla="*/ 253 h 505"/>
                  <a:gd name="T4" fmla="*/ 264 w 526"/>
                  <a:gd name="T5" fmla="*/ 0 h 505"/>
                  <a:gd name="T6" fmla="*/ 526 w 526"/>
                  <a:gd name="T7" fmla="*/ 251 h 505"/>
                  <a:gd name="T8" fmla="*/ 526 w 526"/>
                  <a:gd name="T9" fmla="*/ 253 h 505"/>
                  <a:gd name="T10" fmla="*/ 262 w 526"/>
                  <a:gd name="T11" fmla="*/ 505 h 505"/>
                  <a:gd name="T12" fmla="*/ 0 w 526"/>
                  <a:gd name="T13" fmla="*/ 254 h 505"/>
                  <a:gd name="T14" fmla="*/ 390 w 526"/>
                  <a:gd name="T15" fmla="*/ 254 h 505"/>
                  <a:gd name="T16" fmla="*/ 390 w 526"/>
                  <a:gd name="T17" fmla="*/ 253 h 505"/>
                  <a:gd name="T18" fmla="*/ 262 w 526"/>
                  <a:gd name="T19" fmla="*/ 119 h 505"/>
                  <a:gd name="T20" fmla="*/ 136 w 526"/>
                  <a:gd name="T21" fmla="*/ 251 h 505"/>
                  <a:gd name="T22" fmla="*/ 136 w 526"/>
                  <a:gd name="T23" fmla="*/ 253 h 505"/>
                  <a:gd name="T24" fmla="*/ 264 w 526"/>
                  <a:gd name="T25" fmla="*/ 387 h 505"/>
                  <a:gd name="T26" fmla="*/ 390 w 526"/>
                  <a:gd name="T27" fmla="*/ 254 h 5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26" h="505">
                    <a:moveTo>
                      <a:pt x="0" y="254"/>
                    </a:moveTo>
                    <a:cubicBezTo>
                      <a:pt x="0" y="253"/>
                      <a:pt x="0" y="253"/>
                      <a:pt x="0" y="253"/>
                    </a:cubicBezTo>
                    <a:cubicBezTo>
                      <a:pt x="0" y="113"/>
                      <a:pt x="113" y="0"/>
                      <a:pt x="264" y="0"/>
                    </a:cubicBezTo>
                    <a:cubicBezTo>
                      <a:pt x="414" y="0"/>
                      <a:pt x="526" y="111"/>
                      <a:pt x="526" y="251"/>
                    </a:cubicBezTo>
                    <a:cubicBezTo>
                      <a:pt x="526" y="253"/>
                      <a:pt x="526" y="253"/>
                      <a:pt x="526" y="253"/>
                    </a:cubicBezTo>
                    <a:cubicBezTo>
                      <a:pt x="526" y="392"/>
                      <a:pt x="413" y="505"/>
                      <a:pt x="262" y="505"/>
                    </a:cubicBezTo>
                    <a:cubicBezTo>
                      <a:pt x="112" y="505"/>
                      <a:pt x="0" y="394"/>
                      <a:pt x="0" y="254"/>
                    </a:cubicBezTo>
                    <a:close/>
                    <a:moveTo>
                      <a:pt x="390" y="254"/>
                    </a:moveTo>
                    <a:cubicBezTo>
                      <a:pt x="390" y="253"/>
                      <a:pt x="390" y="253"/>
                      <a:pt x="390" y="253"/>
                    </a:cubicBezTo>
                    <a:cubicBezTo>
                      <a:pt x="390" y="181"/>
                      <a:pt x="338" y="119"/>
                      <a:pt x="262" y="119"/>
                    </a:cubicBezTo>
                    <a:cubicBezTo>
                      <a:pt x="183" y="119"/>
                      <a:pt x="136" y="179"/>
                      <a:pt x="136" y="251"/>
                    </a:cubicBezTo>
                    <a:cubicBezTo>
                      <a:pt x="136" y="253"/>
                      <a:pt x="136" y="253"/>
                      <a:pt x="136" y="253"/>
                    </a:cubicBezTo>
                    <a:cubicBezTo>
                      <a:pt x="136" y="324"/>
                      <a:pt x="188" y="387"/>
                      <a:pt x="264" y="387"/>
                    </a:cubicBezTo>
                    <a:cubicBezTo>
                      <a:pt x="343" y="387"/>
                      <a:pt x="390" y="326"/>
                      <a:pt x="390" y="25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87" name="Freeform 20">
                <a:extLst>
                  <a:ext uri="{FF2B5EF4-FFF2-40B4-BE49-F238E27FC236}">
                    <a16:creationId xmlns:a16="http://schemas.microsoft.com/office/drawing/2014/main" id="{C612BEEF-FFCF-00C7-83E8-3D6CD89DD8B2}"/>
                  </a:ext>
                </a:extLst>
              </p:cNvPr>
              <p:cNvSpPr>
                <a:spLocks noEditPoints="1"/>
              </p:cNvSpPr>
              <p:nvPr userDrawn="1"/>
            </p:nvSpPr>
            <p:spPr bwMode="auto">
              <a:xfrm>
                <a:off x="6516057" y="938123"/>
                <a:ext cx="221197" cy="278823"/>
              </a:xfrm>
              <a:custGeom>
                <a:avLst/>
                <a:gdLst>
                  <a:gd name="T0" fmla="*/ 24 w 509"/>
                  <a:gd name="T1" fmla="*/ 590 h 641"/>
                  <a:gd name="T2" fmla="*/ 71 w 509"/>
                  <a:gd name="T3" fmla="*/ 487 h 641"/>
                  <a:gd name="T4" fmla="*/ 235 w 509"/>
                  <a:gd name="T5" fmla="*/ 531 h 641"/>
                  <a:gd name="T6" fmla="*/ 373 w 509"/>
                  <a:gd name="T7" fmla="*/ 399 h 641"/>
                  <a:gd name="T8" fmla="*/ 373 w 509"/>
                  <a:gd name="T9" fmla="*/ 376 h 641"/>
                  <a:gd name="T10" fmla="*/ 215 w 509"/>
                  <a:gd name="T11" fmla="*/ 454 h 641"/>
                  <a:gd name="T12" fmla="*/ 0 w 509"/>
                  <a:gd name="T13" fmla="*/ 228 h 641"/>
                  <a:gd name="T14" fmla="*/ 0 w 509"/>
                  <a:gd name="T15" fmla="*/ 226 h 641"/>
                  <a:gd name="T16" fmla="*/ 215 w 509"/>
                  <a:gd name="T17" fmla="*/ 0 h 641"/>
                  <a:gd name="T18" fmla="*/ 372 w 509"/>
                  <a:gd name="T19" fmla="*/ 72 h 641"/>
                  <a:gd name="T20" fmla="*/ 372 w 509"/>
                  <a:gd name="T21" fmla="*/ 9 h 641"/>
                  <a:gd name="T22" fmla="*/ 509 w 509"/>
                  <a:gd name="T23" fmla="*/ 9 h 641"/>
                  <a:gd name="T24" fmla="*/ 509 w 509"/>
                  <a:gd name="T25" fmla="*/ 385 h 641"/>
                  <a:gd name="T26" fmla="*/ 448 w 509"/>
                  <a:gd name="T27" fmla="*/ 576 h 641"/>
                  <a:gd name="T28" fmla="*/ 239 w 509"/>
                  <a:gd name="T29" fmla="*/ 641 h 641"/>
                  <a:gd name="T30" fmla="*/ 24 w 509"/>
                  <a:gd name="T31" fmla="*/ 590 h 641"/>
                  <a:gd name="T32" fmla="*/ 373 w 509"/>
                  <a:gd name="T33" fmla="*/ 228 h 641"/>
                  <a:gd name="T34" fmla="*/ 373 w 509"/>
                  <a:gd name="T35" fmla="*/ 226 h 641"/>
                  <a:gd name="T36" fmla="*/ 255 w 509"/>
                  <a:gd name="T37" fmla="*/ 114 h 641"/>
                  <a:gd name="T38" fmla="*/ 137 w 509"/>
                  <a:gd name="T39" fmla="*/ 226 h 641"/>
                  <a:gd name="T40" fmla="*/ 137 w 509"/>
                  <a:gd name="T41" fmla="*/ 228 h 641"/>
                  <a:gd name="T42" fmla="*/ 255 w 509"/>
                  <a:gd name="T43" fmla="*/ 340 h 641"/>
                  <a:gd name="T44" fmla="*/ 373 w 509"/>
                  <a:gd name="T45" fmla="*/ 228 h 6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09" h="641">
                    <a:moveTo>
                      <a:pt x="24" y="590"/>
                    </a:moveTo>
                    <a:cubicBezTo>
                      <a:pt x="71" y="487"/>
                      <a:pt x="71" y="487"/>
                      <a:pt x="71" y="487"/>
                    </a:cubicBezTo>
                    <a:cubicBezTo>
                      <a:pt x="121" y="515"/>
                      <a:pt x="171" y="531"/>
                      <a:pt x="235" y="531"/>
                    </a:cubicBezTo>
                    <a:cubicBezTo>
                      <a:pt x="329" y="531"/>
                      <a:pt x="373" y="486"/>
                      <a:pt x="373" y="399"/>
                    </a:cubicBezTo>
                    <a:cubicBezTo>
                      <a:pt x="373" y="376"/>
                      <a:pt x="373" y="376"/>
                      <a:pt x="373" y="376"/>
                    </a:cubicBezTo>
                    <a:cubicBezTo>
                      <a:pt x="333" y="425"/>
                      <a:pt x="288" y="454"/>
                      <a:pt x="215" y="454"/>
                    </a:cubicBezTo>
                    <a:cubicBezTo>
                      <a:pt x="102" y="454"/>
                      <a:pt x="0" y="372"/>
                      <a:pt x="0" y="228"/>
                    </a:cubicBezTo>
                    <a:cubicBezTo>
                      <a:pt x="0" y="226"/>
                      <a:pt x="0" y="226"/>
                      <a:pt x="0" y="226"/>
                    </a:cubicBezTo>
                    <a:cubicBezTo>
                      <a:pt x="0" y="82"/>
                      <a:pt x="104" y="0"/>
                      <a:pt x="215" y="0"/>
                    </a:cubicBezTo>
                    <a:cubicBezTo>
                      <a:pt x="290" y="0"/>
                      <a:pt x="334" y="32"/>
                      <a:pt x="372" y="72"/>
                    </a:cubicBezTo>
                    <a:cubicBezTo>
                      <a:pt x="372" y="9"/>
                      <a:pt x="372" y="9"/>
                      <a:pt x="372" y="9"/>
                    </a:cubicBezTo>
                    <a:cubicBezTo>
                      <a:pt x="509" y="9"/>
                      <a:pt x="509" y="9"/>
                      <a:pt x="509" y="9"/>
                    </a:cubicBezTo>
                    <a:cubicBezTo>
                      <a:pt x="509" y="385"/>
                      <a:pt x="509" y="385"/>
                      <a:pt x="509" y="385"/>
                    </a:cubicBezTo>
                    <a:cubicBezTo>
                      <a:pt x="509" y="472"/>
                      <a:pt x="488" y="535"/>
                      <a:pt x="448" y="576"/>
                    </a:cubicBezTo>
                    <a:cubicBezTo>
                      <a:pt x="402" y="621"/>
                      <a:pt x="333" y="641"/>
                      <a:pt x="239" y="641"/>
                    </a:cubicBezTo>
                    <a:cubicBezTo>
                      <a:pt x="160" y="641"/>
                      <a:pt x="86" y="623"/>
                      <a:pt x="24" y="590"/>
                    </a:cubicBezTo>
                    <a:close/>
                    <a:moveTo>
                      <a:pt x="373" y="228"/>
                    </a:moveTo>
                    <a:cubicBezTo>
                      <a:pt x="373" y="226"/>
                      <a:pt x="373" y="226"/>
                      <a:pt x="373" y="226"/>
                    </a:cubicBezTo>
                    <a:cubicBezTo>
                      <a:pt x="373" y="160"/>
                      <a:pt x="322" y="114"/>
                      <a:pt x="255" y="114"/>
                    </a:cubicBezTo>
                    <a:cubicBezTo>
                      <a:pt x="188" y="114"/>
                      <a:pt x="137" y="160"/>
                      <a:pt x="137" y="226"/>
                    </a:cubicBezTo>
                    <a:cubicBezTo>
                      <a:pt x="137" y="228"/>
                      <a:pt x="137" y="228"/>
                      <a:pt x="137" y="228"/>
                    </a:cubicBezTo>
                    <a:cubicBezTo>
                      <a:pt x="137" y="295"/>
                      <a:pt x="188" y="340"/>
                      <a:pt x="255" y="340"/>
                    </a:cubicBezTo>
                    <a:cubicBezTo>
                      <a:pt x="322" y="340"/>
                      <a:pt x="373" y="294"/>
                      <a:pt x="373" y="2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88" name="Freeform 21">
                <a:extLst>
                  <a:ext uri="{FF2B5EF4-FFF2-40B4-BE49-F238E27FC236}">
                    <a16:creationId xmlns:a16="http://schemas.microsoft.com/office/drawing/2014/main" id="{535443A8-F420-58B0-6940-C7217CB7D304}"/>
                  </a:ext>
                </a:extLst>
              </p:cNvPr>
              <p:cNvSpPr>
                <a:spLocks/>
              </p:cNvSpPr>
              <p:nvPr userDrawn="1"/>
            </p:nvSpPr>
            <p:spPr bwMode="auto">
              <a:xfrm>
                <a:off x="6747450" y="942113"/>
                <a:ext cx="219424" cy="275277"/>
              </a:xfrm>
              <a:custGeom>
                <a:avLst/>
                <a:gdLst>
                  <a:gd name="T0" fmla="*/ 362 w 505"/>
                  <a:gd name="T1" fmla="*/ 0 h 633"/>
                  <a:gd name="T2" fmla="*/ 505 w 505"/>
                  <a:gd name="T3" fmla="*/ 0 h 633"/>
                  <a:gd name="T4" fmla="*/ 319 w 505"/>
                  <a:gd name="T5" fmla="*/ 497 h 633"/>
                  <a:gd name="T6" fmla="*/ 159 w 505"/>
                  <a:gd name="T7" fmla="*/ 633 h 633"/>
                  <a:gd name="T8" fmla="*/ 37 w 505"/>
                  <a:gd name="T9" fmla="*/ 599 h 633"/>
                  <a:gd name="T10" fmla="*/ 83 w 505"/>
                  <a:gd name="T11" fmla="*/ 500 h 633"/>
                  <a:gd name="T12" fmla="*/ 142 w 505"/>
                  <a:gd name="T13" fmla="*/ 519 h 633"/>
                  <a:gd name="T14" fmla="*/ 190 w 505"/>
                  <a:gd name="T15" fmla="*/ 487 h 633"/>
                  <a:gd name="T16" fmla="*/ 0 w 505"/>
                  <a:gd name="T17" fmla="*/ 0 h 633"/>
                  <a:gd name="T18" fmla="*/ 146 w 505"/>
                  <a:gd name="T19" fmla="*/ 0 h 633"/>
                  <a:gd name="T20" fmla="*/ 256 w 505"/>
                  <a:gd name="T21" fmla="*/ 331 h 633"/>
                  <a:gd name="T22" fmla="*/ 362 w 505"/>
                  <a:gd name="T23" fmla="*/ 0 h 6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05" h="633">
                    <a:moveTo>
                      <a:pt x="362" y="0"/>
                    </a:moveTo>
                    <a:cubicBezTo>
                      <a:pt x="505" y="0"/>
                      <a:pt x="505" y="0"/>
                      <a:pt x="505" y="0"/>
                    </a:cubicBezTo>
                    <a:cubicBezTo>
                      <a:pt x="319" y="497"/>
                      <a:pt x="319" y="497"/>
                      <a:pt x="319" y="497"/>
                    </a:cubicBezTo>
                    <a:cubicBezTo>
                      <a:pt x="282" y="596"/>
                      <a:pt x="242" y="633"/>
                      <a:pt x="159" y="633"/>
                    </a:cubicBezTo>
                    <a:cubicBezTo>
                      <a:pt x="110" y="633"/>
                      <a:pt x="73" y="620"/>
                      <a:pt x="37" y="599"/>
                    </a:cubicBezTo>
                    <a:cubicBezTo>
                      <a:pt x="83" y="500"/>
                      <a:pt x="83" y="500"/>
                      <a:pt x="83" y="500"/>
                    </a:cubicBezTo>
                    <a:cubicBezTo>
                      <a:pt x="101" y="511"/>
                      <a:pt x="124" y="519"/>
                      <a:pt x="142" y="519"/>
                    </a:cubicBezTo>
                    <a:cubicBezTo>
                      <a:pt x="166" y="519"/>
                      <a:pt x="178" y="512"/>
                      <a:pt x="190" y="487"/>
                    </a:cubicBezTo>
                    <a:cubicBezTo>
                      <a:pt x="0" y="0"/>
                      <a:pt x="0" y="0"/>
                      <a:pt x="0" y="0"/>
                    </a:cubicBezTo>
                    <a:cubicBezTo>
                      <a:pt x="146" y="0"/>
                      <a:pt x="146" y="0"/>
                      <a:pt x="146" y="0"/>
                    </a:cubicBezTo>
                    <a:cubicBezTo>
                      <a:pt x="256" y="331"/>
                      <a:pt x="256" y="331"/>
                      <a:pt x="256" y="331"/>
                    </a:cubicBezTo>
                    <a:lnTo>
                      <a:pt x="3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89" name="Freeform 22">
                <a:extLst>
                  <a:ext uri="{FF2B5EF4-FFF2-40B4-BE49-F238E27FC236}">
                    <a16:creationId xmlns:a16="http://schemas.microsoft.com/office/drawing/2014/main" id="{D577C4C5-162A-509E-0F90-2D9CF5560B46}"/>
                  </a:ext>
                </a:extLst>
              </p:cNvPr>
              <p:cNvSpPr>
                <a:spLocks/>
              </p:cNvSpPr>
              <p:nvPr userDrawn="1"/>
            </p:nvSpPr>
            <p:spPr bwMode="auto">
              <a:xfrm>
                <a:off x="6005842" y="1258171"/>
                <a:ext cx="132541" cy="290348"/>
              </a:xfrm>
              <a:custGeom>
                <a:avLst/>
                <a:gdLst>
                  <a:gd name="T0" fmla="*/ 57 w 305"/>
                  <a:gd name="T1" fmla="*/ 299 h 667"/>
                  <a:gd name="T2" fmla="*/ 0 w 305"/>
                  <a:gd name="T3" fmla="*/ 299 h 667"/>
                  <a:gd name="T4" fmla="*/ 0 w 305"/>
                  <a:gd name="T5" fmla="*/ 186 h 667"/>
                  <a:gd name="T6" fmla="*/ 57 w 305"/>
                  <a:gd name="T7" fmla="*/ 186 h 667"/>
                  <a:gd name="T8" fmla="*/ 57 w 305"/>
                  <a:gd name="T9" fmla="*/ 155 h 667"/>
                  <a:gd name="T10" fmla="*/ 96 w 305"/>
                  <a:gd name="T11" fmla="*/ 38 h 667"/>
                  <a:gd name="T12" fmla="*/ 208 w 305"/>
                  <a:gd name="T13" fmla="*/ 0 h 667"/>
                  <a:gd name="T14" fmla="*/ 305 w 305"/>
                  <a:gd name="T15" fmla="*/ 13 h 667"/>
                  <a:gd name="T16" fmla="*/ 305 w 305"/>
                  <a:gd name="T17" fmla="*/ 127 h 667"/>
                  <a:gd name="T18" fmla="*/ 243 w 305"/>
                  <a:gd name="T19" fmla="*/ 115 h 667"/>
                  <a:gd name="T20" fmla="*/ 193 w 305"/>
                  <a:gd name="T21" fmla="*/ 168 h 667"/>
                  <a:gd name="T22" fmla="*/ 193 w 305"/>
                  <a:gd name="T23" fmla="*/ 187 h 667"/>
                  <a:gd name="T24" fmla="*/ 305 w 305"/>
                  <a:gd name="T25" fmla="*/ 187 h 667"/>
                  <a:gd name="T26" fmla="*/ 305 w 305"/>
                  <a:gd name="T27" fmla="*/ 299 h 667"/>
                  <a:gd name="T28" fmla="*/ 195 w 305"/>
                  <a:gd name="T29" fmla="*/ 299 h 667"/>
                  <a:gd name="T30" fmla="*/ 195 w 305"/>
                  <a:gd name="T31" fmla="*/ 667 h 667"/>
                  <a:gd name="T32" fmla="*/ 57 w 305"/>
                  <a:gd name="T33" fmla="*/ 667 h 667"/>
                  <a:gd name="T34" fmla="*/ 57 w 305"/>
                  <a:gd name="T35" fmla="*/ 299 h 6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05" h="667">
                    <a:moveTo>
                      <a:pt x="57" y="299"/>
                    </a:moveTo>
                    <a:cubicBezTo>
                      <a:pt x="0" y="299"/>
                      <a:pt x="0" y="299"/>
                      <a:pt x="0" y="299"/>
                    </a:cubicBezTo>
                    <a:cubicBezTo>
                      <a:pt x="0" y="186"/>
                      <a:pt x="0" y="186"/>
                      <a:pt x="0" y="186"/>
                    </a:cubicBezTo>
                    <a:cubicBezTo>
                      <a:pt x="57" y="186"/>
                      <a:pt x="57" y="186"/>
                      <a:pt x="57" y="186"/>
                    </a:cubicBezTo>
                    <a:cubicBezTo>
                      <a:pt x="57" y="155"/>
                      <a:pt x="57" y="155"/>
                      <a:pt x="57" y="155"/>
                    </a:cubicBezTo>
                    <a:cubicBezTo>
                      <a:pt x="57" y="102"/>
                      <a:pt x="71" y="63"/>
                      <a:pt x="96" y="38"/>
                    </a:cubicBezTo>
                    <a:cubicBezTo>
                      <a:pt x="122" y="12"/>
                      <a:pt x="159" y="0"/>
                      <a:pt x="208" y="0"/>
                    </a:cubicBezTo>
                    <a:cubicBezTo>
                      <a:pt x="251" y="0"/>
                      <a:pt x="280" y="5"/>
                      <a:pt x="305" y="13"/>
                    </a:cubicBezTo>
                    <a:cubicBezTo>
                      <a:pt x="305" y="127"/>
                      <a:pt x="305" y="127"/>
                      <a:pt x="305" y="127"/>
                    </a:cubicBezTo>
                    <a:cubicBezTo>
                      <a:pt x="286" y="120"/>
                      <a:pt x="267" y="115"/>
                      <a:pt x="243" y="115"/>
                    </a:cubicBezTo>
                    <a:cubicBezTo>
                      <a:pt x="211" y="115"/>
                      <a:pt x="193" y="132"/>
                      <a:pt x="193" y="168"/>
                    </a:cubicBezTo>
                    <a:cubicBezTo>
                      <a:pt x="193" y="187"/>
                      <a:pt x="193" y="187"/>
                      <a:pt x="193" y="187"/>
                    </a:cubicBezTo>
                    <a:cubicBezTo>
                      <a:pt x="305" y="187"/>
                      <a:pt x="305" y="187"/>
                      <a:pt x="305" y="187"/>
                    </a:cubicBezTo>
                    <a:cubicBezTo>
                      <a:pt x="305" y="299"/>
                      <a:pt x="305" y="299"/>
                      <a:pt x="305" y="299"/>
                    </a:cubicBezTo>
                    <a:cubicBezTo>
                      <a:pt x="195" y="299"/>
                      <a:pt x="195" y="299"/>
                      <a:pt x="195" y="299"/>
                    </a:cubicBezTo>
                    <a:cubicBezTo>
                      <a:pt x="195" y="667"/>
                      <a:pt x="195" y="667"/>
                      <a:pt x="195" y="667"/>
                    </a:cubicBezTo>
                    <a:cubicBezTo>
                      <a:pt x="57" y="667"/>
                      <a:pt x="57" y="667"/>
                      <a:pt x="57" y="667"/>
                    </a:cubicBezTo>
                    <a:lnTo>
                      <a:pt x="57" y="29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90" name="Freeform 23">
                <a:extLst>
                  <a:ext uri="{FF2B5EF4-FFF2-40B4-BE49-F238E27FC236}">
                    <a16:creationId xmlns:a16="http://schemas.microsoft.com/office/drawing/2014/main" id="{9CB671CE-477D-F1B3-6894-F85448189A99}"/>
                  </a:ext>
                </a:extLst>
              </p:cNvPr>
              <p:cNvSpPr>
                <a:spLocks noEditPoints="1"/>
              </p:cNvSpPr>
              <p:nvPr userDrawn="1"/>
            </p:nvSpPr>
            <p:spPr bwMode="auto">
              <a:xfrm>
                <a:off x="6137497" y="1333086"/>
                <a:ext cx="228289" cy="219867"/>
              </a:xfrm>
              <a:custGeom>
                <a:avLst/>
                <a:gdLst>
                  <a:gd name="T0" fmla="*/ 0 w 525"/>
                  <a:gd name="T1" fmla="*/ 255 h 506"/>
                  <a:gd name="T2" fmla="*/ 0 w 525"/>
                  <a:gd name="T3" fmla="*/ 253 h 506"/>
                  <a:gd name="T4" fmla="*/ 263 w 525"/>
                  <a:gd name="T5" fmla="*/ 0 h 506"/>
                  <a:gd name="T6" fmla="*/ 525 w 525"/>
                  <a:gd name="T7" fmla="*/ 251 h 506"/>
                  <a:gd name="T8" fmla="*/ 525 w 525"/>
                  <a:gd name="T9" fmla="*/ 253 h 506"/>
                  <a:gd name="T10" fmla="*/ 261 w 525"/>
                  <a:gd name="T11" fmla="*/ 506 h 506"/>
                  <a:gd name="T12" fmla="*/ 0 w 525"/>
                  <a:gd name="T13" fmla="*/ 255 h 506"/>
                  <a:gd name="T14" fmla="*/ 389 w 525"/>
                  <a:gd name="T15" fmla="*/ 255 h 506"/>
                  <a:gd name="T16" fmla="*/ 389 w 525"/>
                  <a:gd name="T17" fmla="*/ 253 h 506"/>
                  <a:gd name="T18" fmla="*/ 261 w 525"/>
                  <a:gd name="T19" fmla="*/ 119 h 506"/>
                  <a:gd name="T20" fmla="*/ 135 w 525"/>
                  <a:gd name="T21" fmla="*/ 251 h 506"/>
                  <a:gd name="T22" fmla="*/ 135 w 525"/>
                  <a:gd name="T23" fmla="*/ 253 h 506"/>
                  <a:gd name="T24" fmla="*/ 263 w 525"/>
                  <a:gd name="T25" fmla="*/ 387 h 506"/>
                  <a:gd name="T26" fmla="*/ 389 w 525"/>
                  <a:gd name="T27" fmla="*/ 255 h 5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25" h="506">
                    <a:moveTo>
                      <a:pt x="0" y="255"/>
                    </a:moveTo>
                    <a:cubicBezTo>
                      <a:pt x="0" y="253"/>
                      <a:pt x="0" y="253"/>
                      <a:pt x="0" y="253"/>
                    </a:cubicBezTo>
                    <a:cubicBezTo>
                      <a:pt x="0" y="114"/>
                      <a:pt x="112" y="0"/>
                      <a:pt x="263" y="0"/>
                    </a:cubicBezTo>
                    <a:cubicBezTo>
                      <a:pt x="413" y="0"/>
                      <a:pt x="525" y="112"/>
                      <a:pt x="525" y="251"/>
                    </a:cubicBezTo>
                    <a:cubicBezTo>
                      <a:pt x="525" y="253"/>
                      <a:pt x="525" y="253"/>
                      <a:pt x="525" y="253"/>
                    </a:cubicBezTo>
                    <a:cubicBezTo>
                      <a:pt x="525" y="392"/>
                      <a:pt x="412" y="506"/>
                      <a:pt x="261" y="506"/>
                    </a:cubicBezTo>
                    <a:cubicBezTo>
                      <a:pt x="111" y="506"/>
                      <a:pt x="0" y="394"/>
                      <a:pt x="0" y="255"/>
                    </a:cubicBezTo>
                    <a:close/>
                    <a:moveTo>
                      <a:pt x="389" y="255"/>
                    </a:moveTo>
                    <a:cubicBezTo>
                      <a:pt x="389" y="253"/>
                      <a:pt x="389" y="253"/>
                      <a:pt x="389" y="253"/>
                    </a:cubicBezTo>
                    <a:cubicBezTo>
                      <a:pt x="389" y="182"/>
                      <a:pt x="337" y="119"/>
                      <a:pt x="261" y="119"/>
                    </a:cubicBezTo>
                    <a:cubicBezTo>
                      <a:pt x="183" y="119"/>
                      <a:pt x="135" y="180"/>
                      <a:pt x="135" y="251"/>
                    </a:cubicBezTo>
                    <a:cubicBezTo>
                      <a:pt x="135" y="253"/>
                      <a:pt x="135" y="253"/>
                      <a:pt x="135" y="253"/>
                    </a:cubicBezTo>
                    <a:cubicBezTo>
                      <a:pt x="135" y="325"/>
                      <a:pt x="187" y="387"/>
                      <a:pt x="263" y="387"/>
                    </a:cubicBezTo>
                    <a:cubicBezTo>
                      <a:pt x="342" y="387"/>
                      <a:pt x="389" y="326"/>
                      <a:pt x="389"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91" name="Freeform 24">
                <a:extLst>
                  <a:ext uri="{FF2B5EF4-FFF2-40B4-BE49-F238E27FC236}">
                    <a16:creationId xmlns:a16="http://schemas.microsoft.com/office/drawing/2014/main" id="{2D545142-881D-002A-830D-2B1960B7F79A}"/>
                  </a:ext>
                </a:extLst>
              </p:cNvPr>
              <p:cNvSpPr>
                <a:spLocks/>
              </p:cNvSpPr>
              <p:nvPr userDrawn="1"/>
            </p:nvSpPr>
            <p:spPr bwMode="auto">
              <a:xfrm>
                <a:off x="6379084" y="1331756"/>
                <a:ext cx="127665" cy="216764"/>
              </a:xfrm>
              <a:custGeom>
                <a:avLst/>
                <a:gdLst>
                  <a:gd name="T0" fmla="*/ 0 w 293"/>
                  <a:gd name="T1" fmla="*/ 13 h 498"/>
                  <a:gd name="T2" fmla="*/ 138 w 293"/>
                  <a:gd name="T3" fmla="*/ 13 h 498"/>
                  <a:gd name="T4" fmla="*/ 138 w 293"/>
                  <a:gd name="T5" fmla="*/ 110 h 498"/>
                  <a:gd name="T6" fmla="*/ 293 w 293"/>
                  <a:gd name="T7" fmla="*/ 3 h 498"/>
                  <a:gd name="T8" fmla="*/ 293 w 293"/>
                  <a:gd name="T9" fmla="*/ 147 h 498"/>
                  <a:gd name="T10" fmla="*/ 286 w 293"/>
                  <a:gd name="T11" fmla="*/ 147 h 498"/>
                  <a:gd name="T12" fmla="*/ 138 w 293"/>
                  <a:gd name="T13" fmla="*/ 318 h 498"/>
                  <a:gd name="T14" fmla="*/ 138 w 293"/>
                  <a:gd name="T15" fmla="*/ 498 h 498"/>
                  <a:gd name="T16" fmla="*/ 0 w 293"/>
                  <a:gd name="T17" fmla="*/ 498 h 498"/>
                  <a:gd name="T18" fmla="*/ 0 w 293"/>
                  <a:gd name="T19" fmla="*/ 13 h 4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93" h="498">
                    <a:moveTo>
                      <a:pt x="0" y="13"/>
                    </a:moveTo>
                    <a:cubicBezTo>
                      <a:pt x="138" y="13"/>
                      <a:pt x="138" y="13"/>
                      <a:pt x="138" y="13"/>
                    </a:cubicBezTo>
                    <a:cubicBezTo>
                      <a:pt x="138" y="110"/>
                      <a:pt x="138" y="110"/>
                      <a:pt x="138" y="110"/>
                    </a:cubicBezTo>
                    <a:cubicBezTo>
                      <a:pt x="166" y="43"/>
                      <a:pt x="211" y="0"/>
                      <a:pt x="293" y="3"/>
                    </a:cubicBezTo>
                    <a:cubicBezTo>
                      <a:pt x="293" y="147"/>
                      <a:pt x="293" y="147"/>
                      <a:pt x="293" y="147"/>
                    </a:cubicBezTo>
                    <a:cubicBezTo>
                      <a:pt x="286" y="147"/>
                      <a:pt x="286" y="147"/>
                      <a:pt x="286" y="147"/>
                    </a:cubicBezTo>
                    <a:cubicBezTo>
                      <a:pt x="194" y="147"/>
                      <a:pt x="138" y="203"/>
                      <a:pt x="138" y="318"/>
                    </a:cubicBezTo>
                    <a:cubicBezTo>
                      <a:pt x="138" y="498"/>
                      <a:pt x="138" y="498"/>
                      <a:pt x="138" y="498"/>
                    </a:cubicBezTo>
                    <a:cubicBezTo>
                      <a:pt x="0" y="498"/>
                      <a:pt x="0" y="498"/>
                      <a:pt x="0" y="498"/>
                    </a:cubicBezTo>
                    <a:lnTo>
                      <a:pt x="0" y="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92" name="Freeform 25">
                <a:extLst>
                  <a:ext uri="{FF2B5EF4-FFF2-40B4-BE49-F238E27FC236}">
                    <a16:creationId xmlns:a16="http://schemas.microsoft.com/office/drawing/2014/main" id="{5C959273-267C-8CBA-996C-EC8514CCD7D2}"/>
                  </a:ext>
                </a:extLst>
              </p:cNvPr>
              <p:cNvSpPr>
                <a:spLocks noEditPoints="1"/>
              </p:cNvSpPr>
              <p:nvPr userDrawn="1"/>
            </p:nvSpPr>
            <p:spPr bwMode="auto">
              <a:xfrm>
                <a:off x="6582993" y="1334859"/>
                <a:ext cx="194157" cy="217207"/>
              </a:xfrm>
              <a:custGeom>
                <a:avLst/>
                <a:gdLst>
                  <a:gd name="T0" fmla="*/ 0 w 446"/>
                  <a:gd name="T1" fmla="*/ 351 h 500"/>
                  <a:gd name="T2" fmla="*/ 0 w 446"/>
                  <a:gd name="T3" fmla="*/ 349 h 500"/>
                  <a:gd name="T4" fmla="*/ 195 w 446"/>
                  <a:gd name="T5" fmla="*/ 195 h 500"/>
                  <a:gd name="T6" fmla="*/ 314 w 446"/>
                  <a:gd name="T7" fmla="*/ 215 h 500"/>
                  <a:gd name="T8" fmla="*/ 314 w 446"/>
                  <a:gd name="T9" fmla="*/ 206 h 500"/>
                  <a:gd name="T10" fmla="*/ 210 w 446"/>
                  <a:gd name="T11" fmla="*/ 118 h 500"/>
                  <a:gd name="T12" fmla="*/ 76 w 446"/>
                  <a:gd name="T13" fmla="*/ 144 h 500"/>
                  <a:gd name="T14" fmla="*/ 42 w 446"/>
                  <a:gd name="T15" fmla="*/ 39 h 500"/>
                  <a:gd name="T16" fmla="*/ 230 w 446"/>
                  <a:gd name="T17" fmla="*/ 0 h 500"/>
                  <a:gd name="T18" fmla="*/ 394 w 446"/>
                  <a:gd name="T19" fmla="*/ 54 h 500"/>
                  <a:gd name="T20" fmla="*/ 446 w 446"/>
                  <a:gd name="T21" fmla="*/ 209 h 500"/>
                  <a:gd name="T22" fmla="*/ 446 w 446"/>
                  <a:gd name="T23" fmla="*/ 491 h 500"/>
                  <a:gd name="T24" fmla="*/ 313 w 446"/>
                  <a:gd name="T25" fmla="*/ 491 h 500"/>
                  <a:gd name="T26" fmla="*/ 313 w 446"/>
                  <a:gd name="T27" fmla="*/ 438 h 500"/>
                  <a:gd name="T28" fmla="*/ 167 w 446"/>
                  <a:gd name="T29" fmla="*/ 500 h 500"/>
                  <a:gd name="T30" fmla="*/ 0 w 446"/>
                  <a:gd name="T31" fmla="*/ 351 h 500"/>
                  <a:gd name="T32" fmla="*/ 316 w 446"/>
                  <a:gd name="T33" fmla="*/ 320 h 500"/>
                  <a:gd name="T34" fmla="*/ 316 w 446"/>
                  <a:gd name="T35" fmla="*/ 295 h 500"/>
                  <a:gd name="T36" fmla="*/ 228 w 446"/>
                  <a:gd name="T37" fmla="*/ 277 h 500"/>
                  <a:gd name="T38" fmla="*/ 133 w 446"/>
                  <a:gd name="T39" fmla="*/ 344 h 500"/>
                  <a:gd name="T40" fmla="*/ 133 w 446"/>
                  <a:gd name="T41" fmla="*/ 346 h 500"/>
                  <a:gd name="T42" fmla="*/ 208 w 446"/>
                  <a:gd name="T43" fmla="*/ 405 h 500"/>
                  <a:gd name="T44" fmla="*/ 316 w 446"/>
                  <a:gd name="T45" fmla="*/ 320 h 5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46" h="500">
                    <a:moveTo>
                      <a:pt x="0" y="351"/>
                    </a:moveTo>
                    <a:cubicBezTo>
                      <a:pt x="0" y="349"/>
                      <a:pt x="0" y="349"/>
                      <a:pt x="0" y="349"/>
                    </a:cubicBezTo>
                    <a:cubicBezTo>
                      <a:pt x="0" y="244"/>
                      <a:pt x="81" y="195"/>
                      <a:pt x="195" y="195"/>
                    </a:cubicBezTo>
                    <a:cubicBezTo>
                      <a:pt x="244" y="195"/>
                      <a:pt x="280" y="203"/>
                      <a:pt x="314" y="215"/>
                    </a:cubicBezTo>
                    <a:cubicBezTo>
                      <a:pt x="314" y="206"/>
                      <a:pt x="314" y="206"/>
                      <a:pt x="314" y="206"/>
                    </a:cubicBezTo>
                    <a:cubicBezTo>
                      <a:pt x="314" y="149"/>
                      <a:pt x="279" y="118"/>
                      <a:pt x="210" y="118"/>
                    </a:cubicBezTo>
                    <a:cubicBezTo>
                      <a:pt x="157" y="118"/>
                      <a:pt x="120" y="128"/>
                      <a:pt x="76" y="144"/>
                    </a:cubicBezTo>
                    <a:cubicBezTo>
                      <a:pt x="42" y="39"/>
                      <a:pt x="42" y="39"/>
                      <a:pt x="42" y="39"/>
                    </a:cubicBezTo>
                    <a:cubicBezTo>
                      <a:pt x="95" y="15"/>
                      <a:pt x="148" y="0"/>
                      <a:pt x="230" y="0"/>
                    </a:cubicBezTo>
                    <a:cubicBezTo>
                      <a:pt x="305" y="0"/>
                      <a:pt x="359" y="20"/>
                      <a:pt x="394" y="54"/>
                    </a:cubicBezTo>
                    <a:cubicBezTo>
                      <a:pt x="430" y="91"/>
                      <a:pt x="446" y="144"/>
                      <a:pt x="446" y="209"/>
                    </a:cubicBezTo>
                    <a:cubicBezTo>
                      <a:pt x="446" y="491"/>
                      <a:pt x="446" y="491"/>
                      <a:pt x="446" y="491"/>
                    </a:cubicBezTo>
                    <a:cubicBezTo>
                      <a:pt x="313" y="491"/>
                      <a:pt x="313" y="491"/>
                      <a:pt x="313" y="491"/>
                    </a:cubicBezTo>
                    <a:cubicBezTo>
                      <a:pt x="313" y="438"/>
                      <a:pt x="313" y="438"/>
                      <a:pt x="313" y="438"/>
                    </a:cubicBezTo>
                    <a:cubicBezTo>
                      <a:pt x="280" y="475"/>
                      <a:pt x="234" y="500"/>
                      <a:pt x="167" y="500"/>
                    </a:cubicBezTo>
                    <a:cubicBezTo>
                      <a:pt x="75" y="500"/>
                      <a:pt x="0" y="447"/>
                      <a:pt x="0" y="351"/>
                    </a:cubicBezTo>
                    <a:close/>
                    <a:moveTo>
                      <a:pt x="316" y="320"/>
                    </a:moveTo>
                    <a:cubicBezTo>
                      <a:pt x="316" y="295"/>
                      <a:pt x="316" y="295"/>
                      <a:pt x="316" y="295"/>
                    </a:cubicBezTo>
                    <a:cubicBezTo>
                      <a:pt x="292" y="284"/>
                      <a:pt x="262" y="277"/>
                      <a:pt x="228" y="277"/>
                    </a:cubicBezTo>
                    <a:cubicBezTo>
                      <a:pt x="169" y="277"/>
                      <a:pt x="133" y="301"/>
                      <a:pt x="133" y="344"/>
                    </a:cubicBezTo>
                    <a:cubicBezTo>
                      <a:pt x="133" y="346"/>
                      <a:pt x="133" y="346"/>
                      <a:pt x="133" y="346"/>
                    </a:cubicBezTo>
                    <a:cubicBezTo>
                      <a:pt x="133" y="383"/>
                      <a:pt x="164" y="405"/>
                      <a:pt x="208" y="405"/>
                    </a:cubicBezTo>
                    <a:cubicBezTo>
                      <a:pt x="272" y="405"/>
                      <a:pt x="316" y="369"/>
                      <a:pt x="316" y="3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93" name="Rectangle 26">
                <a:extLst>
                  <a:ext uri="{FF2B5EF4-FFF2-40B4-BE49-F238E27FC236}">
                    <a16:creationId xmlns:a16="http://schemas.microsoft.com/office/drawing/2014/main" id="{2F1B0169-414B-8F53-D204-E4FC9132C39A}"/>
                  </a:ext>
                </a:extLst>
              </p:cNvPr>
              <p:cNvSpPr>
                <a:spLocks noChangeArrowheads="1"/>
              </p:cNvSpPr>
              <p:nvPr userDrawn="1"/>
            </p:nvSpPr>
            <p:spPr bwMode="auto">
              <a:xfrm>
                <a:off x="6801973" y="1260831"/>
                <a:ext cx="59843" cy="28768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94" name="Rectangle 27">
                <a:extLst>
                  <a:ext uri="{FF2B5EF4-FFF2-40B4-BE49-F238E27FC236}">
                    <a16:creationId xmlns:a16="http://schemas.microsoft.com/office/drawing/2014/main" id="{FD3CEF0B-9316-CAAF-B811-7977EA0FDC71}"/>
                  </a:ext>
                </a:extLst>
              </p:cNvPr>
              <p:cNvSpPr>
                <a:spLocks noChangeArrowheads="1"/>
              </p:cNvSpPr>
              <p:nvPr userDrawn="1"/>
            </p:nvSpPr>
            <p:spPr bwMode="auto">
              <a:xfrm>
                <a:off x="6886639" y="1260831"/>
                <a:ext cx="59399" cy="28768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grpSp>
        <p:sp>
          <p:nvSpPr>
            <p:cNvPr id="64" name="Rectangle 28">
              <a:extLst>
                <a:ext uri="{FF2B5EF4-FFF2-40B4-BE49-F238E27FC236}">
                  <a16:creationId xmlns:a16="http://schemas.microsoft.com/office/drawing/2014/main" id="{C44969F7-1BF0-A4FA-F4EB-8003272D98C6}"/>
                </a:ext>
              </a:extLst>
            </p:cNvPr>
            <p:cNvSpPr>
              <a:spLocks noChangeArrowheads="1"/>
            </p:cNvSpPr>
            <p:nvPr userDrawn="1"/>
          </p:nvSpPr>
          <p:spPr bwMode="auto">
            <a:xfrm>
              <a:off x="11556230" y="767096"/>
              <a:ext cx="634181" cy="1898696"/>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sz="1800"/>
            </a:p>
          </p:txBody>
        </p:sp>
        <p:grpSp>
          <p:nvGrpSpPr>
            <p:cNvPr id="65" name="Group 64">
              <a:extLst>
                <a:ext uri="{FF2B5EF4-FFF2-40B4-BE49-F238E27FC236}">
                  <a16:creationId xmlns:a16="http://schemas.microsoft.com/office/drawing/2014/main" id="{5AB97A83-AA92-5D2A-D89F-2B85130F597F}"/>
                </a:ext>
              </a:extLst>
            </p:cNvPr>
            <p:cNvGrpSpPr/>
            <p:nvPr userDrawn="1"/>
          </p:nvGrpSpPr>
          <p:grpSpPr>
            <a:xfrm>
              <a:off x="11701122" y="936748"/>
              <a:ext cx="321494" cy="1552800"/>
              <a:chOff x="7313961" y="501936"/>
              <a:chExt cx="323594" cy="1566108"/>
            </a:xfrm>
          </p:grpSpPr>
          <p:sp>
            <p:nvSpPr>
              <p:cNvPr id="66" name="Freeform 29">
                <a:extLst>
                  <a:ext uri="{FF2B5EF4-FFF2-40B4-BE49-F238E27FC236}">
                    <a16:creationId xmlns:a16="http://schemas.microsoft.com/office/drawing/2014/main" id="{93913DCE-D7C5-993F-1CBD-D671F4E01A37}"/>
                  </a:ext>
                </a:extLst>
              </p:cNvPr>
              <p:cNvSpPr>
                <a:spLocks/>
              </p:cNvSpPr>
              <p:nvPr userDrawn="1"/>
            </p:nvSpPr>
            <p:spPr bwMode="auto">
              <a:xfrm>
                <a:off x="7383556" y="1311808"/>
                <a:ext cx="249567" cy="247350"/>
              </a:xfrm>
              <a:custGeom>
                <a:avLst/>
                <a:gdLst>
                  <a:gd name="T0" fmla="*/ 0 w 574"/>
                  <a:gd name="T1" fmla="*/ 229 h 569"/>
                  <a:gd name="T2" fmla="*/ 90 w 574"/>
                  <a:gd name="T3" fmla="*/ 413 h 569"/>
                  <a:gd name="T4" fmla="*/ 90 w 574"/>
                  <a:gd name="T5" fmla="*/ 413 h 569"/>
                  <a:gd name="T6" fmla="*/ 90 w 574"/>
                  <a:gd name="T7" fmla="*/ 413 h 569"/>
                  <a:gd name="T8" fmla="*/ 9 w 574"/>
                  <a:gd name="T9" fmla="*/ 413 h 569"/>
                  <a:gd name="T10" fmla="*/ 9 w 574"/>
                  <a:gd name="T11" fmla="*/ 569 h 569"/>
                  <a:gd name="T12" fmla="*/ 574 w 574"/>
                  <a:gd name="T13" fmla="*/ 569 h 569"/>
                  <a:gd name="T14" fmla="*/ 574 w 574"/>
                  <a:gd name="T15" fmla="*/ 413 h 569"/>
                  <a:gd name="T16" fmla="*/ 253 w 574"/>
                  <a:gd name="T17" fmla="*/ 413 h 569"/>
                  <a:gd name="T18" fmla="*/ 133 w 574"/>
                  <a:gd name="T19" fmla="*/ 286 h 569"/>
                  <a:gd name="T20" fmla="*/ 253 w 574"/>
                  <a:gd name="T21" fmla="*/ 155 h 569"/>
                  <a:gd name="T22" fmla="*/ 574 w 574"/>
                  <a:gd name="T23" fmla="*/ 155 h 569"/>
                  <a:gd name="T24" fmla="*/ 574 w 574"/>
                  <a:gd name="T25" fmla="*/ 0 h 569"/>
                  <a:gd name="T26" fmla="*/ 224 w 574"/>
                  <a:gd name="T27" fmla="*/ 0 h 569"/>
                  <a:gd name="T28" fmla="*/ 0 w 574"/>
                  <a:gd name="T29" fmla="*/ 229 h 5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4" h="569">
                    <a:moveTo>
                      <a:pt x="0" y="229"/>
                    </a:moveTo>
                    <a:cubicBezTo>
                      <a:pt x="0" y="294"/>
                      <a:pt x="30" y="368"/>
                      <a:pt x="90" y="413"/>
                    </a:cubicBezTo>
                    <a:cubicBezTo>
                      <a:pt x="90" y="413"/>
                      <a:pt x="90" y="413"/>
                      <a:pt x="90" y="413"/>
                    </a:cubicBezTo>
                    <a:cubicBezTo>
                      <a:pt x="90" y="413"/>
                      <a:pt x="90" y="413"/>
                      <a:pt x="90" y="413"/>
                    </a:cubicBezTo>
                    <a:cubicBezTo>
                      <a:pt x="9" y="413"/>
                      <a:pt x="9" y="413"/>
                      <a:pt x="9" y="413"/>
                    </a:cubicBezTo>
                    <a:cubicBezTo>
                      <a:pt x="9" y="569"/>
                      <a:pt x="9" y="569"/>
                      <a:pt x="9" y="569"/>
                    </a:cubicBezTo>
                    <a:cubicBezTo>
                      <a:pt x="574" y="569"/>
                      <a:pt x="574" y="569"/>
                      <a:pt x="574" y="569"/>
                    </a:cubicBezTo>
                    <a:cubicBezTo>
                      <a:pt x="574" y="413"/>
                      <a:pt x="574" y="413"/>
                      <a:pt x="574" y="413"/>
                    </a:cubicBezTo>
                    <a:cubicBezTo>
                      <a:pt x="253" y="413"/>
                      <a:pt x="253" y="413"/>
                      <a:pt x="253" y="413"/>
                    </a:cubicBezTo>
                    <a:cubicBezTo>
                      <a:pt x="195" y="413"/>
                      <a:pt x="133" y="369"/>
                      <a:pt x="133" y="286"/>
                    </a:cubicBezTo>
                    <a:cubicBezTo>
                      <a:pt x="133" y="221"/>
                      <a:pt x="178" y="155"/>
                      <a:pt x="253" y="155"/>
                    </a:cubicBezTo>
                    <a:cubicBezTo>
                      <a:pt x="574" y="155"/>
                      <a:pt x="574" y="155"/>
                      <a:pt x="574" y="155"/>
                    </a:cubicBezTo>
                    <a:cubicBezTo>
                      <a:pt x="574" y="0"/>
                      <a:pt x="574" y="0"/>
                      <a:pt x="574" y="0"/>
                    </a:cubicBezTo>
                    <a:cubicBezTo>
                      <a:pt x="224" y="0"/>
                      <a:pt x="224" y="0"/>
                      <a:pt x="224" y="0"/>
                    </a:cubicBezTo>
                    <a:cubicBezTo>
                      <a:pt x="94" y="0"/>
                      <a:pt x="0" y="93"/>
                      <a:pt x="0" y="229"/>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67" name="Freeform 30">
                <a:extLst>
                  <a:ext uri="{FF2B5EF4-FFF2-40B4-BE49-F238E27FC236}">
                    <a16:creationId xmlns:a16="http://schemas.microsoft.com/office/drawing/2014/main" id="{6D0A5711-84F8-6852-FC23-C9222B8AB056}"/>
                  </a:ext>
                </a:extLst>
              </p:cNvPr>
              <p:cNvSpPr>
                <a:spLocks/>
              </p:cNvSpPr>
              <p:nvPr userDrawn="1"/>
            </p:nvSpPr>
            <p:spPr bwMode="auto">
              <a:xfrm>
                <a:off x="7387546" y="755049"/>
                <a:ext cx="245577" cy="276163"/>
              </a:xfrm>
              <a:custGeom>
                <a:avLst/>
                <a:gdLst>
                  <a:gd name="T0" fmla="*/ 0 w 554"/>
                  <a:gd name="T1" fmla="*/ 174 h 623"/>
                  <a:gd name="T2" fmla="*/ 377 w 554"/>
                  <a:gd name="T3" fmla="*/ 311 h 623"/>
                  <a:gd name="T4" fmla="*/ 0 w 554"/>
                  <a:gd name="T5" fmla="*/ 450 h 623"/>
                  <a:gd name="T6" fmla="*/ 0 w 554"/>
                  <a:gd name="T7" fmla="*/ 623 h 623"/>
                  <a:gd name="T8" fmla="*/ 554 w 554"/>
                  <a:gd name="T9" fmla="*/ 395 h 623"/>
                  <a:gd name="T10" fmla="*/ 554 w 554"/>
                  <a:gd name="T11" fmla="*/ 228 h 623"/>
                  <a:gd name="T12" fmla="*/ 0 w 554"/>
                  <a:gd name="T13" fmla="*/ 0 h 623"/>
                  <a:gd name="T14" fmla="*/ 0 w 554"/>
                  <a:gd name="T15" fmla="*/ 174 h 62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54" h="623">
                    <a:moveTo>
                      <a:pt x="0" y="174"/>
                    </a:moveTo>
                    <a:lnTo>
                      <a:pt x="377" y="311"/>
                    </a:lnTo>
                    <a:lnTo>
                      <a:pt x="0" y="450"/>
                    </a:lnTo>
                    <a:lnTo>
                      <a:pt x="0" y="623"/>
                    </a:lnTo>
                    <a:lnTo>
                      <a:pt x="554" y="395"/>
                    </a:lnTo>
                    <a:lnTo>
                      <a:pt x="554" y="228"/>
                    </a:lnTo>
                    <a:lnTo>
                      <a:pt x="0" y="0"/>
                    </a:lnTo>
                    <a:lnTo>
                      <a:pt x="0" y="17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68" name="Freeform 31">
                <a:extLst>
                  <a:ext uri="{FF2B5EF4-FFF2-40B4-BE49-F238E27FC236}">
                    <a16:creationId xmlns:a16="http://schemas.microsoft.com/office/drawing/2014/main" id="{185085EF-D1B3-20ED-1267-AC7FAB1644FE}"/>
                  </a:ext>
                </a:extLst>
              </p:cNvPr>
              <p:cNvSpPr>
                <a:spLocks noEditPoints="1"/>
              </p:cNvSpPr>
              <p:nvPr userDrawn="1"/>
            </p:nvSpPr>
            <p:spPr bwMode="auto">
              <a:xfrm>
                <a:off x="7383556" y="1583096"/>
                <a:ext cx="253999" cy="256659"/>
              </a:xfrm>
              <a:custGeom>
                <a:avLst/>
                <a:gdLst>
                  <a:gd name="T0" fmla="*/ 401 w 584"/>
                  <a:gd name="T1" fmla="*/ 110 h 590"/>
                  <a:gd name="T2" fmla="*/ 460 w 584"/>
                  <a:gd name="T3" fmla="*/ 272 h 590"/>
                  <a:gd name="T4" fmla="*/ 415 w 584"/>
                  <a:gd name="T5" fmla="*/ 397 h 590"/>
                  <a:gd name="T6" fmla="*/ 250 w 584"/>
                  <a:gd name="T7" fmla="*/ 0 h 590"/>
                  <a:gd name="T8" fmla="*/ 92 w 584"/>
                  <a:gd name="T9" fmla="*/ 68 h 590"/>
                  <a:gd name="T10" fmla="*/ 0 w 584"/>
                  <a:gd name="T11" fmla="*/ 291 h 590"/>
                  <a:gd name="T12" fmla="*/ 292 w 584"/>
                  <a:gd name="T13" fmla="*/ 590 h 590"/>
                  <a:gd name="T14" fmla="*/ 584 w 584"/>
                  <a:gd name="T15" fmla="*/ 274 h 590"/>
                  <a:gd name="T16" fmla="*/ 476 w 584"/>
                  <a:gd name="T17" fmla="*/ 12 h 590"/>
                  <a:gd name="T18" fmla="*/ 401 w 584"/>
                  <a:gd name="T19" fmla="*/ 110 h 590"/>
                  <a:gd name="T20" fmla="*/ 179 w 584"/>
                  <a:gd name="T21" fmla="*/ 408 h 590"/>
                  <a:gd name="T22" fmla="*/ 123 w 584"/>
                  <a:gd name="T23" fmla="*/ 288 h 590"/>
                  <a:gd name="T24" fmla="*/ 202 w 584"/>
                  <a:gd name="T25" fmla="*/ 168 h 590"/>
                  <a:gd name="T26" fmla="*/ 315 w 584"/>
                  <a:gd name="T27" fmla="*/ 439 h 590"/>
                  <a:gd name="T28" fmla="*/ 179 w 584"/>
                  <a:gd name="T29" fmla="*/ 408 h 5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84" h="590">
                    <a:moveTo>
                      <a:pt x="401" y="110"/>
                    </a:moveTo>
                    <a:cubicBezTo>
                      <a:pt x="449" y="175"/>
                      <a:pt x="460" y="212"/>
                      <a:pt x="460" y="272"/>
                    </a:cubicBezTo>
                    <a:cubicBezTo>
                      <a:pt x="460" y="325"/>
                      <a:pt x="444" y="367"/>
                      <a:pt x="415" y="397"/>
                    </a:cubicBezTo>
                    <a:cubicBezTo>
                      <a:pt x="250" y="0"/>
                      <a:pt x="250" y="0"/>
                      <a:pt x="250" y="0"/>
                    </a:cubicBezTo>
                    <a:cubicBezTo>
                      <a:pt x="189" y="9"/>
                      <a:pt x="134" y="32"/>
                      <a:pt x="92" y="68"/>
                    </a:cubicBezTo>
                    <a:cubicBezTo>
                      <a:pt x="32" y="120"/>
                      <a:pt x="0" y="197"/>
                      <a:pt x="0" y="291"/>
                    </a:cubicBezTo>
                    <a:cubicBezTo>
                      <a:pt x="0" y="462"/>
                      <a:pt x="126" y="590"/>
                      <a:pt x="292" y="590"/>
                    </a:cubicBezTo>
                    <a:cubicBezTo>
                      <a:pt x="462" y="590"/>
                      <a:pt x="584" y="462"/>
                      <a:pt x="584" y="274"/>
                    </a:cubicBezTo>
                    <a:cubicBezTo>
                      <a:pt x="584" y="169"/>
                      <a:pt x="534" y="62"/>
                      <a:pt x="476" y="12"/>
                    </a:cubicBezTo>
                    <a:lnTo>
                      <a:pt x="401" y="110"/>
                    </a:lnTo>
                    <a:close/>
                    <a:moveTo>
                      <a:pt x="179" y="408"/>
                    </a:moveTo>
                    <a:cubicBezTo>
                      <a:pt x="144" y="381"/>
                      <a:pt x="123" y="339"/>
                      <a:pt x="123" y="288"/>
                    </a:cubicBezTo>
                    <a:cubicBezTo>
                      <a:pt x="123" y="232"/>
                      <a:pt x="155" y="190"/>
                      <a:pt x="202" y="168"/>
                    </a:cubicBezTo>
                    <a:cubicBezTo>
                      <a:pt x="315" y="439"/>
                      <a:pt x="315" y="439"/>
                      <a:pt x="315" y="439"/>
                    </a:cubicBezTo>
                    <a:cubicBezTo>
                      <a:pt x="257" y="447"/>
                      <a:pt x="212" y="432"/>
                      <a:pt x="179" y="408"/>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69" name="Freeform 32">
                <a:extLst>
                  <a:ext uri="{FF2B5EF4-FFF2-40B4-BE49-F238E27FC236}">
                    <a16:creationId xmlns:a16="http://schemas.microsoft.com/office/drawing/2014/main" id="{8434C32D-C325-1F32-5E19-6C9FC933AC3B}"/>
                  </a:ext>
                </a:extLst>
              </p:cNvPr>
              <p:cNvSpPr>
                <a:spLocks/>
              </p:cNvSpPr>
              <p:nvPr userDrawn="1"/>
            </p:nvSpPr>
            <p:spPr bwMode="auto">
              <a:xfrm>
                <a:off x="7313961" y="1846404"/>
                <a:ext cx="319161" cy="221640"/>
              </a:xfrm>
              <a:custGeom>
                <a:avLst/>
                <a:gdLst>
                  <a:gd name="T0" fmla="*/ 580 w 720"/>
                  <a:gd name="T1" fmla="*/ 0 h 500"/>
                  <a:gd name="T2" fmla="*/ 580 w 720"/>
                  <a:gd name="T3" fmla="*/ 346 h 500"/>
                  <a:gd name="T4" fmla="*/ 0 w 720"/>
                  <a:gd name="T5" fmla="*/ 346 h 500"/>
                  <a:gd name="T6" fmla="*/ 0 w 720"/>
                  <a:gd name="T7" fmla="*/ 500 h 500"/>
                  <a:gd name="T8" fmla="*/ 720 w 720"/>
                  <a:gd name="T9" fmla="*/ 500 h 500"/>
                  <a:gd name="T10" fmla="*/ 720 w 720"/>
                  <a:gd name="T11" fmla="*/ 0 h 500"/>
                  <a:gd name="T12" fmla="*/ 580 w 720"/>
                  <a:gd name="T13" fmla="*/ 0 h 500"/>
                </a:gdLst>
                <a:ahLst/>
                <a:cxnLst>
                  <a:cxn ang="0">
                    <a:pos x="T0" y="T1"/>
                  </a:cxn>
                  <a:cxn ang="0">
                    <a:pos x="T2" y="T3"/>
                  </a:cxn>
                  <a:cxn ang="0">
                    <a:pos x="T4" y="T5"/>
                  </a:cxn>
                  <a:cxn ang="0">
                    <a:pos x="T6" y="T7"/>
                  </a:cxn>
                  <a:cxn ang="0">
                    <a:pos x="T8" y="T9"/>
                  </a:cxn>
                  <a:cxn ang="0">
                    <a:pos x="T10" y="T11"/>
                  </a:cxn>
                  <a:cxn ang="0">
                    <a:pos x="T12" y="T13"/>
                  </a:cxn>
                </a:cxnLst>
                <a:rect l="0" t="0" r="r" b="b"/>
                <a:pathLst>
                  <a:path w="720" h="500">
                    <a:moveTo>
                      <a:pt x="580" y="0"/>
                    </a:moveTo>
                    <a:lnTo>
                      <a:pt x="580" y="346"/>
                    </a:lnTo>
                    <a:lnTo>
                      <a:pt x="0" y="346"/>
                    </a:lnTo>
                    <a:lnTo>
                      <a:pt x="0" y="500"/>
                    </a:lnTo>
                    <a:lnTo>
                      <a:pt x="720" y="500"/>
                    </a:lnTo>
                    <a:lnTo>
                      <a:pt x="720" y="0"/>
                    </a:lnTo>
                    <a:lnTo>
                      <a:pt x="58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70" name="Freeform 33">
                <a:extLst>
                  <a:ext uri="{FF2B5EF4-FFF2-40B4-BE49-F238E27FC236}">
                    <a16:creationId xmlns:a16="http://schemas.microsoft.com/office/drawing/2014/main" id="{A281B950-B57F-4814-65C4-87F843CA0E1C}"/>
                  </a:ext>
                </a:extLst>
              </p:cNvPr>
              <p:cNvSpPr>
                <a:spLocks noEditPoints="1"/>
              </p:cNvSpPr>
              <p:nvPr userDrawn="1"/>
            </p:nvSpPr>
            <p:spPr bwMode="auto">
              <a:xfrm>
                <a:off x="7383556" y="501936"/>
                <a:ext cx="253999" cy="263752"/>
              </a:xfrm>
              <a:custGeom>
                <a:avLst/>
                <a:gdLst>
                  <a:gd name="T0" fmla="*/ 584 w 584"/>
                  <a:gd name="T1" fmla="*/ 304 h 607"/>
                  <a:gd name="T2" fmla="*/ 292 w 584"/>
                  <a:gd name="T3" fmla="*/ 607 h 607"/>
                  <a:gd name="T4" fmla="*/ 0 w 584"/>
                  <a:gd name="T5" fmla="*/ 302 h 607"/>
                  <a:gd name="T6" fmla="*/ 292 w 584"/>
                  <a:gd name="T7" fmla="*/ 0 h 607"/>
                  <a:gd name="T8" fmla="*/ 584 w 584"/>
                  <a:gd name="T9" fmla="*/ 304 h 607"/>
                  <a:gd name="T10" fmla="*/ 133 w 584"/>
                  <a:gd name="T11" fmla="*/ 304 h 607"/>
                  <a:gd name="T12" fmla="*/ 292 w 584"/>
                  <a:gd name="T13" fmla="*/ 454 h 607"/>
                  <a:gd name="T14" fmla="*/ 451 w 584"/>
                  <a:gd name="T15" fmla="*/ 302 h 607"/>
                  <a:gd name="T16" fmla="*/ 292 w 584"/>
                  <a:gd name="T17" fmla="*/ 153 h 607"/>
                  <a:gd name="T18" fmla="*/ 133 w 584"/>
                  <a:gd name="T19" fmla="*/ 304 h 6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4" h="607">
                    <a:moveTo>
                      <a:pt x="584" y="304"/>
                    </a:moveTo>
                    <a:cubicBezTo>
                      <a:pt x="584" y="474"/>
                      <a:pt x="457" y="607"/>
                      <a:pt x="292" y="607"/>
                    </a:cubicBezTo>
                    <a:cubicBezTo>
                      <a:pt x="128" y="607"/>
                      <a:pt x="0" y="473"/>
                      <a:pt x="0" y="302"/>
                    </a:cubicBezTo>
                    <a:cubicBezTo>
                      <a:pt x="0" y="133"/>
                      <a:pt x="126" y="0"/>
                      <a:pt x="292" y="0"/>
                    </a:cubicBezTo>
                    <a:cubicBezTo>
                      <a:pt x="455" y="0"/>
                      <a:pt x="584" y="133"/>
                      <a:pt x="584" y="304"/>
                    </a:cubicBezTo>
                    <a:moveTo>
                      <a:pt x="133" y="304"/>
                    </a:moveTo>
                    <a:cubicBezTo>
                      <a:pt x="133" y="391"/>
                      <a:pt x="198" y="454"/>
                      <a:pt x="292" y="454"/>
                    </a:cubicBezTo>
                    <a:cubicBezTo>
                      <a:pt x="381" y="454"/>
                      <a:pt x="451" y="387"/>
                      <a:pt x="451" y="302"/>
                    </a:cubicBezTo>
                    <a:cubicBezTo>
                      <a:pt x="451" y="216"/>
                      <a:pt x="383" y="153"/>
                      <a:pt x="292" y="153"/>
                    </a:cubicBezTo>
                    <a:cubicBezTo>
                      <a:pt x="203" y="153"/>
                      <a:pt x="133" y="219"/>
                      <a:pt x="133" y="304"/>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71" name="Freeform 34">
                <a:extLst>
                  <a:ext uri="{FF2B5EF4-FFF2-40B4-BE49-F238E27FC236}">
                    <a16:creationId xmlns:a16="http://schemas.microsoft.com/office/drawing/2014/main" id="{EE465ED6-53DE-A385-42CB-0B5A75477346}"/>
                  </a:ext>
                </a:extLst>
              </p:cNvPr>
              <p:cNvSpPr>
                <a:spLocks noEditPoints="1"/>
              </p:cNvSpPr>
              <p:nvPr userDrawn="1"/>
            </p:nvSpPr>
            <p:spPr bwMode="auto">
              <a:xfrm>
                <a:off x="7383556" y="1021017"/>
                <a:ext cx="253999" cy="263752"/>
              </a:xfrm>
              <a:custGeom>
                <a:avLst/>
                <a:gdLst>
                  <a:gd name="T0" fmla="*/ 584 w 584"/>
                  <a:gd name="T1" fmla="*/ 305 h 607"/>
                  <a:gd name="T2" fmla="*/ 292 w 584"/>
                  <a:gd name="T3" fmla="*/ 607 h 607"/>
                  <a:gd name="T4" fmla="*/ 0 w 584"/>
                  <a:gd name="T5" fmla="*/ 303 h 607"/>
                  <a:gd name="T6" fmla="*/ 292 w 584"/>
                  <a:gd name="T7" fmla="*/ 0 h 607"/>
                  <a:gd name="T8" fmla="*/ 584 w 584"/>
                  <a:gd name="T9" fmla="*/ 305 h 607"/>
                  <a:gd name="T10" fmla="*/ 133 w 584"/>
                  <a:gd name="T11" fmla="*/ 305 h 607"/>
                  <a:gd name="T12" fmla="*/ 292 w 584"/>
                  <a:gd name="T13" fmla="*/ 454 h 607"/>
                  <a:gd name="T14" fmla="*/ 451 w 584"/>
                  <a:gd name="T15" fmla="*/ 303 h 607"/>
                  <a:gd name="T16" fmla="*/ 292 w 584"/>
                  <a:gd name="T17" fmla="*/ 153 h 607"/>
                  <a:gd name="T18" fmla="*/ 133 w 584"/>
                  <a:gd name="T19" fmla="*/ 305 h 6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4" h="607">
                    <a:moveTo>
                      <a:pt x="584" y="305"/>
                    </a:moveTo>
                    <a:cubicBezTo>
                      <a:pt x="584" y="474"/>
                      <a:pt x="457" y="607"/>
                      <a:pt x="292" y="607"/>
                    </a:cubicBezTo>
                    <a:cubicBezTo>
                      <a:pt x="128" y="607"/>
                      <a:pt x="0" y="474"/>
                      <a:pt x="0" y="303"/>
                    </a:cubicBezTo>
                    <a:cubicBezTo>
                      <a:pt x="0" y="133"/>
                      <a:pt x="126" y="0"/>
                      <a:pt x="292" y="0"/>
                    </a:cubicBezTo>
                    <a:cubicBezTo>
                      <a:pt x="455" y="0"/>
                      <a:pt x="584" y="134"/>
                      <a:pt x="584" y="305"/>
                    </a:cubicBezTo>
                    <a:moveTo>
                      <a:pt x="133" y="305"/>
                    </a:moveTo>
                    <a:cubicBezTo>
                      <a:pt x="133" y="391"/>
                      <a:pt x="198" y="454"/>
                      <a:pt x="292" y="454"/>
                    </a:cubicBezTo>
                    <a:cubicBezTo>
                      <a:pt x="381" y="454"/>
                      <a:pt x="451" y="388"/>
                      <a:pt x="451" y="303"/>
                    </a:cubicBezTo>
                    <a:cubicBezTo>
                      <a:pt x="451" y="216"/>
                      <a:pt x="383" y="153"/>
                      <a:pt x="292" y="153"/>
                    </a:cubicBezTo>
                    <a:cubicBezTo>
                      <a:pt x="203" y="153"/>
                      <a:pt x="133" y="220"/>
                      <a:pt x="133" y="305"/>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grpSp>
      </p:grpSp>
      <p:grpSp>
        <p:nvGrpSpPr>
          <p:cNvPr id="42" name="Group 41">
            <a:extLst>
              <a:ext uri="{FF2B5EF4-FFF2-40B4-BE49-F238E27FC236}">
                <a16:creationId xmlns:a16="http://schemas.microsoft.com/office/drawing/2014/main" id="{320E6808-E70B-FA4B-99F6-1C02BBC16598}"/>
              </a:ext>
            </a:extLst>
          </p:cNvPr>
          <p:cNvGrpSpPr/>
          <p:nvPr userDrawn="1"/>
        </p:nvGrpSpPr>
        <p:grpSpPr>
          <a:xfrm>
            <a:off x="1539348" y="3561908"/>
            <a:ext cx="7853422" cy="1769127"/>
            <a:chOff x="541049" y="2649538"/>
            <a:chExt cx="9285724" cy="2092325"/>
          </a:xfrm>
          <a:solidFill>
            <a:schemeClr val="bg1"/>
          </a:solidFill>
        </p:grpSpPr>
        <p:sp>
          <p:nvSpPr>
            <p:cNvPr id="43" name="Freeform 5">
              <a:extLst>
                <a:ext uri="{FF2B5EF4-FFF2-40B4-BE49-F238E27FC236}">
                  <a16:creationId xmlns:a16="http://schemas.microsoft.com/office/drawing/2014/main" id="{4C297CEF-136F-B1B7-09B1-55E4D7563FDB}"/>
                </a:ext>
              </a:extLst>
            </p:cNvPr>
            <p:cNvSpPr>
              <a:spLocks/>
            </p:cNvSpPr>
            <p:nvPr userDrawn="1"/>
          </p:nvSpPr>
          <p:spPr bwMode="auto">
            <a:xfrm>
              <a:off x="541049" y="2809876"/>
              <a:ext cx="963613" cy="1928813"/>
            </a:xfrm>
            <a:custGeom>
              <a:avLst/>
              <a:gdLst>
                <a:gd name="T0" fmla="*/ 57 w 301"/>
                <a:gd name="T1" fmla="*/ 458 h 600"/>
                <a:gd name="T2" fmla="*/ 57 w 301"/>
                <a:gd name="T3" fmla="*/ 235 h 600"/>
                <a:gd name="T4" fmla="*/ 0 w 301"/>
                <a:gd name="T5" fmla="*/ 235 h 600"/>
                <a:gd name="T6" fmla="*/ 0 w 301"/>
                <a:gd name="T7" fmla="*/ 121 h 600"/>
                <a:gd name="T8" fmla="*/ 57 w 301"/>
                <a:gd name="T9" fmla="*/ 121 h 600"/>
                <a:gd name="T10" fmla="*/ 57 w 301"/>
                <a:gd name="T11" fmla="*/ 0 h 600"/>
                <a:gd name="T12" fmla="*/ 190 w 301"/>
                <a:gd name="T13" fmla="*/ 0 h 600"/>
                <a:gd name="T14" fmla="*/ 190 w 301"/>
                <a:gd name="T15" fmla="*/ 121 h 600"/>
                <a:gd name="T16" fmla="*/ 301 w 301"/>
                <a:gd name="T17" fmla="*/ 121 h 600"/>
                <a:gd name="T18" fmla="*/ 301 w 301"/>
                <a:gd name="T19" fmla="*/ 235 h 600"/>
                <a:gd name="T20" fmla="*/ 190 w 301"/>
                <a:gd name="T21" fmla="*/ 235 h 600"/>
                <a:gd name="T22" fmla="*/ 190 w 301"/>
                <a:gd name="T23" fmla="*/ 436 h 600"/>
                <a:gd name="T24" fmla="*/ 233 w 301"/>
                <a:gd name="T25" fmla="*/ 482 h 600"/>
                <a:gd name="T26" fmla="*/ 299 w 301"/>
                <a:gd name="T27" fmla="*/ 465 h 600"/>
                <a:gd name="T28" fmla="*/ 299 w 301"/>
                <a:gd name="T29" fmla="*/ 573 h 600"/>
                <a:gd name="T30" fmla="*/ 194 w 301"/>
                <a:gd name="T31" fmla="*/ 600 h 600"/>
                <a:gd name="T32" fmla="*/ 57 w 301"/>
                <a:gd name="T33" fmla="*/ 458 h 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01" h="600">
                  <a:moveTo>
                    <a:pt x="57" y="458"/>
                  </a:moveTo>
                  <a:cubicBezTo>
                    <a:pt x="57" y="235"/>
                    <a:pt x="57" y="235"/>
                    <a:pt x="57" y="235"/>
                  </a:cubicBezTo>
                  <a:cubicBezTo>
                    <a:pt x="0" y="235"/>
                    <a:pt x="0" y="235"/>
                    <a:pt x="0" y="235"/>
                  </a:cubicBezTo>
                  <a:cubicBezTo>
                    <a:pt x="0" y="121"/>
                    <a:pt x="0" y="121"/>
                    <a:pt x="0" y="121"/>
                  </a:cubicBezTo>
                  <a:cubicBezTo>
                    <a:pt x="57" y="121"/>
                    <a:pt x="57" y="121"/>
                    <a:pt x="57" y="121"/>
                  </a:cubicBezTo>
                  <a:cubicBezTo>
                    <a:pt x="57" y="0"/>
                    <a:pt x="57" y="0"/>
                    <a:pt x="57" y="0"/>
                  </a:cubicBezTo>
                  <a:cubicBezTo>
                    <a:pt x="190" y="0"/>
                    <a:pt x="190" y="0"/>
                    <a:pt x="190" y="0"/>
                  </a:cubicBezTo>
                  <a:cubicBezTo>
                    <a:pt x="190" y="121"/>
                    <a:pt x="190" y="121"/>
                    <a:pt x="190" y="121"/>
                  </a:cubicBezTo>
                  <a:cubicBezTo>
                    <a:pt x="301" y="121"/>
                    <a:pt x="301" y="121"/>
                    <a:pt x="301" y="121"/>
                  </a:cubicBezTo>
                  <a:cubicBezTo>
                    <a:pt x="301" y="235"/>
                    <a:pt x="301" y="235"/>
                    <a:pt x="301" y="235"/>
                  </a:cubicBezTo>
                  <a:cubicBezTo>
                    <a:pt x="190" y="235"/>
                    <a:pt x="190" y="235"/>
                    <a:pt x="190" y="235"/>
                  </a:cubicBezTo>
                  <a:cubicBezTo>
                    <a:pt x="190" y="436"/>
                    <a:pt x="190" y="436"/>
                    <a:pt x="190" y="436"/>
                  </a:cubicBezTo>
                  <a:cubicBezTo>
                    <a:pt x="190" y="467"/>
                    <a:pt x="203" y="482"/>
                    <a:pt x="233" y="482"/>
                  </a:cubicBezTo>
                  <a:cubicBezTo>
                    <a:pt x="258" y="482"/>
                    <a:pt x="280" y="476"/>
                    <a:pt x="299" y="465"/>
                  </a:cubicBezTo>
                  <a:cubicBezTo>
                    <a:pt x="299" y="573"/>
                    <a:pt x="299" y="573"/>
                    <a:pt x="299" y="573"/>
                  </a:cubicBezTo>
                  <a:cubicBezTo>
                    <a:pt x="271" y="590"/>
                    <a:pt x="239" y="600"/>
                    <a:pt x="194" y="600"/>
                  </a:cubicBezTo>
                  <a:cubicBezTo>
                    <a:pt x="112" y="600"/>
                    <a:pt x="57" y="568"/>
                    <a:pt x="57" y="4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44" name="Freeform 6">
              <a:extLst>
                <a:ext uri="{FF2B5EF4-FFF2-40B4-BE49-F238E27FC236}">
                  <a16:creationId xmlns:a16="http://schemas.microsoft.com/office/drawing/2014/main" id="{622BAF6B-1742-15FD-B0EB-40B8C3DC1168}"/>
                </a:ext>
              </a:extLst>
            </p:cNvPr>
            <p:cNvSpPr>
              <a:spLocks/>
            </p:cNvSpPr>
            <p:nvPr userDrawn="1"/>
          </p:nvSpPr>
          <p:spPr bwMode="auto">
            <a:xfrm>
              <a:off x="1708151" y="2649538"/>
              <a:ext cx="1382713" cy="2063750"/>
            </a:xfrm>
            <a:custGeom>
              <a:avLst/>
              <a:gdLst>
                <a:gd name="T0" fmla="*/ 0 w 432"/>
                <a:gd name="T1" fmla="*/ 0 h 642"/>
                <a:gd name="T2" fmla="*/ 134 w 432"/>
                <a:gd name="T3" fmla="*/ 0 h 642"/>
                <a:gd name="T4" fmla="*/ 134 w 432"/>
                <a:gd name="T5" fmla="*/ 237 h 642"/>
                <a:gd name="T6" fmla="*/ 272 w 432"/>
                <a:gd name="T7" fmla="*/ 162 h 642"/>
                <a:gd name="T8" fmla="*/ 432 w 432"/>
                <a:gd name="T9" fmla="*/ 337 h 642"/>
                <a:gd name="T10" fmla="*/ 432 w 432"/>
                <a:gd name="T11" fmla="*/ 642 h 642"/>
                <a:gd name="T12" fmla="*/ 298 w 432"/>
                <a:gd name="T13" fmla="*/ 642 h 642"/>
                <a:gd name="T14" fmla="*/ 298 w 432"/>
                <a:gd name="T15" fmla="*/ 379 h 642"/>
                <a:gd name="T16" fmla="*/ 218 w 432"/>
                <a:gd name="T17" fmla="*/ 283 h 642"/>
                <a:gd name="T18" fmla="*/ 134 w 432"/>
                <a:gd name="T19" fmla="*/ 379 h 642"/>
                <a:gd name="T20" fmla="*/ 134 w 432"/>
                <a:gd name="T21" fmla="*/ 642 h 642"/>
                <a:gd name="T22" fmla="*/ 0 w 432"/>
                <a:gd name="T23" fmla="*/ 642 h 642"/>
                <a:gd name="T24" fmla="*/ 0 w 432"/>
                <a:gd name="T25" fmla="*/ 0 h 6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32" h="642">
                  <a:moveTo>
                    <a:pt x="0" y="0"/>
                  </a:moveTo>
                  <a:cubicBezTo>
                    <a:pt x="134" y="0"/>
                    <a:pt x="134" y="0"/>
                    <a:pt x="134" y="0"/>
                  </a:cubicBezTo>
                  <a:cubicBezTo>
                    <a:pt x="134" y="237"/>
                    <a:pt x="134" y="237"/>
                    <a:pt x="134" y="237"/>
                  </a:cubicBezTo>
                  <a:cubicBezTo>
                    <a:pt x="165" y="198"/>
                    <a:pt x="204" y="162"/>
                    <a:pt x="272" y="162"/>
                  </a:cubicBezTo>
                  <a:cubicBezTo>
                    <a:pt x="373" y="162"/>
                    <a:pt x="432" y="229"/>
                    <a:pt x="432" y="337"/>
                  </a:cubicBezTo>
                  <a:cubicBezTo>
                    <a:pt x="432" y="642"/>
                    <a:pt x="432" y="642"/>
                    <a:pt x="432" y="642"/>
                  </a:cubicBezTo>
                  <a:cubicBezTo>
                    <a:pt x="298" y="642"/>
                    <a:pt x="298" y="642"/>
                    <a:pt x="298" y="642"/>
                  </a:cubicBezTo>
                  <a:cubicBezTo>
                    <a:pt x="298" y="379"/>
                    <a:pt x="298" y="379"/>
                    <a:pt x="298" y="379"/>
                  </a:cubicBezTo>
                  <a:cubicBezTo>
                    <a:pt x="298" y="316"/>
                    <a:pt x="269" y="283"/>
                    <a:pt x="218" y="283"/>
                  </a:cubicBezTo>
                  <a:cubicBezTo>
                    <a:pt x="166" y="283"/>
                    <a:pt x="134" y="316"/>
                    <a:pt x="134" y="379"/>
                  </a:cubicBezTo>
                  <a:cubicBezTo>
                    <a:pt x="134" y="642"/>
                    <a:pt x="134" y="642"/>
                    <a:pt x="134" y="642"/>
                  </a:cubicBezTo>
                  <a:cubicBezTo>
                    <a:pt x="0" y="642"/>
                    <a:pt x="0" y="642"/>
                    <a:pt x="0" y="642"/>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45" name="Freeform 7">
              <a:extLst>
                <a:ext uri="{FF2B5EF4-FFF2-40B4-BE49-F238E27FC236}">
                  <a16:creationId xmlns:a16="http://schemas.microsoft.com/office/drawing/2014/main" id="{788B3367-A4C9-CCD9-A688-1D2826A4B010}"/>
                </a:ext>
              </a:extLst>
            </p:cNvPr>
            <p:cNvSpPr>
              <a:spLocks noEditPoints="1"/>
            </p:cNvSpPr>
            <p:nvPr userDrawn="1"/>
          </p:nvSpPr>
          <p:spPr bwMode="auto">
            <a:xfrm>
              <a:off x="3261304" y="3179763"/>
              <a:ext cx="1390650" cy="1562100"/>
            </a:xfrm>
            <a:custGeom>
              <a:avLst/>
              <a:gdLst>
                <a:gd name="T0" fmla="*/ 0 w 434"/>
                <a:gd name="T1" fmla="*/ 342 h 486"/>
                <a:gd name="T2" fmla="*/ 0 w 434"/>
                <a:gd name="T3" fmla="*/ 340 h 486"/>
                <a:gd name="T4" fmla="*/ 190 w 434"/>
                <a:gd name="T5" fmla="*/ 189 h 486"/>
                <a:gd name="T6" fmla="*/ 305 w 434"/>
                <a:gd name="T7" fmla="*/ 209 h 486"/>
                <a:gd name="T8" fmla="*/ 305 w 434"/>
                <a:gd name="T9" fmla="*/ 201 h 486"/>
                <a:gd name="T10" fmla="*/ 204 w 434"/>
                <a:gd name="T11" fmla="*/ 115 h 486"/>
                <a:gd name="T12" fmla="*/ 74 w 434"/>
                <a:gd name="T13" fmla="*/ 140 h 486"/>
                <a:gd name="T14" fmla="*/ 40 w 434"/>
                <a:gd name="T15" fmla="*/ 38 h 486"/>
                <a:gd name="T16" fmla="*/ 223 w 434"/>
                <a:gd name="T17" fmla="*/ 0 h 486"/>
                <a:gd name="T18" fmla="*/ 383 w 434"/>
                <a:gd name="T19" fmla="*/ 53 h 486"/>
                <a:gd name="T20" fmla="*/ 434 w 434"/>
                <a:gd name="T21" fmla="*/ 204 h 486"/>
                <a:gd name="T22" fmla="*/ 434 w 434"/>
                <a:gd name="T23" fmla="*/ 477 h 486"/>
                <a:gd name="T24" fmla="*/ 304 w 434"/>
                <a:gd name="T25" fmla="*/ 477 h 486"/>
                <a:gd name="T26" fmla="*/ 304 w 434"/>
                <a:gd name="T27" fmla="*/ 426 h 486"/>
                <a:gd name="T28" fmla="*/ 162 w 434"/>
                <a:gd name="T29" fmla="*/ 486 h 486"/>
                <a:gd name="T30" fmla="*/ 0 w 434"/>
                <a:gd name="T31" fmla="*/ 342 h 486"/>
                <a:gd name="T32" fmla="*/ 307 w 434"/>
                <a:gd name="T33" fmla="*/ 311 h 486"/>
                <a:gd name="T34" fmla="*/ 307 w 434"/>
                <a:gd name="T35" fmla="*/ 287 h 486"/>
                <a:gd name="T36" fmla="*/ 222 w 434"/>
                <a:gd name="T37" fmla="*/ 270 h 486"/>
                <a:gd name="T38" fmla="*/ 129 w 434"/>
                <a:gd name="T39" fmla="*/ 335 h 486"/>
                <a:gd name="T40" fmla="*/ 129 w 434"/>
                <a:gd name="T41" fmla="*/ 336 h 486"/>
                <a:gd name="T42" fmla="*/ 202 w 434"/>
                <a:gd name="T43" fmla="*/ 394 h 486"/>
                <a:gd name="T44" fmla="*/ 307 w 434"/>
                <a:gd name="T45" fmla="*/ 311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34" h="486">
                  <a:moveTo>
                    <a:pt x="0" y="342"/>
                  </a:moveTo>
                  <a:cubicBezTo>
                    <a:pt x="0" y="340"/>
                    <a:pt x="0" y="340"/>
                    <a:pt x="0" y="340"/>
                  </a:cubicBezTo>
                  <a:cubicBezTo>
                    <a:pt x="0" y="237"/>
                    <a:pt x="78" y="189"/>
                    <a:pt x="190" y="189"/>
                  </a:cubicBezTo>
                  <a:cubicBezTo>
                    <a:pt x="237" y="189"/>
                    <a:pt x="272" y="197"/>
                    <a:pt x="305" y="209"/>
                  </a:cubicBezTo>
                  <a:cubicBezTo>
                    <a:pt x="305" y="201"/>
                    <a:pt x="305" y="201"/>
                    <a:pt x="305" y="201"/>
                  </a:cubicBezTo>
                  <a:cubicBezTo>
                    <a:pt x="305" y="145"/>
                    <a:pt x="271" y="115"/>
                    <a:pt x="204" y="115"/>
                  </a:cubicBezTo>
                  <a:cubicBezTo>
                    <a:pt x="153" y="115"/>
                    <a:pt x="117" y="124"/>
                    <a:pt x="74" y="140"/>
                  </a:cubicBezTo>
                  <a:cubicBezTo>
                    <a:pt x="40" y="38"/>
                    <a:pt x="40" y="38"/>
                    <a:pt x="40" y="38"/>
                  </a:cubicBezTo>
                  <a:cubicBezTo>
                    <a:pt x="92" y="15"/>
                    <a:pt x="143" y="0"/>
                    <a:pt x="223" y="0"/>
                  </a:cubicBezTo>
                  <a:cubicBezTo>
                    <a:pt x="296" y="0"/>
                    <a:pt x="349" y="20"/>
                    <a:pt x="383" y="53"/>
                  </a:cubicBezTo>
                  <a:cubicBezTo>
                    <a:pt x="418" y="88"/>
                    <a:pt x="434" y="140"/>
                    <a:pt x="434" y="204"/>
                  </a:cubicBezTo>
                  <a:cubicBezTo>
                    <a:pt x="434" y="477"/>
                    <a:pt x="434" y="477"/>
                    <a:pt x="434" y="477"/>
                  </a:cubicBezTo>
                  <a:cubicBezTo>
                    <a:pt x="304" y="477"/>
                    <a:pt x="304" y="477"/>
                    <a:pt x="304" y="477"/>
                  </a:cubicBezTo>
                  <a:cubicBezTo>
                    <a:pt x="304" y="426"/>
                    <a:pt x="304" y="426"/>
                    <a:pt x="304" y="426"/>
                  </a:cubicBezTo>
                  <a:cubicBezTo>
                    <a:pt x="272" y="462"/>
                    <a:pt x="227" y="486"/>
                    <a:pt x="162" y="486"/>
                  </a:cubicBezTo>
                  <a:cubicBezTo>
                    <a:pt x="73" y="486"/>
                    <a:pt x="0" y="435"/>
                    <a:pt x="0" y="342"/>
                  </a:cubicBezTo>
                  <a:close/>
                  <a:moveTo>
                    <a:pt x="307" y="311"/>
                  </a:moveTo>
                  <a:cubicBezTo>
                    <a:pt x="307" y="287"/>
                    <a:pt x="307" y="287"/>
                    <a:pt x="307" y="287"/>
                  </a:cubicBezTo>
                  <a:cubicBezTo>
                    <a:pt x="284" y="277"/>
                    <a:pt x="254" y="270"/>
                    <a:pt x="222" y="270"/>
                  </a:cubicBezTo>
                  <a:cubicBezTo>
                    <a:pt x="164" y="270"/>
                    <a:pt x="129" y="292"/>
                    <a:pt x="129" y="335"/>
                  </a:cubicBezTo>
                  <a:cubicBezTo>
                    <a:pt x="129" y="336"/>
                    <a:pt x="129" y="336"/>
                    <a:pt x="129" y="336"/>
                  </a:cubicBezTo>
                  <a:cubicBezTo>
                    <a:pt x="129" y="372"/>
                    <a:pt x="159" y="394"/>
                    <a:pt x="202" y="394"/>
                  </a:cubicBezTo>
                  <a:cubicBezTo>
                    <a:pt x="265" y="394"/>
                    <a:pt x="307" y="359"/>
                    <a:pt x="307" y="3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53" name="Freeform 8">
              <a:extLst>
                <a:ext uri="{FF2B5EF4-FFF2-40B4-BE49-F238E27FC236}">
                  <a16:creationId xmlns:a16="http://schemas.microsoft.com/office/drawing/2014/main" id="{E75C15B3-8177-7E6B-C4A7-1B9D3FB9D027}"/>
                </a:ext>
              </a:extLst>
            </p:cNvPr>
            <p:cNvSpPr>
              <a:spLocks/>
            </p:cNvSpPr>
            <p:nvPr userDrawn="1"/>
          </p:nvSpPr>
          <p:spPr bwMode="auto">
            <a:xfrm>
              <a:off x="4859916" y="3170238"/>
              <a:ext cx="1384300" cy="1543050"/>
            </a:xfrm>
            <a:custGeom>
              <a:avLst/>
              <a:gdLst>
                <a:gd name="T0" fmla="*/ 0 w 432"/>
                <a:gd name="T1" fmla="*/ 9 h 480"/>
                <a:gd name="T2" fmla="*/ 133 w 432"/>
                <a:gd name="T3" fmla="*/ 9 h 480"/>
                <a:gd name="T4" fmla="*/ 133 w 432"/>
                <a:gd name="T5" fmla="*/ 75 h 480"/>
                <a:gd name="T6" fmla="*/ 272 w 432"/>
                <a:gd name="T7" fmla="*/ 0 h 480"/>
                <a:gd name="T8" fmla="*/ 432 w 432"/>
                <a:gd name="T9" fmla="*/ 175 h 480"/>
                <a:gd name="T10" fmla="*/ 432 w 432"/>
                <a:gd name="T11" fmla="*/ 480 h 480"/>
                <a:gd name="T12" fmla="*/ 298 w 432"/>
                <a:gd name="T13" fmla="*/ 480 h 480"/>
                <a:gd name="T14" fmla="*/ 298 w 432"/>
                <a:gd name="T15" fmla="*/ 217 h 480"/>
                <a:gd name="T16" fmla="*/ 217 w 432"/>
                <a:gd name="T17" fmla="*/ 121 h 480"/>
                <a:gd name="T18" fmla="*/ 133 w 432"/>
                <a:gd name="T19" fmla="*/ 217 h 480"/>
                <a:gd name="T20" fmla="*/ 133 w 432"/>
                <a:gd name="T21" fmla="*/ 480 h 480"/>
                <a:gd name="T22" fmla="*/ 0 w 432"/>
                <a:gd name="T23" fmla="*/ 480 h 480"/>
                <a:gd name="T24" fmla="*/ 0 w 432"/>
                <a:gd name="T25" fmla="*/ 9 h 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32" h="480">
                  <a:moveTo>
                    <a:pt x="0" y="9"/>
                  </a:moveTo>
                  <a:cubicBezTo>
                    <a:pt x="133" y="9"/>
                    <a:pt x="133" y="9"/>
                    <a:pt x="133" y="9"/>
                  </a:cubicBezTo>
                  <a:cubicBezTo>
                    <a:pt x="133" y="75"/>
                    <a:pt x="133" y="75"/>
                    <a:pt x="133" y="75"/>
                  </a:cubicBezTo>
                  <a:cubicBezTo>
                    <a:pt x="164" y="36"/>
                    <a:pt x="204" y="0"/>
                    <a:pt x="272" y="0"/>
                  </a:cubicBezTo>
                  <a:cubicBezTo>
                    <a:pt x="373" y="0"/>
                    <a:pt x="432" y="67"/>
                    <a:pt x="432" y="175"/>
                  </a:cubicBezTo>
                  <a:cubicBezTo>
                    <a:pt x="432" y="480"/>
                    <a:pt x="432" y="480"/>
                    <a:pt x="432" y="480"/>
                  </a:cubicBezTo>
                  <a:cubicBezTo>
                    <a:pt x="298" y="480"/>
                    <a:pt x="298" y="480"/>
                    <a:pt x="298" y="480"/>
                  </a:cubicBezTo>
                  <a:cubicBezTo>
                    <a:pt x="298" y="217"/>
                    <a:pt x="298" y="217"/>
                    <a:pt x="298" y="217"/>
                  </a:cubicBezTo>
                  <a:cubicBezTo>
                    <a:pt x="298" y="154"/>
                    <a:pt x="268" y="121"/>
                    <a:pt x="217" y="121"/>
                  </a:cubicBezTo>
                  <a:cubicBezTo>
                    <a:pt x="166" y="121"/>
                    <a:pt x="133" y="154"/>
                    <a:pt x="133" y="217"/>
                  </a:cubicBezTo>
                  <a:cubicBezTo>
                    <a:pt x="133" y="480"/>
                    <a:pt x="133" y="480"/>
                    <a:pt x="133" y="480"/>
                  </a:cubicBezTo>
                  <a:cubicBezTo>
                    <a:pt x="0" y="480"/>
                    <a:pt x="0" y="480"/>
                    <a:pt x="0" y="480"/>
                  </a:cubicBezTo>
                  <a:lnTo>
                    <a:pt x="0"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54" name="Freeform 9">
              <a:extLst>
                <a:ext uri="{FF2B5EF4-FFF2-40B4-BE49-F238E27FC236}">
                  <a16:creationId xmlns:a16="http://schemas.microsoft.com/office/drawing/2014/main" id="{AA27F0F6-EBAD-77B3-0964-617F5FC5A0BD}"/>
                </a:ext>
              </a:extLst>
            </p:cNvPr>
            <p:cNvSpPr>
              <a:spLocks/>
            </p:cNvSpPr>
            <p:nvPr userDrawn="1"/>
          </p:nvSpPr>
          <p:spPr bwMode="auto">
            <a:xfrm>
              <a:off x="6436593" y="2649538"/>
              <a:ext cx="1460500" cy="2063750"/>
            </a:xfrm>
            <a:custGeom>
              <a:avLst/>
              <a:gdLst>
                <a:gd name="T0" fmla="*/ 0 w 920"/>
                <a:gd name="T1" fmla="*/ 0 h 1300"/>
                <a:gd name="T2" fmla="*/ 270 w 920"/>
                <a:gd name="T3" fmla="*/ 0 h 1300"/>
                <a:gd name="T4" fmla="*/ 270 w 920"/>
                <a:gd name="T5" fmla="*/ 692 h 1300"/>
                <a:gd name="T6" fmla="*/ 585 w 920"/>
                <a:gd name="T7" fmla="*/ 346 h 1300"/>
                <a:gd name="T8" fmla="*/ 908 w 920"/>
                <a:gd name="T9" fmla="*/ 346 h 1300"/>
                <a:gd name="T10" fmla="*/ 547 w 920"/>
                <a:gd name="T11" fmla="*/ 721 h 1300"/>
                <a:gd name="T12" fmla="*/ 920 w 920"/>
                <a:gd name="T13" fmla="*/ 1300 h 1300"/>
                <a:gd name="T14" fmla="*/ 609 w 920"/>
                <a:gd name="T15" fmla="*/ 1300 h 1300"/>
                <a:gd name="T16" fmla="*/ 365 w 920"/>
                <a:gd name="T17" fmla="*/ 909 h 1300"/>
                <a:gd name="T18" fmla="*/ 270 w 920"/>
                <a:gd name="T19" fmla="*/ 1010 h 1300"/>
                <a:gd name="T20" fmla="*/ 270 w 920"/>
                <a:gd name="T21" fmla="*/ 1300 h 1300"/>
                <a:gd name="T22" fmla="*/ 0 w 920"/>
                <a:gd name="T23" fmla="*/ 1300 h 1300"/>
                <a:gd name="T24" fmla="*/ 0 w 920"/>
                <a:gd name="T25" fmla="*/ 0 h 1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20" h="1300">
                  <a:moveTo>
                    <a:pt x="0" y="0"/>
                  </a:moveTo>
                  <a:lnTo>
                    <a:pt x="270" y="0"/>
                  </a:lnTo>
                  <a:lnTo>
                    <a:pt x="270" y="692"/>
                  </a:lnTo>
                  <a:lnTo>
                    <a:pt x="585" y="346"/>
                  </a:lnTo>
                  <a:lnTo>
                    <a:pt x="908" y="346"/>
                  </a:lnTo>
                  <a:lnTo>
                    <a:pt x="547" y="721"/>
                  </a:lnTo>
                  <a:lnTo>
                    <a:pt x="920" y="1300"/>
                  </a:lnTo>
                  <a:lnTo>
                    <a:pt x="609" y="1300"/>
                  </a:lnTo>
                  <a:lnTo>
                    <a:pt x="365" y="909"/>
                  </a:lnTo>
                  <a:lnTo>
                    <a:pt x="270" y="1010"/>
                  </a:lnTo>
                  <a:lnTo>
                    <a:pt x="270" y="1300"/>
                  </a:lnTo>
                  <a:lnTo>
                    <a:pt x="0" y="130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55" name="Freeform 10">
              <a:extLst>
                <a:ext uri="{FF2B5EF4-FFF2-40B4-BE49-F238E27FC236}">
                  <a16:creationId xmlns:a16="http://schemas.microsoft.com/office/drawing/2014/main" id="{0D449E32-BCCB-5FA7-37E4-30FF7569B638}"/>
                </a:ext>
              </a:extLst>
            </p:cNvPr>
            <p:cNvSpPr>
              <a:spLocks/>
            </p:cNvSpPr>
            <p:nvPr userDrawn="1"/>
          </p:nvSpPr>
          <p:spPr bwMode="auto">
            <a:xfrm>
              <a:off x="7919896" y="3173413"/>
              <a:ext cx="1227138" cy="1568450"/>
            </a:xfrm>
            <a:custGeom>
              <a:avLst/>
              <a:gdLst>
                <a:gd name="T0" fmla="*/ 0 w 383"/>
                <a:gd name="T1" fmla="*/ 417 h 488"/>
                <a:gd name="T2" fmla="*/ 57 w 383"/>
                <a:gd name="T3" fmla="*/ 329 h 488"/>
                <a:gd name="T4" fmla="*/ 206 w 383"/>
                <a:gd name="T5" fmla="*/ 385 h 488"/>
                <a:gd name="T6" fmla="*/ 262 w 383"/>
                <a:gd name="T7" fmla="*/ 350 h 488"/>
                <a:gd name="T8" fmla="*/ 262 w 383"/>
                <a:gd name="T9" fmla="*/ 348 h 488"/>
                <a:gd name="T10" fmla="*/ 165 w 383"/>
                <a:gd name="T11" fmla="*/ 294 h 488"/>
                <a:gd name="T12" fmla="*/ 24 w 383"/>
                <a:gd name="T13" fmla="*/ 152 h 488"/>
                <a:gd name="T14" fmla="*/ 24 w 383"/>
                <a:gd name="T15" fmla="*/ 150 h 488"/>
                <a:gd name="T16" fmla="*/ 196 w 383"/>
                <a:gd name="T17" fmla="*/ 0 h 488"/>
                <a:gd name="T18" fmla="*/ 372 w 383"/>
                <a:gd name="T19" fmla="*/ 55 h 488"/>
                <a:gd name="T20" fmla="*/ 321 w 383"/>
                <a:gd name="T21" fmla="*/ 147 h 488"/>
                <a:gd name="T22" fmla="*/ 194 w 383"/>
                <a:gd name="T23" fmla="*/ 103 h 488"/>
                <a:gd name="T24" fmla="*/ 144 w 383"/>
                <a:gd name="T25" fmla="*/ 136 h 488"/>
                <a:gd name="T26" fmla="*/ 144 w 383"/>
                <a:gd name="T27" fmla="*/ 138 h 488"/>
                <a:gd name="T28" fmla="*/ 240 w 383"/>
                <a:gd name="T29" fmla="*/ 194 h 488"/>
                <a:gd name="T30" fmla="*/ 383 w 383"/>
                <a:gd name="T31" fmla="*/ 334 h 488"/>
                <a:gd name="T32" fmla="*/ 383 w 383"/>
                <a:gd name="T33" fmla="*/ 336 h 488"/>
                <a:gd name="T34" fmla="*/ 203 w 383"/>
                <a:gd name="T35" fmla="*/ 488 h 488"/>
                <a:gd name="T36" fmla="*/ 0 w 383"/>
                <a:gd name="T37" fmla="*/ 417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83" h="488">
                  <a:moveTo>
                    <a:pt x="0" y="417"/>
                  </a:moveTo>
                  <a:cubicBezTo>
                    <a:pt x="57" y="329"/>
                    <a:pt x="57" y="329"/>
                    <a:pt x="57" y="329"/>
                  </a:cubicBezTo>
                  <a:cubicBezTo>
                    <a:pt x="108" y="366"/>
                    <a:pt x="162" y="385"/>
                    <a:pt x="206" y="385"/>
                  </a:cubicBezTo>
                  <a:cubicBezTo>
                    <a:pt x="245" y="385"/>
                    <a:pt x="262" y="371"/>
                    <a:pt x="262" y="350"/>
                  </a:cubicBezTo>
                  <a:cubicBezTo>
                    <a:pt x="262" y="348"/>
                    <a:pt x="262" y="348"/>
                    <a:pt x="262" y="348"/>
                  </a:cubicBezTo>
                  <a:cubicBezTo>
                    <a:pt x="262" y="319"/>
                    <a:pt x="217" y="309"/>
                    <a:pt x="165" y="294"/>
                  </a:cubicBezTo>
                  <a:cubicBezTo>
                    <a:pt x="99" y="274"/>
                    <a:pt x="24" y="243"/>
                    <a:pt x="24" y="152"/>
                  </a:cubicBezTo>
                  <a:cubicBezTo>
                    <a:pt x="24" y="150"/>
                    <a:pt x="24" y="150"/>
                    <a:pt x="24" y="150"/>
                  </a:cubicBezTo>
                  <a:cubicBezTo>
                    <a:pt x="24" y="54"/>
                    <a:pt x="101" y="0"/>
                    <a:pt x="196" y="0"/>
                  </a:cubicBezTo>
                  <a:cubicBezTo>
                    <a:pt x="256" y="0"/>
                    <a:pt x="321" y="21"/>
                    <a:pt x="372" y="55"/>
                  </a:cubicBezTo>
                  <a:cubicBezTo>
                    <a:pt x="321" y="147"/>
                    <a:pt x="321" y="147"/>
                    <a:pt x="321" y="147"/>
                  </a:cubicBezTo>
                  <a:cubicBezTo>
                    <a:pt x="275" y="120"/>
                    <a:pt x="228" y="103"/>
                    <a:pt x="194" y="103"/>
                  </a:cubicBezTo>
                  <a:cubicBezTo>
                    <a:pt x="161" y="103"/>
                    <a:pt x="144" y="118"/>
                    <a:pt x="144" y="136"/>
                  </a:cubicBezTo>
                  <a:cubicBezTo>
                    <a:pt x="144" y="138"/>
                    <a:pt x="144" y="138"/>
                    <a:pt x="144" y="138"/>
                  </a:cubicBezTo>
                  <a:cubicBezTo>
                    <a:pt x="144" y="164"/>
                    <a:pt x="189" y="176"/>
                    <a:pt x="240" y="194"/>
                  </a:cubicBezTo>
                  <a:cubicBezTo>
                    <a:pt x="306" y="216"/>
                    <a:pt x="383" y="248"/>
                    <a:pt x="383" y="334"/>
                  </a:cubicBezTo>
                  <a:cubicBezTo>
                    <a:pt x="383" y="336"/>
                    <a:pt x="383" y="336"/>
                    <a:pt x="383" y="336"/>
                  </a:cubicBezTo>
                  <a:cubicBezTo>
                    <a:pt x="383" y="440"/>
                    <a:pt x="305" y="488"/>
                    <a:pt x="203" y="488"/>
                  </a:cubicBezTo>
                  <a:cubicBezTo>
                    <a:pt x="137" y="488"/>
                    <a:pt x="63" y="466"/>
                    <a:pt x="0" y="4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56" name="Oval 11">
              <a:extLst>
                <a:ext uri="{FF2B5EF4-FFF2-40B4-BE49-F238E27FC236}">
                  <a16:creationId xmlns:a16="http://schemas.microsoft.com/office/drawing/2014/main" id="{DF4FD3AA-2A1C-04CA-7759-A7926327B4AA}"/>
                </a:ext>
              </a:extLst>
            </p:cNvPr>
            <p:cNvSpPr>
              <a:spLocks noChangeArrowheads="1"/>
            </p:cNvSpPr>
            <p:nvPr userDrawn="1"/>
          </p:nvSpPr>
          <p:spPr bwMode="auto">
            <a:xfrm>
              <a:off x="9282260" y="4167188"/>
              <a:ext cx="544513" cy="54610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grpSp>
    </p:spTree>
    <p:extLst>
      <p:ext uri="{BB962C8B-B14F-4D97-AF65-F5344CB8AC3E}">
        <p14:creationId xmlns:p14="http://schemas.microsoft.com/office/powerpoint/2010/main" val="3177867202"/>
      </p:ext>
    </p:extLst>
  </p:cSld>
  <p:clrMapOvr>
    <a:masterClrMapping/>
  </p:clrMapOvr>
  <p:transition spd="med"/>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image" Target="../media/image2.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image" Target="../media/image1.emf"/><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oleObject" Target="../embeddings/oleObject1.bin"/><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tags" Target="../tags/tag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97B3768E-112C-6CD4-9704-520A4DAE32AF}"/>
              </a:ext>
            </a:extLst>
          </p:cNvPr>
          <p:cNvGraphicFramePr>
            <a:graphicFrameLocks noChangeAspect="1"/>
          </p:cNvGraphicFramePr>
          <p:nvPr userDrawn="1">
            <p:custDataLst>
              <p:tags r:id="rId31"/>
            </p:custDataLst>
            <p:extLst>
              <p:ext uri="{D42A27DB-BD31-4B8C-83A1-F6EECF244321}">
                <p14:modId xmlns:p14="http://schemas.microsoft.com/office/powerpoint/2010/main" val="922034691"/>
              </p:ext>
            </p:extLst>
          </p:nvPr>
        </p:nvGraphicFramePr>
        <p:xfrm>
          <a:off x="1589" y="1588"/>
          <a:ext cx="1588" cy="1588"/>
        </p:xfrm>
        <a:graphic>
          <a:graphicData uri="http://schemas.openxmlformats.org/presentationml/2006/ole">
            <mc:AlternateContent xmlns:mc="http://schemas.openxmlformats.org/markup-compatibility/2006">
              <mc:Choice xmlns:v="urn:schemas-microsoft-com:vml" Requires="v">
                <p:oleObj name="think-cell Slide" r:id="rId32" imgW="350" imgH="350" progId="TCLayout.ActiveDocument.1">
                  <p:embed/>
                </p:oleObj>
              </mc:Choice>
              <mc:Fallback>
                <p:oleObj name="think-cell Slide" r:id="rId32" imgW="350" imgH="350" progId="TCLayout.ActiveDocument.1">
                  <p:embed/>
                  <p:pic>
                    <p:nvPicPr>
                      <p:cNvPr id="3" name="think-cell data - do not delete" hidden="1">
                        <a:extLst>
                          <a:ext uri="{FF2B5EF4-FFF2-40B4-BE49-F238E27FC236}">
                            <a16:creationId xmlns:a16="http://schemas.microsoft.com/office/drawing/2014/main" id="{97B3768E-112C-6CD4-9704-520A4DAE32AF}"/>
                          </a:ext>
                        </a:extLst>
                      </p:cNvPr>
                      <p:cNvPicPr/>
                      <p:nvPr/>
                    </p:nvPicPr>
                    <p:blipFill>
                      <a:blip r:embed="rId33"/>
                      <a:stretch>
                        <a:fillRect/>
                      </a:stretch>
                    </p:blipFill>
                    <p:spPr>
                      <a:xfrm>
                        <a:off x="1589" y="1588"/>
                        <a:ext cx="1588" cy="1588"/>
                      </a:xfrm>
                      <a:prstGeom prst="rect">
                        <a:avLst/>
                      </a:prstGeom>
                    </p:spPr>
                  </p:pic>
                </p:oleObj>
              </mc:Fallback>
            </mc:AlternateContent>
          </a:graphicData>
        </a:graphic>
      </p:graphicFrame>
      <p:sp>
        <p:nvSpPr>
          <p:cNvPr id="4" name="Slide Number Placeholder 5"/>
          <p:cNvSpPr>
            <a:spLocks noGrp="1"/>
          </p:cNvSpPr>
          <p:nvPr>
            <p:ph type="sldNum" sz="quarter" idx="4"/>
          </p:nvPr>
        </p:nvSpPr>
        <p:spPr>
          <a:xfrm>
            <a:off x="11672569" y="6400800"/>
            <a:ext cx="439026" cy="155448"/>
          </a:xfrm>
          <a:prstGeom prst="rect">
            <a:avLst/>
          </a:prstGeom>
        </p:spPr>
        <p:txBody>
          <a:bodyPr vert="horz" lIns="0" tIns="0" rIns="0" bIns="0" rtlCol="0" anchor="ctr"/>
          <a:lstStyle>
            <a:lvl1pPr algn="ctr">
              <a:defRPr sz="1000">
                <a:solidFill>
                  <a:schemeClr val="tx1"/>
                </a:solidFill>
                <a:latin typeface="Arial" panose="020B0604020202020204" pitchFamily="34" charset="0"/>
                <a:cs typeface="Arial" panose="020B0604020202020204" pitchFamily="34" charset="0"/>
              </a:defRPr>
            </a:lvl1pPr>
          </a:lstStyle>
          <a:p>
            <a:fld id="{6D22F896-40B5-4ADD-8801-0D06FADFA095}" type="slidenum">
              <a:rPr lang="en-US" smtClean="0"/>
              <a:pPr/>
              <a:t>‹#›</a:t>
            </a:fld>
            <a:endParaRPr lang="en-US"/>
          </a:p>
        </p:txBody>
      </p:sp>
      <p:pic>
        <p:nvPicPr>
          <p:cNvPr id="2" name="Picture 1" descr="Shape&#10;&#10;Description automatically generated with medium confidence">
            <a:extLst>
              <a:ext uri="{FF2B5EF4-FFF2-40B4-BE49-F238E27FC236}">
                <a16:creationId xmlns:a16="http://schemas.microsoft.com/office/drawing/2014/main" id="{E5243B55-6DDF-F05D-1C55-35F083D4A5C4}"/>
              </a:ext>
            </a:extLst>
          </p:cNvPr>
          <p:cNvPicPr>
            <a:picLocks noChangeAspect="1"/>
          </p:cNvPicPr>
          <p:nvPr userDrawn="1"/>
        </p:nvPicPr>
        <p:blipFill>
          <a:blip r:embed="rId34"/>
          <a:stretch>
            <a:fillRect/>
          </a:stretch>
        </p:blipFill>
        <p:spPr>
          <a:xfrm>
            <a:off x="219" y="0"/>
            <a:ext cx="12191564" cy="6858000"/>
          </a:xfrm>
          <a:prstGeom prst="rect">
            <a:avLst/>
          </a:prstGeom>
        </p:spPr>
      </p:pic>
    </p:spTree>
    <p:extLst>
      <p:ext uri="{BB962C8B-B14F-4D97-AF65-F5344CB8AC3E}">
        <p14:creationId xmlns:p14="http://schemas.microsoft.com/office/powerpoint/2010/main" val="4240652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Lst>
  <p:transition spd="med"/>
  <p:hf hdr="0" ftr="0" dt="0"/>
  <p:txStyles>
    <p:titleStyle>
      <a:lvl1pPr algn="ctr" defTabSz="1218987" rtl="0" eaLnBrk="1" latinLnBrk="0" hangingPunct="1">
        <a:spcBef>
          <a:spcPct val="0"/>
        </a:spcBef>
        <a:buNone/>
        <a:defRPr sz="4300" kern="1200" cap="all" baseline="0">
          <a:solidFill>
            <a:schemeClr val="tx1"/>
          </a:solidFill>
          <a:latin typeface="Arial" pitchFamily="34" charset="0"/>
          <a:ea typeface="+mj-ea"/>
          <a:cs typeface="Arial" pitchFamily="34" charset="0"/>
        </a:defRPr>
      </a:lvl1pPr>
    </p:titleStyle>
    <p:bodyStyle>
      <a:lvl1pPr marL="457120" indent="-457120" algn="l" defTabSz="1218987" rtl="0" eaLnBrk="1" latinLnBrk="0" hangingPunct="1">
        <a:spcBef>
          <a:spcPct val="20000"/>
        </a:spcBef>
        <a:buClrTx/>
        <a:buFont typeface="Arial" panose="020B0604020202020204" pitchFamily="34" charset="0"/>
        <a:buChar char="•"/>
        <a:defRPr sz="4300" kern="1200">
          <a:solidFill>
            <a:schemeClr val="tx1"/>
          </a:solidFill>
          <a:latin typeface="Arial" pitchFamily="34" charset="0"/>
          <a:ea typeface="+mn-ea"/>
          <a:cs typeface="Arial" pitchFamily="34" charset="0"/>
        </a:defRPr>
      </a:lvl1pPr>
      <a:lvl2pPr marL="990427" indent="-380933" algn="l" defTabSz="1218987" rtl="0" eaLnBrk="1" latinLnBrk="0" hangingPunct="1">
        <a:spcBef>
          <a:spcPct val="20000"/>
        </a:spcBef>
        <a:buClrTx/>
        <a:buFont typeface="Arial" panose="020B0604020202020204" pitchFamily="34" charset="0"/>
        <a:buChar char="–"/>
        <a:defRPr sz="3700" kern="1200">
          <a:solidFill>
            <a:schemeClr val="tx1"/>
          </a:solidFill>
          <a:latin typeface="Arial" pitchFamily="34" charset="0"/>
          <a:ea typeface="+mn-ea"/>
          <a:cs typeface="Arial" pitchFamily="34" charset="0"/>
        </a:defRPr>
      </a:lvl2pPr>
      <a:lvl3pPr marL="1523733" indent="-304747" algn="l" defTabSz="1218987" rtl="0" eaLnBrk="1" latinLnBrk="0" hangingPunct="1">
        <a:spcBef>
          <a:spcPct val="20000"/>
        </a:spcBef>
        <a:buClrTx/>
        <a:buFont typeface="Arial" panose="020B0604020202020204" pitchFamily="34" charset="0"/>
        <a:buChar char="-"/>
        <a:defRPr sz="3200" kern="1200">
          <a:solidFill>
            <a:schemeClr val="tx1"/>
          </a:solidFill>
          <a:latin typeface="Arial" pitchFamily="34" charset="0"/>
          <a:ea typeface="+mn-ea"/>
          <a:cs typeface="Arial" pitchFamily="34" charset="0"/>
        </a:defRPr>
      </a:lvl3pPr>
      <a:lvl4pPr marL="2133227" indent="-304747" algn="l" defTabSz="1218987" rtl="0" eaLnBrk="1" latinLnBrk="0" hangingPunct="1">
        <a:spcBef>
          <a:spcPct val="20000"/>
        </a:spcBef>
        <a:buClrTx/>
        <a:buFont typeface="Arial" panose="020B0604020202020204" pitchFamily="34" charset="0"/>
        <a:buChar char="-"/>
        <a:defRPr sz="2700" kern="1200">
          <a:solidFill>
            <a:schemeClr val="tx1"/>
          </a:solidFill>
          <a:latin typeface="Arial" pitchFamily="34" charset="0"/>
          <a:ea typeface="+mn-ea"/>
          <a:cs typeface="Arial" pitchFamily="34" charset="0"/>
        </a:defRPr>
      </a:lvl4pPr>
      <a:lvl5pPr marL="2742720" indent="-304747" algn="l" defTabSz="1218987" rtl="0" eaLnBrk="1" latinLnBrk="0" hangingPunct="1">
        <a:spcBef>
          <a:spcPct val="20000"/>
        </a:spcBef>
        <a:buClrTx/>
        <a:buFont typeface="Arial" panose="020B0604020202020204" pitchFamily="34" charset="0"/>
        <a:buChar char="-"/>
        <a:defRPr sz="2700" kern="1200">
          <a:solidFill>
            <a:schemeClr val="tx1"/>
          </a:solidFill>
          <a:latin typeface="Arial" pitchFamily="34" charset="0"/>
          <a:ea typeface="+mn-ea"/>
          <a:cs typeface="Arial" pitchFamily="34" charset="0"/>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440">
          <p15:clr>
            <a:srgbClr val="F26B43"/>
          </p15:clr>
        </p15:guide>
        <p15:guide id="2" pos="6719">
          <p15:clr>
            <a:srgbClr val="F26B43"/>
          </p15:clr>
        </p15:guide>
        <p15:guide id="3" orient="horz" pos="2880">
          <p15:clr>
            <a:srgbClr val="F26B43"/>
          </p15:clr>
        </p15:guide>
        <p15:guide id="4" pos="3839">
          <p15:clr>
            <a:srgbClr val="F26B43"/>
          </p15:clr>
        </p15:guide>
        <p15:guide id="5" pos="5279">
          <p15:clr>
            <a:srgbClr val="F26B43"/>
          </p15:clr>
        </p15:guide>
        <p15:guide id="6" pos="2399">
          <p15:clr>
            <a:srgbClr val="F26B43"/>
          </p15:clr>
        </p15:guide>
        <p15:guide id="7" pos="959">
          <p15:clr>
            <a:srgbClr val="F26B43"/>
          </p15:clr>
        </p15:guide>
        <p15:guide id="8" pos="7199">
          <p15:clr>
            <a:srgbClr val="FDE53C"/>
          </p15:clr>
        </p15:guide>
        <p15:guide id="9" pos="6239">
          <p15:clr>
            <a:srgbClr val="FDE53C"/>
          </p15:clr>
        </p15:guide>
        <p15:guide id="10" pos="5759">
          <p15:clr>
            <a:srgbClr val="FDE53C"/>
          </p15:clr>
        </p15:guide>
        <p15:guide id="11" pos="4319">
          <p15:clr>
            <a:srgbClr val="FDE53C"/>
          </p15:clr>
        </p15:guide>
        <p15:guide id="12" pos="4799">
          <p15:clr>
            <a:srgbClr val="FDE53C"/>
          </p15:clr>
        </p15:guide>
        <p15:guide id="13" pos="3335">
          <p15:clr>
            <a:srgbClr val="FDE53C"/>
          </p15:clr>
        </p15:guide>
        <p15:guide id="14" pos="2879">
          <p15:clr>
            <a:srgbClr val="FDE53C"/>
          </p15:clr>
        </p15:guide>
        <p15:guide id="15" pos="1919">
          <p15:clr>
            <a:srgbClr val="FDE53C"/>
          </p15:clr>
        </p15:guide>
        <p15:guide id="16" pos="1439">
          <p15:clr>
            <a:srgbClr val="FDE53C"/>
          </p15:clr>
        </p15:guide>
        <p15:guide id="17" pos="479">
          <p15:clr>
            <a:srgbClr val="FDE53C"/>
          </p15:clr>
        </p15:guide>
        <p15:guide id="18" orient="horz" pos="960">
          <p15:clr>
            <a:srgbClr val="FDE53C"/>
          </p15:clr>
        </p15:guide>
        <p15:guide id="19" orient="horz" pos="480">
          <p15:clr>
            <a:srgbClr val="FDE53C"/>
          </p15:clr>
        </p15:guide>
        <p15:guide id="20" orient="horz" pos="1920">
          <p15:clr>
            <a:srgbClr val="FDE53C"/>
          </p15:clr>
        </p15:guide>
        <p15:guide id="21" orient="horz" pos="2400">
          <p15:clr>
            <a:srgbClr val="FDE53C"/>
          </p15:clr>
        </p15:guide>
        <p15:guide id="22" orient="horz" pos="3360">
          <p15:clr>
            <a:srgbClr val="FDE53C"/>
          </p15:clr>
        </p15:guide>
        <p15:guide id="23" orient="horz" pos="3840">
          <p15:clr>
            <a:srgbClr val="FDE53C"/>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3.xml"/><Relationship Id="rId5" Type="http://schemas.openxmlformats.org/officeDocument/2006/relationships/image" Target="../media/image1.emf"/><Relationship Id="rId4" Type="http://schemas.openxmlformats.org/officeDocument/2006/relationships/oleObject" Target="../embeddings/oleObject2.bin"/></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7" Type="http://schemas.openxmlformats.org/officeDocument/2006/relationships/image" Target="../media/image5.png"/><Relationship Id="rId2" Type="http://schemas.openxmlformats.org/officeDocument/2006/relationships/slideLayout" Target="../slideLayouts/slideLayout5.xml"/><Relationship Id="rId1" Type="http://schemas.openxmlformats.org/officeDocument/2006/relationships/tags" Target="../tags/tag4.xml"/><Relationship Id="rId6" Type="http://schemas.openxmlformats.org/officeDocument/2006/relationships/image" Target="../media/image1.emf"/><Relationship Id="rId5" Type="http://schemas.openxmlformats.org/officeDocument/2006/relationships/oleObject" Target="../embeddings/oleObject3.bin"/><Relationship Id="rId4" Type="http://schemas.microsoft.com/office/2018/10/relationships/comments" Target="../comments/modernComment_190_FC72C73A.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5.xml"/><Relationship Id="rId1" Type="http://schemas.openxmlformats.org/officeDocument/2006/relationships/tags" Target="../tags/tag5.xml"/><Relationship Id="rId6" Type="http://schemas.openxmlformats.org/officeDocument/2006/relationships/image" Target="../media/image1.emf"/><Relationship Id="rId5" Type="http://schemas.openxmlformats.org/officeDocument/2006/relationships/oleObject" Target="../embeddings/oleObject4.bin"/><Relationship Id="rId4" Type="http://schemas.microsoft.com/office/2018/10/relationships/comments" Target="../comments/modernComment_192_8B127E27.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5.xml"/><Relationship Id="rId1" Type="http://schemas.openxmlformats.org/officeDocument/2006/relationships/tags" Target="../tags/tag6.xml"/><Relationship Id="rId6" Type="http://schemas.openxmlformats.org/officeDocument/2006/relationships/image" Target="../media/image1.emf"/><Relationship Id="rId5" Type="http://schemas.openxmlformats.org/officeDocument/2006/relationships/oleObject" Target="../embeddings/oleObject5.bin"/><Relationship Id="rId4" Type="http://schemas.microsoft.com/office/2018/10/relationships/comments" Target="../comments/modernComment_185_66F132CA.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5.xml"/><Relationship Id="rId1" Type="http://schemas.openxmlformats.org/officeDocument/2006/relationships/tags" Target="../tags/tag7.xml"/><Relationship Id="rId6" Type="http://schemas.openxmlformats.org/officeDocument/2006/relationships/image" Target="../media/image6.png"/><Relationship Id="rId5" Type="http://schemas.openxmlformats.org/officeDocument/2006/relationships/image" Target="../media/image1.emf"/><Relationship Id="rId4" Type="http://schemas.openxmlformats.org/officeDocument/2006/relationships/oleObject" Target="../embeddings/oleObject6.bin"/></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5.xml"/><Relationship Id="rId1" Type="http://schemas.openxmlformats.org/officeDocument/2006/relationships/tags" Target="../tags/tag8.xml"/><Relationship Id="rId6" Type="http://schemas.openxmlformats.org/officeDocument/2006/relationships/image" Target="../media/image1.emf"/><Relationship Id="rId5" Type="http://schemas.openxmlformats.org/officeDocument/2006/relationships/oleObject" Target="../embeddings/oleObject7.bin"/><Relationship Id="rId4" Type="http://schemas.microsoft.com/office/2018/10/relationships/comments" Target="../comments/modernComment_181_92D1CCCC.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5.xml"/><Relationship Id="rId1" Type="http://schemas.openxmlformats.org/officeDocument/2006/relationships/tags" Target="../tags/tag9.xml"/><Relationship Id="rId5" Type="http://schemas.openxmlformats.org/officeDocument/2006/relationships/image" Target="../media/image1.emf"/><Relationship Id="rId4" Type="http://schemas.openxmlformats.org/officeDocument/2006/relationships/oleObject" Target="../embeddings/oleObject8.bin"/></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5.xml"/><Relationship Id="rId1" Type="http://schemas.openxmlformats.org/officeDocument/2006/relationships/tags" Target="../tags/tag10.xml"/><Relationship Id="rId5" Type="http://schemas.openxmlformats.org/officeDocument/2006/relationships/image" Target="../media/image1.emf"/><Relationship Id="rId4" Type="http://schemas.openxmlformats.org/officeDocument/2006/relationships/oleObject" Target="../embeddings/oleObject9.bin"/></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5.xml"/><Relationship Id="rId1" Type="http://schemas.openxmlformats.org/officeDocument/2006/relationships/tags" Target="../tags/tag11.xml"/><Relationship Id="rId5" Type="http://schemas.openxmlformats.org/officeDocument/2006/relationships/image" Target="../media/image1.emf"/><Relationship Id="rId4" Type="http://schemas.openxmlformats.org/officeDocument/2006/relationships/oleObject" Target="../embeddings/oleObject10.bin"/></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5.xml"/><Relationship Id="rId1" Type="http://schemas.openxmlformats.org/officeDocument/2006/relationships/tags" Target="../tags/tag12.xml"/><Relationship Id="rId5" Type="http://schemas.openxmlformats.org/officeDocument/2006/relationships/image" Target="../media/image1.emf"/><Relationship Id="rId4" Type="http://schemas.openxmlformats.org/officeDocument/2006/relationships/oleObject" Target="../embeddings/oleObject11.bin"/></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5.xml"/><Relationship Id="rId1" Type="http://schemas.openxmlformats.org/officeDocument/2006/relationships/tags" Target="../tags/tag13.xml"/><Relationship Id="rId5" Type="http://schemas.openxmlformats.org/officeDocument/2006/relationships/image" Target="../media/image1.emf"/><Relationship Id="rId4" Type="http://schemas.openxmlformats.org/officeDocument/2006/relationships/oleObject" Target="../embeddings/oleObject12.bin"/></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5.xml"/><Relationship Id="rId1" Type="http://schemas.openxmlformats.org/officeDocument/2006/relationships/tags" Target="../tags/tag14.xml"/><Relationship Id="rId5" Type="http://schemas.openxmlformats.org/officeDocument/2006/relationships/image" Target="../media/image1.emf"/><Relationship Id="rId4" Type="http://schemas.openxmlformats.org/officeDocument/2006/relationships/oleObject" Target="../embeddings/oleObject12.bin"/></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5.xml"/><Relationship Id="rId1" Type="http://schemas.openxmlformats.org/officeDocument/2006/relationships/tags" Target="../tags/tag15.xml"/><Relationship Id="rId5" Type="http://schemas.openxmlformats.org/officeDocument/2006/relationships/image" Target="../media/image1.emf"/><Relationship Id="rId4" Type="http://schemas.openxmlformats.org/officeDocument/2006/relationships/oleObject" Target="../embeddings/oleObject13.bin"/></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5.xml"/><Relationship Id="rId1" Type="http://schemas.openxmlformats.org/officeDocument/2006/relationships/tags" Target="../tags/tag16.xml"/><Relationship Id="rId5" Type="http://schemas.openxmlformats.org/officeDocument/2006/relationships/image" Target="../media/image1.emf"/><Relationship Id="rId4" Type="http://schemas.openxmlformats.org/officeDocument/2006/relationships/oleObject" Target="../embeddings/oleObject14.bin"/></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5.xml"/><Relationship Id="rId1" Type="http://schemas.openxmlformats.org/officeDocument/2006/relationships/tags" Target="../tags/tag17.xml"/><Relationship Id="rId6" Type="http://schemas.openxmlformats.org/officeDocument/2006/relationships/image" Target="../media/image7.png"/><Relationship Id="rId5" Type="http://schemas.openxmlformats.org/officeDocument/2006/relationships/image" Target="../media/image1.emf"/><Relationship Id="rId4" Type="http://schemas.openxmlformats.org/officeDocument/2006/relationships/oleObject" Target="../embeddings/oleObject15.bin"/></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5.xml"/><Relationship Id="rId1" Type="http://schemas.openxmlformats.org/officeDocument/2006/relationships/tags" Target="../tags/tag18.xml"/><Relationship Id="rId6" Type="http://schemas.openxmlformats.org/officeDocument/2006/relationships/image" Target="../media/image8.png"/><Relationship Id="rId5" Type="http://schemas.openxmlformats.org/officeDocument/2006/relationships/image" Target="../media/image1.emf"/><Relationship Id="rId4" Type="http://schemas.openxmlformats.org/officeDocument/2006/relationships/oleObject" Target="../embeddings/oleObject15.bin"/></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5.xml"/><Relationship Id="rId1" Type="http://schemas.openxmlformats.org/officeDocument/2006/relationships/tags" Target="../tags/tag19.xml"/><Relationship Id="rId5" Type="http://schemas.openxmlformats.org/officeDocument/2006/relationships/image" Target="../media/image1.emf"/><Relationship Id="rId4" Type="http://schemas.openxmlformats.org/officeDocument/2006/relationships/oleObject" Target="../embeddings/oleObject16.bin"/></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5.xml"/><Relationship Id="rId1" Type="http://schemas.openxmlformats.org/officeDocument/2006/relationships/tags" Target="../tags/tag20.xml"/><Relationship Id="rId5" Type="http://schemas.openxmlformats.org/officeDocument/2006/relationships/image" Target="../media/image1.emf"/><Relationship Id="rId4" Type="http://schemas.openxmlformats.org/officeDocument/2006/relationships/oleObject" Target="../embeddings/oleObject17.bin"/></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5.xml"/><Relationship Id="rId1" Type="http://schemas.openxmlformats.org/officeDocument/2006/relationships/tags" Target="../tags/tag21.xml"/><Relationship Id="rId6" Type="http://schemas.openxmlformats.org/officeDocument/2006/relationships/image" Target="../media/image1.emf"/><Relationship Id="rId5" Type="http://schemas.openxmlformats.org/officeDocument/2006/relationships/oleObject" Target="../embeddings/oleObject18.bin"/><Relationship Id="rId4" Type="http://schemas.microsoft.com/office/2018/10/relationships/comments" Target="../comments/modernComment_18C_9214C99D.xml"/></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Layout" Target="../slideLayouts/slideLayout28.xml"/><Relationship Id="rId1" Type="http://schemas.openxmlformats.org/officeDocument/2006/relationships/tags" Target="../tags/tag22.xml"/><Relationship Id="rId4" Type="http://schemas.openxmlformats.org/officeDocument/2006/relationships/image" Target="../media/image1.emf"/></Relationships>
</file>

<file path=ppt/slides/_rels/slide21.xml.rels><?xml version="1.0" encoding="UTF-8" standalone="yes"?>
<Relationships xmlns="http://schemas.openxmlformats.org/package/2006/relationships"><Relationship Id="rId8" Type="http://schemas.openxmlformats.org/officeDocument/2006/relationships/diagramQuickStyle" Target="../diagrams/quickStyle1.xml"/><Relationship Id="rId3" Type="http://schemas.openxmlformats.org/officeDocument/2006/relationships/notesSlide" Target="../notesSlides/notesSlide20.xml"/><Relationship Id="rId7" Type="http://schemas.openxmlformats.org/officeDocument/2006/relationships/diagramLayout" Target="../diagrams/layout1.xml"/><Relationship Id="rId2" Type="http://schemas.openxmlformats.org/officeDocument/2006/relationships/slideLayout" Target="../slideLayouts/slideLayout5.xml"/><Relationship Id="rId1" Type="http://schemas.openxmlformats.org/officeDocument/2006/relationships/tags" Target="../tags/tag23.xml"/><Relationship Id="rId6" Type="http://schemas.openxmlformats.org/officeDocument/2006/relationships/diagramData" Target="../diagrams/data1.xml"/><Relationship Id="rId5" Type="http://schemas.openxmlformats.org/officeDocument/2006/relationships/image" Target="../media/image1.emf"/><Relationship Id="rId10" Type="http://schemas.microsoft.com/office/2007/relationships/diagramDrawing" Target="../diagrams/drawing1.xml"/><Relationship Id="rId4" Type="http://schemas.openxmlformats.org/officeDocument/2006/relationships/oleObject" Target="../embeddings/oleObject12.bin"/><Relationship Id="rId9" Type="http://schemas.openxmlformats.org/officeDocument/2006/relationships/diagramColors" Target="../diagrams/colors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11E38C-71C1-57E8-BF25-4A2F9A051CA9}"/>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D0CD18C3-98FB-C1B4-EB77-E199F3F09400}"/>
              </a:ext>
            </a:extLst>
          </p:cNvPr>
          <p:cNvGraphicFramePr>
            <a:graphicFrameLocks noChangeAspect="1"/>
          </p:cNvGraphicFramePr>
          <p:nvPr>
            <p:custDataLst>
              <p:tags r:id="rId1"/>
            </p:custDataLst>
            <p:extLst>
              <p:ext uri="{D42A27DB-BD31-4B8C-83A1-F6EECF244321}">
                <p14:modId xmlns:p14="http://schemas.microsoft.com/office/powerpoint/2010/main" val="1527732229"/>
              </p:ext>
            </p:extLst>
          </p:nvPr>
        </p:nvGraphicFramePr>
        <p:xfrm>
          <a:off x="3176" y="1588"/>
          <a:ext cx="1588" cy="1588"/>
        </p:xfrm>
        <a:graphic>
          <a:graphicData uri="http://schemas.openxmlformats.org/presentationml/2006/ole">
            <mc:AlternateContent xmlns:mc="http://schemas.openxmlformats.org/markup-compatibility/2006">
              <mc:Choice xmlns:v="urn:schemas-microsoft-com:vml" Requires="v">
                <p:oleObj name="think-cell Slide" r:id="rId4" imgW="350" imgH="350" progId="TCLayout.ActiveDocument.1">
                  <p:embed/>
                </p:oleObj>
              </mc:Choice>
              <mc:Fallback>
                <p:oleObj name="think-cell Slide" r:id="rId4" imgW="350" imgH="350" progId="TCLayout.ActiveDocument.1">
                  <p:embed/>
                  <p:pic>
                    <p:nvPicPr>
                      <p:cNvPr id="5" name="think-cell data - do not delete" hidden="1">
                        <a:extLst>
                          <a:ext uri="{FF2B5EF4-FFF2-40B4-BE49-F238E27FC236}">
                            <a16:creationId xmlns:a16="http://schemas.microsoft.com/office/drawing/2014/main" id="{D0CD18C3-98FB-C1B4-EB77-E199F3F09400}"/>
                          </a:ext>
                        </a:extLst>
                      </p:cNvPr>
                      <p:cNvPicPr/>
                      <p:nvPr/>
                    </p:nvPicPr>
                    <p:blipFill>
                      <a:blip r:embed="rId5"/>
                      <a:stretch>
                        <a:fillRect/>
                      </a:stretch>
                    </p:blipFill>
                    <p:spPr>
                      <a:xfrm>
                        <a:off x="3176"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CFAA5D55-8F71-BCF5-4E71-CFE1B971A70E}"/>
              </a:ext>
            </a:extLst>
          </p:cNvPr>
          <p:cNvSpPr>
            <a:spLocks noGrp="1"/>
          </p:cNvSpPr>
          <p:nvPr>
            <p:ph type="title"/>
          </p:nvPr>
        </p:nvSpPr>
        <p:spPr/>
        <p:txBody>
          <a:bodyPr vert="horz"/>
          <a:lstStyle/>
          <a:p>
            <a:pPr algn="ctr"/>
            <a:r>
              <a:rPr lang="en-GB" sz="5400"/>
              <a:t>Dynamic Pricing 2.0 – Linking Service Value to Hardware Value</a:t>
            </a:r>
          </a:p>
        </p:txBody>
      </p:sp>
      <p:sp>
        <p:nvSpPr>
          <p:cNvPr id="2" name="Subtitle 1">
            <a:extLst>
              <a:ext uri="{FF2B5EF4-FFF2-40B4-BE49-F238E27FC236}">
                <a16:creationId xmlns:a16="http://schemas.microsoft.com/office/drawing/2014/main" id="{B1CE220D-C94D-0624-E946-624379F690C8}"/>
              </a:ext>
            </a:extLst>
          </p:cNvPr>
          <p:cNvSpPr>
            <a:spLocks noGrp="1"/>
          </p:cNvSpPr>
          <p:nvPr>
            <p:ph type="subTitle" idx="1"/>
          </p:nvPr>
        </p:nvSpPr>
        <p:spPr/>
        <p:txBody>
          <a:bodyPr/>
          <a:lstStyle/>
          <a:p>
            <a:r>
              <a:rPr lang="en-GB"/>
              <a:t>Smarter, Fairer, and Self-Correcting Service Pricing Model</a:t>
            </a:r>
          </a:p>
        </p:txBody>
      </p:sp>
    </p:spTree>
    <p:extLst>
      <p:ext uri="{BB962C8B-B14F-4D97-AF65-F5344CB8AC3E}">
        <p14:creationId xmlns:p14="http://schemas.microsoft.com/office/powerpoint/2010/main" val="1487203446"/>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E8DEB9F-2F0D-5807-359B-6EAE22193831}"/>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FE2B2A68-B0BF-35F9-1D42-D3CACF215C44}"/>
              </a:ext>
            </a:extLst>
          </p:cNvPr>
          <p:cNvGraphicFramePr>
            <a:graphicFrameLocks noChangeAspect="1"/>
          </p:cNvGraphicFramePr>
          <p:nvPr>
            <p:custDataLst>
              <p:tags r:id="rId1"/>
            </p:custDataLst>
            <p:extLst>
              <p:ext uri="{D42A27DB-BD31-4B8C-83A1-F6EECF244321}">
                <p14:modId xmlns:p14="http://schemas.microsoft.com/office/powerpoint/2010/main" val="207548498"/>
              </p:ext>
            </p:extLst>
          </p:nvPr>
        </p:nvGraphicFramePr>
        <p:xfrm>
          <a:off x="3176" y="1588"/>
          <a:ext cx="1588" cy="1588"/>
        </p:xfrm>
        <a:graphic>
          <a:graphicData uri="http://schemas.openxmlformats.org/presentationml/2006/ole">
            <mc:AlternateContent xmlns:mc="http://schemas.openxmlformats.org/markup-compatibility/2006">
              <mc:Choice xmlns:v="urn:schemas-microsoft-com:vml" Requires="v">
                <p:oleObj name="think-cell Slide" r:id="rId5" imgW="350" imgH="350" progId="TCLayout.ActiveDocument.1">
                  <p:embed/>
                </p:oleObj>
              </mc:Choice>
              <mc:Fallback>
                <p:oleObj name="think-cell Slide" r:id="rId5" imgW="350" imgH="350" progId="TCLayout.ActiveDocument.1">
                  <p:embed/>
                  <p:pic>
                    <p:nvPicPr>
                      <p:cNvPr id="5" name="think-cell data - do not delete" hidden="1">
                        <a:extLst>
                          <a:ext uri="{FF2B5EF4-FFF2-40B4-BE49-F238E27FC236}">
                            <a16:creationId xmlns:a16="http://schemas.microsoft.com/office/drawing/2014/main" id="{FE2B2A68-B0BF-35F9-1D42-D3CACF215C44}"/>
                          </a:ext>
                        </a:extLst>
                      </p:cNvPr>
                      <p:cNvPicPr/>
                      <p:nvPr/>
                    </p:nvPicPr>
                    <p:blipFill>
                      <a:blip r:embed="rId6"/>
                      <a:stretch>
                        <a:fillRect/>
                      </a:stretch>
                    </p:blipFill>
                    <p:spPr>
                      <a:xfrm>
                        <a:off x="3176"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9AED4F88-AC56-D28E-EC4A-ACFFAF4692F5}"/>
              </a:ext>
            </a:extLst>
          </p:cNvPr>
          <p:cNvSpPr>
            <a:spLocks noGrp="1"/>
          </p:cNvSpPr>
          <p:nvPr>
            <p:ph type="title"/>
          </p:nvPr>
        </p:nvSpPr>
        <p:spPr/>
        <p:txBody>
          <a:bodyPr vert="horz"/>
          <a:lstStyle/>
          <a:p>
            <a:r>
              <a:rPr lang="en-GB" sz="2800"/>
              <a:t>Static Pricing = Broken Value Logic</a:t>
            </a:r>
          </a:p>
        </p:txBody>
      </p:sp>
      <p:sp>
        <p:nvSpPr>
          <p:cNvPr id="8" name="TextBox 7">
            <a:extLst>
              <a:ext uri="{FF2B5EF4-FFF2-40B4-BE49-F238E27FC236}">
                <a16:creationId xmlns:a16="http://schemas.microsoft.com/office/drawing/2014/main" id="{9522E679-840B-D976-D1CB-17A9AB13E9CF}"/>
              </a:ext>
            </a:extLst>
          </p:cNvPr>
          <p:cNvSpPr txBox="1"/>
          <p:nvPr/>
        </p:nvSpPr>
        <p:spPr>
          <a:xfrm>
            <a:off x="8229600" y="1799191"/>
            <a:ext cx="3471333" cy="3785652"/>
          </a:xfrm>
          <a:prstGeom prst="rect">
            <a:avLst/>
          </a:prstGeom>
          <a:noFill/>
        </p:spPr>
        <p:txBody>
          <a:bodyPr wrap="square">
            <a:spAutoFit/>
          </a:bodyPr>
          <a:lstStyle/>
          <a:p>
            <a:pPr marL="285750" indent="-285750" algn="just">
              <a:buFont typeface="Arial" panose="020B0604020202020204" pitchFamily="34" charset="0"/>
              <a:buChar char="•"/>
            </a:pPr>
            <a:r>
              <a:rPr lang="en-GB" sz="1600"/>
              <a:t>Services are priced in fixed blocks per tier, regardless of HW value</a:t>
            </a:r>
          </a:p>
          <a:p>
            <a:pPr marL="285750" indent="-285750" algn="just">
              <a:buFont typeface="Arial" panose="020B0604020202020204" pitchFamily="34" charset="0"/>
              <a:buChar char="•"/>
            </a:pPr>
            <a:endParaRPr lang="en-GB" sz="1600"/>
          </a:p>
          <a:p>
            <a:pPr marL="285750" indent="-285750" algn="just">
              <a:buFont typeface="Arial" panose="020B0604020202020204" pitchFamily="34" charset="0"/>
              <a:buChar char="•"/>
            </a:pPr>
            <a:r>
              <a:rPr lang="en-GB" sz="1600"/>
              <a:t>The same 3Y PS costs ~$270 for a $1,700 laptop and $210 for a $2,400 workstation</a:t>
            </a:r>
          </a:p>
          <a:p>
            <a:pPr marL="285750" indent="-285750" algn="just">
              <a:buFont typeface="Arial" panose="020B0604020202020204" pitchFamily="34" charset="0"/>
              <a:buChar char="•"/>
            </a:pPr>
            <a:endParaRPr lang="en-GB" sz="1600"/>
          </a:p>
          <a:p>
            <a:pPr marL="285750" indent="-285750" algn="just">
              <a:buFont typeface="Arial" panose="020B0604020202020204" pitchFamily="34" charset="0"/>
              <a:buChar char="•"/>
            </a:pPr>
            <a:r>
              <a:rPr lang="en-GB" sz="1600"/>
              <a:t>This flattens the value curve -&gt; price barely changes, but device value does</a:t>
            </a:r>
          </a:p>
          <a:p>
            <a:pPr marL="285750" indent="-285750" algn="just">
              <a:buFont typeface="Arial" panose="020B0604020202020204" pitchFamily="34" charset="0"/>
              <a:buChar char="•"/>
            </a:pPr>
            <a:endParaRPr lang="en-GB" sz="1600"/>
          </a:p>
          <a:p>
            <a:pPr marL="285750" indent="-285750" algn="just">
              <a:buFont typeface="Arial" panose="020B0604020202020204" pitchFamily="34" charset="0"/>
              <a:buChar char="•"/>
            </a:pPr>
            <a:r>
              <a:rPr lang="en-GB" sz="1600" b="1" i="1"/>
              <a:t>We’re leaving margin at the top, while discouraging attach at the bottom</a:t>
            </a:r>
          </a:p>
        </p:txBody>
      </p:sp>
      <p:sp>
        <p:nvSpPr>
          <p:cNvPr id="11" name="TextBox 10">
            <a:extLst>
              <a:ext uri="{FF2B5EF4-FFF2-40B4-BE49-F238E27FC236}">
                <a16:creationId xmlns:a16="http://schemas.microsoft.com/office/drawing/2014/main" id="{556BECC8-CE97-9D89-C3A5-1ADF5E8A38C4}"/>
              </a:ext>
            </a:extLst>
          </p:cNvPr>
          <p:cNvSpPr txBox="1"/>
          <p:nvPr/>
        </p:nvSpPr>
        <p:spPr>
          <a:xfrm>
            <a:off x="760609" y="828472"/>
            <a:ext cx="10798798" cy="584775"/>
          </a:xfrm>
          <a:prstGeom prst="rect">
            <a:avLst/>
          </a:prstGeom>
          <a:noFill/>
        </p:spPr>
        <p:txBody>
          <a:bodyPr wrap="square">
            <a:spAutoFit/>
          </a:bodyPr>
          <a:lstStyle/>
          <a:p>
            <a:pPr marL="285750" indent="-285750">
              <a:buFont typeface="Wingdings" panose="05000000000000000000" pitchFamily="2" charset="2"/>
              <a:buChar char="Ø"/>
            </a:pPr>
            <a:r>
              <a:rPr lang="en-GB" sz="1600"/>
              <a:t>Our current service pricing does not scale with hardware value</a:t>
            </a:r>
          </a:p>
          <a:p>
            <a:pPr marL="285750" indent="-285750">
              <a:buFont typeface="Wingdings" panose="05000000000000000000" pitchFamily="2" charset="2"/>
              <a:buChar char="Ø"/>
            </a:pPr>
            <a:r>
              <a:rPr lang="en-GB" sz="1600"/>
              <a:t>We’re overcharging at the low end and undercharging where customers value protection most</a:t>
            </a:r>
          </a:p>
        </p:txBody>
      </p:sp>
      <p:pic>
        <p:nvPicPr>
          <p:cNvPr id="14" name="Picture 13">
            <a:extLst>
              <a:ext uri="{FF2B5EF4-FFF2-40B4-BE49-F238E27FC236}">
                <a16:creationId xmlns:a16="http://schemas.microsoft.com/office/drawing/2014/main" id="{DB7470F0-9F60-1F9E-F465-02891B4FA08F}"/>
              </a:ext>
            </a:extLst>
          </p:cNvPr>
          <p:cNvPicPr>
            <a:picLocks noChangeAspect="1"/>
          </p:cNvPicPr>
          <p:nvPr/>
        </p:nvPicPr>
        <p:blipFill>
          <a:blip r:embed="rId7"/>
          <a:stretch>
            <a:fillRect/>
          </a:stretch>
        </p:blipFill>
        <p:spPr>
          <a:xfrm>
            <a:off x="760609" y="1799191"/>
            <a:ext cx="7303641" cy="3883489"/>
          </a:xfrm>
          <a:prstGeom prst="rect">
            <a:avLst/>
          </a:prstGeom>
          <a:ln>
            <a:solidFill>
              <a:schemeClr val="tx1"/>
            </a:solidFill>
          </a:ln>
        </p:spPr>
      </p:pic>
      <p:sp>
        <p:nvSpPr>
          <p:cNvPr id="16" name="TextBox 15">
            <a:extLst>
              <a:ext uri="{FF2B5EF4-FFF2-40B4-BE49-F238E27FC236}">
                <a16:creationId xmlns:a16="http://schemas.microsoft.com/office/drawing/2014/main" id="{083534A6-20E5-6551-B766-1A890C5AC892}"/>
              </a:ext>
            </a:extLst>
          </p:cNvPr>
          <p:cNvSpPr txBox="1"/>
          <p:nvPr/>
        </p:nvSpPr>
        <p:spPr>
          <a:xfrm>
            <a:off x="4207933" y="4072467"/>
            <a:ext cx="2973443" cy="461665"/>
          </a:xfrm>
          <a:prstGeom prst="rect">
            <a:avLst/>
          </a:prstGeom>
          <a:noFill/>
        </p:spPr>
        <p:txBody>
          <a:bodyPr wrap="none" rtlCol="0">
            <a:spAutoFit/>
          </a:bodyPr>
          <a:lstStyle/>
          <a:p>
            <a:r>
              <a:rPr lang="en-GB" sz="1200">
                <a:latin typeface="Arial (Body)"/>
              </a:rPr>
              <a:t>Hardware AUR +214% from Entry → WS</a:t>
            </a:r>
          </a:p>
          <a:p>
            <a:r>
              <a:rPr lang="en-GB" sz="1200">
                <a:latin typeface="Arial (Body)"/>
              </a:rPr>
              <a:t>3Y PS price +50% only</a:t>
            </a:r>
            <a:endParaRPr lang="en-GB" sz="1200">
              <a:latin typeface="Arial (Body)"/>
              <a:cs typeface="Arial" pitchFamily="34" charset="0"/>
            </a:endParaRPr>
          </a:p>
        </p:txBody>
      </p:sp>
      <p:sp>
        <p:nvSpPr>
          <p:cNvPr id="2" name="TextBox 1">
            <a:extLst>
              <a:ext uri="{FF2B5EF4-FFF2-40B4-BE49-F238E27FC236}">
                <a16:creationId xmlns:a16="http://schemas.microsoft.com/office/drawing/2014/main" id="{2BD35B45-4CC1-8F9C-D347-FAF65EF6BA86}"/>
              </a:ext>
            </a:extLst>
          </p:cNvPr>
          <p:cNvSpPr txBox="1"/>
          <p:nvPr/>
        </p:nvSpPr>
        <p:spPr>
          <a:xfrm>
            <a:off x="1378040" y="3693786"/>
            <a:ext cx="990977" cy="215444"/>
          </a:xfrm>
          <a:prstGeom prst="rect">
            <a:avLst/>
          </a:prstGeom>
          <a:noFill/>
        </p:spPr>
        <p:txBody>
          <a:bodyPr wrap="none" rtlCol="0">
            <a:spAutoFit/>
          </a:bodyPr>
          <a:lstStyle/>
          <a:p>
            <a:pPr algn="l"/>
            <a:r>
              <a:rPr lang="en-GB" sz="800" b="1">
                <a:latin typeface="Arial" pitchFamily="34" charset="0"/>
                <a:cs typeface="Arial" pitchFamily="34" charset="0"/>
              </a:rPr>
              <a:t>24% of HW price</a:t>
            </a:r>
          </a:p>
        </p:txBody>
      </p:sp>
    </p:spTree>
    <p:extLst>
      <p:ext uri="{BB962C8B-B14F-4D97-AF65-F5344CB8AC3E}">
        <p14:creationId xmlns:p14="http://schemas.microsoft.com/office/powerpoint/2010/main" val="4235380538"/>
      </p:ext>
    </p:extLst>
  </p:cSld>
  <p:clrMapOvr>
    <a:masterClrMapping/>
  </p:clrMapOvr>
  <p:transition spd="med"/>
  <p:extLst>
    <p:ext uri="{6950BFC3-D8DA-4A85-94F7-54DA5524770B}">
      <p188:commentRel xmlns:p188="http://schemas.microsoft.com/office/powerpoint/2018/8/main" r:id="rId4"/>
    </p:ext>
  </p:extLst>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92BB93C-21AE-716A-F17A-88F68A454F4C}"/>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34E72779-DBA9-1745-C61F-0CFF55E456BB}"/>
              </a:ext>
            </a:extLst>
          </p:cNvPr>
          <p:cNvGraphicFramePr>
            <a:graphicFrameLocks noChangeAspect="1"/>
          </p:cNvGraphicFramePr>
          <p:nvPr>
            <p:custDataLst>
              <p:tags r:id="rId1"/>
            </p:custDataLst>
            <p:extLst>
              <p:ext uri="{D42A27DB-BD31-4B8C-83A1-F6EECF244321}">
                <p14:modId xmlns:p14="http://schemas.microsoft.com/office/powerpoint/2010/main" val="3410611769"/>
              </p:ext>
            </p:extLst>
          </p:nvPr>
        </p:nvGraphicFramePr>
        <p:xfrm>
          <a:off x="3176" y="1588"/>
          <a:ext cx="1588" cy="1588"/>
        </p:xfrm>
        <a:graphic>
          <a:graphicData uri="http://schemas.openxmlformats.org/presentationml/2006/ole">
            <mc:AlternateContent xmlns:mc="http://schemas.openxmlformats.org/markup-compatibility/2006">
              <mc:Choice xmlns:v="urn:schemas-microsoft-com:vml" Requires="v">
                <p:oleObj name="think-cell Slide" r:id="rId5" imgW="350" imgH="350" progId="TCLayout.ActiveDocument.1">
                  <p:embed/>
                </p:oleObj>
              </mc:Choice>
              <mc:Fallback>
                <p:oleObj name="think-cell Slide" r:id="rId5" imgW="350" imgH="350" progId="TCLayout.ActiveDocument.1">
                  <p:embed/>
                  <p:pic>
                    <p:nvPicPr>
                      <p:cNvPr id="5" name="think-cell data - do not delete" hidden="1">
                        <a:extLst>
                          <a:ext uri="{FF2B5EF4-FFF2-40B4-BE49-F238E27FC236}">
                            <a16:creationId xmlns:a16="http://schemas.microsoft.com/office/drawing/2014/main" id="{34E72779-DBA9-1745-C61F-0CFF55E456BB}"/>
                          </a:ext>
                        </a:extLst>
                      </p:cNvPr>
                      <p:cNvPicPr/>
                      <p:nvPr/>
                    </p:nvPicPr>
                    <p:blipFill>
                      <a:blip r:embed="rId6"/>
                      <a:stretch>
                        <a:fillRect/>
                      </a:stretch>
                    </p:blipFill>
                    <p:spPr>
                      <a:xfrm>
                        <a:off x="3176"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A4D71965-09E9-F4DA-6535-2B381BD75350}"/>
              </a:ext>
            </a:extLst>
          </p:cNvPr>
          <p:cNvSpPr>
            <a:spLocks noGrp="1"/>
          </p:cNvSpPr>
          <p:nvPr>
            <p:ph type="title"/>
          </p:nvPr>
        </p:nvSpPr>
        <p:spPr/>
        <p:txBody>
          <a:bodyPr vert="horz"/>
          <a:lstStyle/>
          <a:p>
            <a:r>
              <a:rPr lang="en-GB"/>
              <a:t>The Pricing Lag</a:t>
            </a:r>
            <a:endParaRPr lang="en-GB" b="0"/>
          </a:p>
        </p:txBody>
      </p:sp>
      <p:sp>
        <p:nvSpPr>
          <p:cNvPr id="7" name="TextBox 6">
            <a:extLst>
              <a:ext uri="{FF2B5EF4-FFF2-40B4-BE49-F238E27FC236}">
                <a16:creationId xmlns:a16="http://schemas.microsoft.com/office/drawing/2014/main" id="{7362D63E-B6C6-530E-EFB2-5A1FCE79FBD4}"/>
              </a:ext>
            </a:extLst>
          </p:cNvPr>
          <p:cNvSpPr txBox="1"/>
          <p:nvPr/>
        </p:nvSpPr>
        <p:spPr>
          <a:xfrm>
            <a:off x="760610" y="919408"/>
            <a:ext cx="10120749" cy="369332"/>
          </a:xfrm>
          <a:prstGeom prst="rect">
            <a:avLst/>
          </a:prstGeom>
          <a:noFill/>
        </p:spPr>
        <p:txBody>
          <a:bodyPr wrap="square">
            <a:spAutoFit/>
          </a:bodyPr>
          <a:lstStyle/>
          <a:p>
            <a:r>
              <a:rPr lang="en-GB"/>
              <a:t>We’re lagging behind the box</a:t>
            </a:r>
          </a:p>
        </p:txBody>
      </p:sp>
      <p:sp>
        <p:nvSpPr>
          <p:cNvPr id="13" name="TextBox 12">
            <a:extLst>
              <a:ext uri="{FF2B5EF4-FFF2-40B4-BE49-F238E27FC236}">
                <a16:creationId xmlns:a16="http://schemas.microsoft.com/office/drawing/2014/main" id="{17E9906A-5824-E9E8-5E4E-410A45576A81}"/>
              </a:ext>
            </a:extLst>
          </p:cNvPr>
          <p:cNvSpPr txBox="1"/>
          <p:nvPr/>
        </p:nvSpPr>
        <p:spPr>
          <a:xfrm>
            <a:off x="760612" y="5065281"/>
            <a:ext cx="10670779" cy="338554"/>
          </a:xfrm>
          <a:prstGeom prst="rect">
            <a:avLst/>
          </a:prstGeom>
          <a:noFill/>
        </p:spPr>
        <p:txBody>
          <a:bodyPr wrap="square">
            <a:spAutoFit/>
          </a:bodyPr>
          <a:lstStyle/>
          <a:p>
            <a:r>
              <a:rPr lang="en-GB" sz="1600" b="1" i="1"/>
              <a:t>A workstation customer expects to pay more, not less, for premium support! We’re training them not to</a:t>
            </a:r>
          </a:p>
        </p:txBody>
      </p:sp>
      <p:sp>
        <p:nvSpPr>
          <p:cNvPr id="6" name="TextBox 5">
            <a:extLst>
              <a:ext uri="{FF2B5EF4-FFF2-40B4-BE49-F238E27FC236}">
                <a16:creationId xmlns:a16="http://schemas.microsoft.com/office/drawing/2014/main" id="{0661805B-BED5-39F4-EE43-FF0B0ADB1797}"/>
              </a:ext>
            </a:extLst>
          </p:cNvPr>
          <p:cNvSpPr txBox="1"/>
          <p:nvPr/>
        </p:nvSpPr>
        <p:spPr>
          <a:xfrm>
            <a:off x="7332133" y="1547420"/>
            <a:ext cx="4521200" cy="3170099"/>
          </a:xfrm>
          <a:prstGeom prst="rect">
            <a:avLst/>
          </a:prstGeom>
          <a:noFill/>
        </p:spPr>
        <p:txBody>
          <a:bodyPr wrap="square">
            <a:spAutoFit/>
          </a:bodyPr>
          <a:lstStyle/>
          <a:p>
            <a:pPr marL="285750" indent="-285750">
              <a:buFont typeface="Arial" panose="020B0604020202020204" pitchFamily="34" charset="0"/>
              <a:buChar char="•"/>
            </a:pPr>
            <a:r>
              <a:rPr lang="en-GB" sz="2000"/>
              <a:t>Entry buyers pay a higher protection-to-device ratio, making attach unattractive</a:t>
            </a:r>
          </a:p>
          <a:p>
            <a:pPr marL="285750" indent="-285750">
              <a:buFont typeface="Arial" panose="020B0604020202020204" pitchFamily="34" charset="0"/>
              <a:buChar char="•"/>
            </a:pPr>
            <a:endParaRPr lang="en-GB" sz="2000"/>
          </a:p>
          <a:p>
            <a:pPr marL="285750" indent="-285750">
              <a:buFont typeface="Arial" panose="020B0604020202020204" pitchFamily="34" charset="0"/>
              <a:buChar char="•"/>
            </a:pPr>
            <a:r>
              <a:rPr lang="en-GB" sz="2000"/>
              <a:t>Premium buyers, who value uptime, data protection, and experience get discounts by default</a:t>
            </a:r>
          </a:p>
          <a:p>
            <a:pPr marL="285750" indent="-285750">
              <a:buFont typeface="Arial" panose="020B0604020202020204" pitchFamily="34" charset="0"/>
              <a:buChar char="•"/>
            </a:pPr>
            <a:endParaRPr lang="en-GB" sz="2000"/>
          </a:p>
          <a:p>
            <a:pPr marL="285750" indent="-285750">
              <a:buFont typeface="Arial" panose="020B0604020202020204" pitchFamily="34" charset="0"/>
              <a:buChar char="•"/>
            </a:pPr>
            <a:r>
              <a:rPr lang="en-GB" sz="2000"/>
              <a:t>This inversion kills both attach rate and perceived fairness</a:t>
            </a:r>
          </a:p>
        </p:txBody>
      </p:sp>
      <p:graphicFrame>
        <p:nvGraphicFramePr>
          <p:cNvPr id="8" name="Table 7">
            <a:extLst>
              <a:ext uri="{FF2B5EF4-FFF2-40B4-BE49-F238E27FC236}">
                <a16:creationId xmlns:a16="http://schemas.microsoft.com/office/drawing/2014/main" id="{4480DBD6-E2F9-9B3E-FFB7-CBA637D41B55}"/>
              </a:ext>
            </a:extLst>
          </p:cNvPr>
          <p:cNvGraphicFramePr>
            <a:graphicFrameLocks noGrp="1"/>
          </p:cNvGraphicFramePr>
          <p:nvPr>
            <p:extLst>
              <p:ext uri="{D42A27DB-BD31-4B8C-83A1-F6EECF244321}">
                <p14:modId xmlns:p14="http://schemas.microsoft.com/office/powerpoint/2010/main" val="2354929738"/>
              </p:ext>
            </p:extLst>
          </p:nvPr>
        </p:nvGraphicFramePr>
        <p:xfrm>
          <a:off x="760608" y="1547420"/>
          <a:ext cx="6376791" cy="1941278"/>
        </p:xfrm>
        <a:graphic>
          <a:graphicData uri="http://schemas.openxmlformats.org/drawingml/2006/table">
            <a:tbl>
              <a:tblPr firstRow="1">
                <a:tableStyleId>{912C8C85-51F0-491E-9774-3900AFEF0FD7}</a:tableStyleId>
              </a:tblPr>
              <a:tblGrid>
                <a:gridCol w="1478358">
                  <a:extLst>
                    <a:ext uri="{9D8B030D-6E8A-4147-A177-3AD203B41FA5}">
                      <a16:colId xmlns:a16="http://schemas.microsoft.com/office/drawing/2014/main" val="2969708498"/>
                    </a:ext>
                  </a:extLst>
                </a:gridCol>
                <a:gridCol w="1187944">
                  <a:extLst>
                    <a:ext uri="{9D8B030D-6E8A-4147-A177-3AD203B41FA5}">
                      <a16:colId xmlns:a16="http://schemas.microsoft.com/office/drawing/2014/main" val="4184699741"/>
                    </a:ext>
                  </a:extLst>
                </a:gridCol>
                <a:gridCol w="1862472">
                  <a:extLst>
                    <a:ext uri="{9D8B030D-6E8A-4147-A177-3AD203B41FA5}">
                      <a16:colId xmlns:a16="http://schemas.microsoft.com/office/drawing/2014/main" val="2013276677"/>
                    </a:ext>
                  </a:extLst>
                </a:gridCol>
                <a:gridCol w="646512">
                  <a:extLst>
                    <a:ext uri="{9D8B030D-6E8A-4147-A177-3AD203B41FA5}">
                      <a16:colId xmlns:a16="http://schemas.microsoft.com/office/drawing/2014/main" val="267150505"/>
                    </a:ext>
                  </a:extLst>
                </a:gridCol>
                <a:gridCol w="1201505">
                  <a:extLst>
                    <a:ext uri="{9D8B030D-6E8A-4147-A177-3AD203B41FA5}">
                      <a16:colId xmlns:a16="http://schemas.microsoft.com/office/drawing/2014/main" val="112070216"/>
                    </a:ext>
                  </a:extLst>
                </a:gridCol>
              </a:tblGrid>
              <a:tr h="550650">
                <a:tc>
                  <a:txBody>
                    <a:bodyPr/>
                    <a:lstStyle/>
                    <a:p>
                      <a:pPr algn="ctr" fontAlgn="ctr">
                        <a:buNone/>
                      </a:pPr>
                      <a:r>
                        <a:rPr lang="en-GB" sz="1600" b="1" u="none" strike="noStrike">
                          <a:solidFill>
                            <a:schemeClr val="bg1"/>
                          </a:solidFill>
                          <a:effectLst/>
                        </a:rPr>
                        <a:t>TP Halo</a:t>
                      </a:r>
                      <a:endParaRPr lang="en-GB" sz="1600" b="1" i="0" u="none" strike="noStrike">
                        <a:solidFill>
                          <a:schemeClr val="bg1"/>
                        </a:solidFill>
                        <a:effectLst/>
                        <a:latin typeface="Aptos Narrow"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GB" sz="1600" b="1" u="none" strike="noStrike">
                          <a:solidFill>
                            <a:schemeClr val="bg1"/>
                          </a:solidFill>
                          <a:effectLst/>
                        </a:rPr>
                        <a:t>HW AUR</a:t>
                      </a:r>
                      <a:endParaRPr lang="en-GB" sz="1600" b="1" i="0" u="none" strike="noStrike">
                        <a:solidFill>
                          <a:schemeClr val="bg1"/>
                        </a:solidFill>
                        <a:effectLst/>
                        <a:latin typeface="Aptos Narrow"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GB" sz="1600" b="1" u="none" strike="noStrike">
                          <a:solidFill>
                            <a:schemeClr val="bg1"/>
                          </a:solidFill>
                          <a:effectLst/>
                        </a:rPr>
                        <a:t>Services AUR</a:t>
                      </a:r>
                      <a:endParaRPr lang="en-GB" sz="1600" b="1" i="0" u="none" strike="noStrike">
                        <a:solidFill>
                          <a:schemeClr val="bg1"/>
                        </a:solidFill>
                        <a:effectLst/>
                        <a:latin typeface="Aptos Narrow"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GB" sz="1600" b="1" u="none" strike="noStrike">
                          <a:solidFill>
                            <a:schemeClr val="bg1"/>
                          </a:solidFill>
                          <a:effectLst/>
                        </a:rPr>
                        <a:t>SRU</a:t>
                      </a:r>
                      <a:endParaRPr lang="en-GB" sz="1600" b="1" i="0" u="none" strike="noStrike">
                        <a:solidFill>
                          <a:schemeClr val="bg1"/>
                        </a:solidFill>
                        <a:effectLst/>
                        <a:latin typeface="Aptos Narrow"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GB" sz="1600" b="1" u="none" strike="noStrike">
                          <a:solidFill>
                            <a:schemeClr val="bg1"/>
                          </a:solidFill>
                          <a:effectLst/>
                        </a:rPr>
                        <a:t>Pen Rate</a:t>
                      </a:r>
                      <a:endParaRPr lang="en-GB" sz="1600" b="1" i="0" u="none" strike="noStrike">
                        <a:solidFill>
                          <a:schemeClr val="bg1"/>
                        </a:solidFill>
                        <a:effectLst/>
                        <a:latin typeface="Aptos Narrow"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29027026"/>
                  </a:ext>
                </a:extLst>
              </a:tr>
              <a:tr h="298866">
                <a:tc>
                  <a:txBody>
                    <a:bodyPr/>
                    <a:lstStyle/>
                    <a:p>
                      <a:pPr algn="ctr" fontAlgn="ctr">
                        <a:buNone/>
                      </a:pPr>
                      <a:r>
                        <a:rPr lang="en-GB" sz="1600" b="0" u="none" strike="noStrike">
                          <a:solidFill>
                            <a:srgbClr val="000000"/>
                          </a:solidFill>
                          <a:effectLst/>
                        </a:rPr>
                        <a:t>FY2425 Q3</a:t>
                      </a:r>
                      <a:endParaRPr lang="en-GB" sz="1600" b="0" i="0" u="none" strike="noStrike">
                        <a:solidFill>
                          <a:srgbClr val="000000"/>
                        </a:solidFill>
                        <a:effectLst/>
                        <a:latin typeface="Aptos Narrow"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GB" sz="1600" b="0" u="none" strike="noStrike">
                          <a:solidFill>
                            <a:srgbClr val="000000"/>
                          </a:solidFill>
                          <a:effectLst/>
                        </a:rPr>
                        <a:t>$1429</a:t>
                      </a:r>
                      <a:endParaRPr lang="en-GB" sz="1600" b="0" i="0" u="none" strike="noStrike">
                        <a:solidFill>
                          <a:srgbClr val="000000"/>
                        </a:solidFill>
                        <a:effectLst/>
                        <a:latin typeface="Aptos Narrow"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GB" sz="1600" b="0" u="none" strike="noStrike">
                          <a:solidFill>
                            <a:srgbClr val="000000"/>
                          </a:solidFill>
                          <a:effectLst/>
                        </a:rPr>
                        <a:t>$120</a:t>
                      </a:r>
                      <a:endParaRPr lang="en-GB" sz="1600" b="0" i="0" u="none" strike="noStrike">
                        <a:solidFill>
                          <a:srgbClr val="000000"/>
                        </a:solidFill>
                        <a:effectLst/>
                        <a:latin typeface="Aptos Narrow"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GB" sz="1600" b="0" u="none" strike="noStrike">
                          <a:solidFill>
                            <a:srgbClr val="000000"/>
                          </a:solidFill>
                          <a:effectLst/>
                        </a:rPr>
                        <a:t>$68</a:t>
                      </a:r>
                      <a:endParaRPr lang="en-GB" sz="1600" b="0" i="0" u="none" strike="noStrike">
                        <a:solidFill>
                          <a:srgbClr val="000000"/>
                        </a:solidFill>
                        <a:effectLst/>
                        <a:latin typeface="Aptos Narrow"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GB" sz="1600" b="0" u="none" strike="noStrike">
                          <a:solidFill>
                            <a:srgbClr val="000000"/>
                          </a:solidFill>
                          <a:effectLst/>
                        </a:rPr>
                        <a:t>4.8%</a:t>
                      </a:r>
                      <a:endParaRPr lang="en-GB" sz="1600" b="0" i="0" u="none" strike="noStrike">
                        <a:solidFill>
                          <a:srgbClr val="000000"/>
                        </a:solidFill>
                        <a:effectLst/>
                        <a:latin typeface="Aptos Narrow"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54999365"/>
                  </a:ext>
                </a:extLst>
              </a:tr>
              <a:tr h="298866">
                <a:tc>
                  <a:txBody>
                    <a:bodyPr/>
                    <a:lstStyle/>
                    <a:p>
                      <a:pPr algn="ctr" fontAlgn="ctr">
                        <a:buNone/>
                      </a:pPr>
                      <a:r>
                        <a:rPr lang="en-GB" sz="1600" b="0" u="none" strike="noStrike">
                          <a:solidFill>
                            <a:srgbClr val="000000"/>
                          </a:solidFill>
                          <a:effectLst/>
                        </a:rPr>
                        <a:t>FY2425 Q4</a:t>
                      </a:r>
                      <a:endParaRPr lang="en-GB" sz="1600" b="0" i="0" u="none" strike="noStrike">
                        <a:solidFill>
                          <a:srgbClr val="000000"/>
                        </a:solidFill>
                        <a:effectLst/>
                        <a:latin typeface="Aptos Narrow"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GB" sz="1600" b="0" u="none" strike="noStrike">
                          <a:solidFill>
                            <a:srgbClr val="000000"/>
                          </a:solidFill>
                          <a:effectLst/>
                        </a:rPr>
                        <a:t>$1471</a:t>
                      </a:r>
                      <a:endParaRPr lang="en-GB" sz="1600" b="0" i="0" u="none" strike="noStrike">
                        <a:solidFill>
                          <a:srgbClr val="000000"/>
                        </a:solidFill>
                        <a:effectLst/>
                        <a:latin typeface="Aptos Narrow"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GB" sz="1600" b="0" u="none" strike="noStrike">
                          <a:solidFill>
                            <a:srgbClr val="000000"/>
                          </a:solidFill>
                          <a:effectLst/>
                        </a:rPr>
                        <a:t>$125</a:t>
                      </a:r>
                      <a:endParaRPr lang="en-GB" sz="1600" b="0" i="0" u="none" strike="noStrike">
                        <a:solidFill>
                          <a:srgbClr val="000000"/>
                        </a:solidFill>
                        <a:effectLst/>
                        <a:latin typeface="Aptos Narrow"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GB" sz="1600" b="0" u="none" strike="noStrike">
                          <a:solidFill>
                            <a:srgbClr val="000000"/>
                          </a:solidFill>
                          <a:effectLst/>
                        </a:rPr>
                        <a:t>$74</a:t>
                      </a:r>
                      <a:endParaRPr lang="en-GB" sz="1600" b="0" i="0" u="none" strike="noStrike">
                        <a:solidFill>
                          <a:srgbClr val="000000"/>
                        </a:solidFill>
                        <a:effectLst/>
                        <a:latin typeface="Aptos Narrow"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GB" sz="1600" b="0" u="none" strike="noStrike">
                          <a:solidFill>
                            <a:srgbClr val="000000"/>
                          </a:solidFill>
                          <a:effectLst/>
                        </a:rPr>
                        <a:t>5.1%</a:t>
                      </a:r>
                      <a:endParaRPr lang="en-GB" sz="1600" b="0" i="0" u="none" strike="noStrike">
                        <a:solidFill>
                          <a:srgbClr val="000000"/>
                        </a:solidFill>
                        <a:effectLst/>
                        <a:latin typeface="Aptos Narrow"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94794703"/>
                  </a:ext>
                </a:extLst>
              </a:tr>
              <a:tr h="298866">
                <a:tc>
                  <a:txBody>
                    <a:bodyPr/>
                    <a:lstStyle/>
                    <a:p>
                      <a:pPr algn="ctr" fontAlgn="ctr">
                        <a:buNone/>
                      </a:pPr>
                      <a:r>
                        <a:rPr lang="en-GB" sz="1600" b="0" u="none" strike="noStrike">
                          <a:solidFill>
                            <a:srgbClr val="000000"/>
                          </a:solidFill>
                          <a:effectLst/>
                        </a:rPr>
                        <a:t>FY2526 Q1</a:t>
                      </a:r>
                      <a:endParaRPr lang="en-GB" sz="1600" b="0" i="0" u="none" strike="noStrike">
                        <a:solidFill>
                          <a:srgbClr val="000000"/>
                        </a:solidFill>
                        <a:effectLst/>
                        <a:latin typeface="Aptos Narrow"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GB" sz="1600" b="0" u="none" strike="noStrike">
                          <a:solidFill>
                            <a:srgbClr val="000000"/>
                          </a:solidFill>
                          <a:effectLst/>
                        </a:rPr>
                        <a:t>$1726</a:t>
                      </a:r>
                      <a:endParaRPr lang="en-GB" sz="1600" b="0" i="0" u="none" strike="noStrike">
                        <a:solidFill>
                          <a:srgbClr val="000000"/>
                        </a:solidFill>
                        <a:effectLst/>
                        <a:latin typeface="Aptos Narrow"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GB" sz="1600" b="0" u="none" strike="noStrike">
                          <a:solidFill>
                            <a:srgbClr val="000000"/>
                          </a:solidFill>
                          <a:effectLst/>
                        </a:rPr>
                        <a:t>$137 (+16% list price increase)</a:t>
                      </a:r>
                      <a:endParaRPr lang="en-GB" sz="1600" b="0" i="0" u="none" strike="noStrike">
                        <a:solidFill>
                          <a:srgbClr val="000000"/>
                        </a:solidFill>
                        <a:effectLst/>
                        <a:latin typeface="Aptos Narrow"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GB" sz="1600" b="0" u="none" strike="noStrike">
                          <a:solidFill>
                            <a:srgbClr val="000000"/>
                          </a:solidFill>
                          <a:effectLst/>
                        </a:rPr>
                        <a:t>$89</a:t>
                      </a:r>
                      <a:endParaRPr lang="en-GB" sz="1600" b="0" i="0" u="none" strike="noStrike">
                        <a:solidFill>
                          <a:srgbClr val="000000"/>
                        </a:solidFill>
                        <a:effectLst/>
                        <a:latin typeface="Aptos Narrow"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GB" sz="1600" b="0" u="none" strike="noStrike">
                          <a:solidFill>
                            <a:srgbClr val="000000"/>
                          </a:solidFill>
                          <a:effectLst/>
                        </a:rPr>
                        <a:t>5.2%</a:t>
                      </a:r>
                      <a:endParaRPr lang="en-GB" sz="1600" b="0" i="0" u="none" strike="noStrike">
                        <a:solidFill>
                          <a:srgbClr val="000000"/>
                        </a:solidFill>
                        <a:effectLst/>
                        <a:latin typeface="Aptos Narrow"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33528400"/>
                  </a:ext>
                </a:extLst>
              </a:tr>
              <a:tr h="298866">
                <a:tc>
                  <a:txBody>
                    <a:bodyPr/>
                    <a:lstStyle/>
                    <a:p>
                      <a:pPr algn="ctr" fontAlgn="ctr">
                        <a:buNone/>
                      </a:pPr>
                      <a:r>
                        <a:rPr lang="en-GB" sz="1600" b="0" u="none" strike="noStrike">
                          <a:solidFill>
                            <a:srgbClr val="000000"/>
                          </a:solidFill>
                          <a:effectLst/>
                        </a:rPr>
                        <a:t>FY2526 Q2</a:t>
                      </a:r>
                      <a:endParaRPr lang="en-GB" sz="1600" b="0" i="0" u="none" strike="noStrike">
                        <a:solidFill>
                          <a:srgbClr val="000000"/>
                        </a:solidFill>
                        <a:effectLst/>
                        <a:latin typeface="Aptos Narrow"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GB" sz="1600" b="0" u="none" strike="noStrike">
                          <a:solidFill>
                            <a:srgbClr val="000000"/>
                          </a:solidFill>
                          <a:effectLst/>
                        </a:rPr>
                        <a:t>$1724</a:t>
                      </a:r>
                      <a:endParaRPr lang="en-GB" sz="1600" b="0" i="0" u="none" strike="noStrike">
                        <a:solidFill>
                          <a:srgbClr val="000000"/>
                        </a:solidFill>
                        <a:effectLst/>
                        <a:latin typeface="Aptos Narrow"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GB" sz="1600" b="0" u="none" strike="noStrike">
                          <a:solidFill>
                            <a:srgbClr val="000000"/>
                          </a:solidFill>
                          <a:effectLst/>
                        </a:rPr>
                        <a:t>$134</a:t>
                      </a:r>
                      <a:endParaRPr lang="en-GB" sz="1600" b="0" i="0" u="none" strike="noStrike">
                        <a:solidFill>
                          <a:srgbClr val="000000"/>
                        </a:solidFill>
                        <a:effectLst/>
                        <a:latin typeface="Aptos Narrow"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GB" sz="1600" b="0" u="none" strike="noStrike">
                          <a:solidFill>
                            <a:srgbClr val="000000"/>
                          </a:solidFill>
                          <a:effectLst/>
                        </a:rPr>
                        <a:t>$78</a:t>
                      </a:r>
                      <a:endParaRPr lang="en-GB" sz="1600" b="0" i="0" u="none" strike="noStrike">
                        <a:solidFill>
                          <a:srgbClr val="000000"/>
                        </a:solidFill>
                        <a:effectLst/>
                        <a:latin typeface="Aptos Narrow"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GB" sz="1600" b="0" u="none" strike="noStrike">
                          <a:solidFill>
                            <a:srgbClr val="000000"/>
                          </a:solidFill>
                          <a:effectLst/>
                        </a:rPr>
                        <a:t>4.5%</a:t>
                      </a:r>
                      <a:endParaRPr lang="en-GB" sz="1600" b="0" i="0" u="none" strike="noStrike">
                        <a:solidFill>
                          <a:srgbClr val="000000"/>
                        </a:solidFill>
                        <a:effectLst/>
                        <a:latin typeface="Aptos Narrow"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32135278"/>
                  </a:ext>
                </a:extLst>
              </a:tr>
            </a:tbl>
          </a:graphicData>
        </a:graphic>
      </p:graphicFrame>
    </p:spTree>
    <p:extLst>
      <p:ext uri="{BB962C8B-B14F-4D97-AF65-F5344CB8AC3E}">
        <p14:creationId xmlns:p14="http://schemas.microsoft.com/office/powerpoint/2010/main" val="2333244967"/>
      </p:ext>
    </p:extLst>
  </p:cSld>
  <p:clrMapOvr>
    <a:masterClrMapping/>
  </p:clrMapOvr>
  <p:transition spd="med"/>
  <p:extLst>
    <p:ext uri="{6950BFC3-D8DA-4A85-94F7-54DA5524770B}">
      <p188:commentRel xmlns:p188="http://schemas.microsoft.com/office/powerpoint/2018/8/main" r:id="rId4"/>
    </p:ext>
  </p:extLst>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1971C13-F73C-EDED-5E01-49862F4B2525}"/>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72AA554F-59D4-62E3-6855-D6486909FC4A}"/>
              </a:ext>
            </a:extLst>
          </p:cNvPr>
          <p:cNvGraphicFramePr>
            <a:graphicFrameLocks noChangeAspect="1"/>
          </p:cNvGraphicFramePr>
          <p:nvPr>
            <p:custDataLst>
              <p:tags r:id="rId1"/>
            </p:custDataLst>
            <p:extLst>
              <p:ext uri="{D42A27DB-BD31-4B8C-83A1-F6EECF244321}">
                <p14:modId xmlns:p14="http://schemas.microsoft.com/office/powerpoint/2010/main" val="1083564837"/>
              </p:ext>
            </p:extLst>
          </p:nvPr>
        </p:nvGraphicFramePr>
        <p:xfrm>
          <a:off x="3176" y="1588"/>
          <a:ext cx="1588" cy="1588"/>
        </p:xfrm>
        <a:graphic>
          <a:graphicData uri="http://schemas.openxmlformats.org/presentationml/2006/ole">
            <mc:AlternateContent xmlns:mc="http://schemas.openxmlformats.org/markup-compatibility/2006">
              <mc:Choice xmlns:v="urn:schemas-microsoft-com:vml" Requires="v">
                <p:oleObj name="think-cell Slide" r:id="rId5" imgW="350" imgH="350" progId="TCLayout.ActiveDocument.1">
                  <p:embed/>
                </p:oleObj>
              </mc:Choice>
              <mc:Fallback>
                <p:oleObj name="think-cell Slide" r:id="rId5" imgW="350" imgH="350" progId="TCLayout.ActiveDocument.1">
                  <p:embed/>
                  <p:pic>
                    <p:nvPicPr>
                      <p:cNvPr id="5" name="think-cell data - do not delete" hidden="1">
                        <a:extLst>
                          <a:ext uri="{FF2B5EF4-FFF2-40B4-BE49-F238E27FC236}">
                            <a16:creationId xmlns:a16="http://schemas.microsoft.com/office/drawing/2014/main" id="{72AA554F-59D4-62E3-6855-D6486909FC4A}"/>
                          </a:ext>
                        </a:extLst>
                      </p:cNvPr>
                      <p:cNvPicPr/>
                      <p:nvPr/>
                    </p:nvPicPr>
                    <p:blipFill>
                      <a:blip r:embed="rId6"/>
                      <a:stretch>
                        <a:fillRect/>
                      </a:stretch>
                    </p:blipFill>
                    <p:spPr>
                      <a:xfrm>
                        <a:off x="3176"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0A5A273F-892F-314D-20FC-2A5A7B2319B8}"/>
              </a:ext>
            </a:extLst>
          </p:cNvPr>
          <p:cNvSpPr>
            <a:spLocks noGrp="1"/>
          </p:cNvSpPr>
          <p:nvPr>
            <p:ph type="title"/>
          </p:nvPr>
        </p:nvSpPr>
        <p:spPr/>
        <p:txBody>
          <a:bodyPr vert="horz"/>
          <a:lstStyle/>
          <a:p>
            <a:r>
              <a:rPr lang="en-GB"/>
              <a:t>Current Pricing Gaps</a:t>
            </a:r>
          </a:p>
        </p:txBody>
      </p:sp>
      <p:graphicFrame>
        <p:nvGraphicFramePr>
          <p:cNvPr id="3" name="Table 2">
            <a:extLst>
              <a:ext uri="{FF2B5EF4-FFF2-40B4-BE49-F238E27FC236}">
                <a16:creationId xmlns:a16="http://schemas.microsoft.com/office/drawing/2014/main" id="{C23F49F0-801E-948B-C6E4-E16B1B11326A}"/>
              </a:ext>
            </a:extLst>
          </p:cNvPr>
          <p:cNvGraphicFramePr>
            <a:graphicFrameLocks noGrp="1"/>
          </p:cNvGraphicFramePr>
          <p:nvPr>
            <p:extLst>
              <p:ext uri="{D42A27DB-BD31-4B8C-83A1-F6EECF244321}">
                <p14:modId xmlns:p14="http://schemas.microsoft.com/office/powerpoint/2010/main" val="2372651509"/>
              </p:ext>
            </p:extLst>
          </p:nvPr>
        </p:nvGraphicFramePr>
        <p:xfrm>
          <a:off x="760611" y="1295738"/>
          <a:ext cx="10670781" cy="4348482"/>
        </p:xfrm>
        <a:graphic>
          <a:graphicData uri="http://schemas.openxmlformats.org/drawingml/2006/table">
            <a:tbl>
              <a:tblPr firstRow="1" bandRow="1">
                <a:tableStyleId>{10A1B5D5-9B99-4C35-A422-299274C87663}</a:tableStyleId>
              </a:tblPr>
              <a:tblGrid>
                <a:gridCol w="3556927">
                  <a:extLst>
                    <a:ext uri="{9D8B030D-6E8A-4147-A177-3AD203B41FA5}">
                      <a16:colId xmlns:a16="http://schemas.microsoft.com/office/drawing/2014/main" val="3676657397"/>
                    </a:ext>
                  </a:extLst>
                </a:gridCol>
                <a:gridCol w="3556927">
                  <a:extLst>
                    <a:ext uri="{9D8B030D-6E8A-4147-A177-3AD203B41FA5}">
                      <a16:colId xmlns:a16="http://schemas.microsoft.com/office/drawing/2014/main" val="2327549189"/>
                    </a:ext>
                  </a:extLst>
                </a:gridCol>
                <a:gridCol w="3556927">
                  <a:extLst>
                    <a:ext uri="{9D8B030D-6E8A-4147-A177-3AD203B41FA5}">
                      <a16:colId xmlns:a16="http://schemas.microsoft.com/office/drawing/2014/main" val="548379718"/>
                    </a:ext>
                  </a:extLst>
                </a:gridCol>
              </a:tblGrid>
              <a:tr h="724747">
                <a:tc>
                  <a:txBody>
                    <a:bodyPr/>
                    <a:lstStyle/>
                    <a:p>
                      <a:pPr algn="ctr"/>
                      <a:r>
                        <a:rPr lang="en-GB"/>
                        <a:t>Issue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a:t>Evidence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a:t>Impact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29699796"/>
                  </a:ext>
                </a:extLst>
              </a:tr>
              <a:tr h="724747">
                <a:tc>
                  <a:txBody>
                    <a:bodyPr/>
                    <a:lstStyle/>
                    <a:p>
                      <a:pPr algn="ctr"/>
                      <a:r>
                        <a:rPr lang="en-GB" sz="2000" dirty="0"/>
                        <a:t>Flat service price by tier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2000" dirty="0"/>
                        <a:t>Same price for $1200 and $2000 Carbon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2000"/>
                        <a:t>Lost high-end monetization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59940508"/>
                  </a:ext>
                </a:extLst>
              </a:tr>
              <a:tr h="724747">
                <a:tc>
                  <a:txBody>
                    <a:bodyPr/>
                    <a:lstStyle/>
                    <a:p>
                      <a:pPr algn="ctr"/>
                      <a:r>
                        <a:rPr lang="en-GB" sz="2000" dirty="0"/>
                        <a:t>List-based ceilings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2000"/>
                        <a:t>List updates lag hardware shifts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2000"/>
                        <a:t>Prices decouple from real AURs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67802982"/>
                  </a:ext>
                </a:extLst>
              </a:tr>
              <a:tr h="724747">
                <a:tc>
                  <a:txBody>
                    <a:bodyPr/>
                    <a:lstStyle/>
                    <a:p>
                      <a:pPr algn="ctr"/>
                      <a:r>
                        <a:rPr lang="en-GB" sz="2000" dirty="0"/>
                        <a:t>Lifecycle blindness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2000" dirty="0"/>
                        <a:t>Newer gens priced same as old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2000"/>
                        <a:t>Under-value perception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04582702"/>
                  </a:ext>
                </a:extLst>
              </a:tr>
              <a:tr h="724747">
                <a:tc>
                  <a:txBody>
                    <a:bodyPr/>
                    <a:lstStyle/>
                    <a:p>
                      <a:pPr algn="ctr"/>
                      <a:r>
                        <a:rPr lang="en-GB" sz="2000" dirty="0"/>
                        <a:t>Term rigidity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2000"/>
                        <a:t>Fixed list ratios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2000"/>
                        <a:t>Poor elasticity fit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30898493"/>
                  </a:ext>
                </a:extLst>
              </a:tr>
              <a:tr h="724747">
                <a:tc>
                  <a:txBody>
                    <a:bodyPr/>
                    <a:lstStyle/>
                    <a:p>
                      <a:pPr algn="ctr"/>
                      <a:r>
                        <a:rPr lang="en-GB" sz="2000" dirty="0"/>
                        <a:t>Weak correlation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2000"/>
                        <a:t>r ≈ 0.08 between HW AUR and Service AUR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2000" dirty="0"/>
                        <a:t>Random pricing outcome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45297889"/>
                  </a:ext>
                </a:extLst>
              </a:tr>
            </a:tbl>
          </a:graphicData>
        </a:graphic>
      </p:graphicFrame>
    </p:spTree>
    <p:extLst>
      <p:ext uri="{BB962C8B-B14F-4D97-AF65-F5344CB8AC3E}">
        <p14:creationId xmlns:p14="http://schemas.microsoft.com/office/powerpoint/2010/main" val="1727083210"/>
      </p:ext>
    </p:extLst>
  </p:cSld>
  <p:clrMapOvr>
    <a:masterClrMapping/>
  </p:clrMapOvr>
  <p:transition spd="med"/>
  <p:extLst>
    <p:ext uri="{6950BFC3-D8DA-4A85-94F7-54DA5524770B}">
      <p188:commentRel xmlns:p188="http://schemas.microsoft.com/office/powerpoint/2018/8/main" r:id="rId4"/>
    </p:ext>
  </p:extLst>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D2EE04E1-A009-CE08-51A9-8EDBDD3A4FCD}"/>
              </a:ext>
            </a:extLst>
          </p:cNvPr>
          <p:cNvGraphicFramePr>
            <a:graphicFrameLocks noChangeAspect="1"/>
          </p:cNvGraphicFramePr>
          <p:nvPr>
            <p:custDataLst>
              <p:tags r:id="rId1"/>
            </p:custDataLst>
            <p:extLst>
              <p:ext uri="{D42A27DB-BD31-4B8C-83A1-F6EECF244321}">
                <p14:modId xmlns:p14="http://schemas.microsoft.com/office/powerpoint/2010/main" val="24657242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50" imgH="350" progId="TCLayout.ActiveDocument.1">
                  <p:embed/>
                </p:oleObj>
              </mc:Choice>
              <mc:Fallback>
                <p:oleObj name="think-cell Slide" r:id="rId4" imgW="350" imgH="350" progId="TCLayout.ActiveDocument.1">
                  <p:embed/>
                  <p:pic>
                    <p:nvPicPr>
                      <p:cNvPr id="5" name="think-cell data - do not delete" hidden="1">
                        <a:extLst>
                          <a:ext uri="{FF2B5EF4-FFF2-40B4-BE49-F238E27FC236}">
                            <a16:creationId xmlns:a16="http://schemas.microsoft.com/office/drawing/2014/main" id="{D2EE04E1-A009-CE08-51A9-8EDBDD3A4FCD}"/>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AF6E858C-2C5E-7EC6-9D43-1A2FF9E73725}"/>
              </a:ext>
            </a:extLst>
          </p:cNvPr>
          <p:cNvSpPr>
            <a:spLocks noGrp="1"/>
          </p:cNvSpPr>
          <p:nvPr>
            <p:ph type="title"/>
          </p:nvPr>
        </p:nvSpPr>
        <p:spPr/>
        <p:txBody>
          <a:bodyPr vert="horz"/>
          <a:lstStyle/>
          <a:p>
            <a:r>
              <a:rPr lang="en-GB"/>
              <a:t>Dell Example</a:t>
            </a:r>
            <a:br>
              <a:rPr lang="en-GB"/>
            </a:br>
            <a:endParaRPr lang="en-GB"/>
          </a:p>
        </p:txBody>
      </p:sp>
      <p:sp>
        <p:nvSpPr>
          <p:cNvPr id="3" name="Slide Number Placeholder 2">
            <a:extLst>
              <a:ext uri="{FF2B5EF4-FFF2-40B4-BE49-F238E27FC236}">
                <a16:creationId xmlns:a16="http://schemas.microsoft.com/office/drawing/2014/main" id="{0FC97099-8086-D510-4CD3-EA460D8FAC52}"/>
              </a:ext>
            </a:extLst>
          </p:cNvPr>
          <p:cNvSpPr>
            <a:spLocks noGrp="1"/>
          </p:cNvSpPr>
          <p:nvPr>
            <p:ph type="sldNum" sz="quarter" idx="10"/>
          </p:nvPr>
        </p:nvSpPr>
        <p:spPr/>
        <p:txBody>
          <a:bodyPr/>
          <a:lstStyle/>
          <a:p>
            <a:fld id="{6D22F896-40B5-4ADD-8801-0D06FADFA095}" type="slidenum">
              <a:rPr lang="en-US" smtClean="0"/>
              <a:pPr/>
              <a:t>5</a:t>
            </a:fld>
            <a:endParaRPr lang="en-US"/>
          </a:p>
        </p:txBody>
      </p:sp>
      <p:pic>
        <p:nvPicPr>
          <p:cNvPr id="8" name="Picture 7">
            <a:extLst>
              <a:ext uri="{FF2B5EF4-FFF2-40B4-BE49-F238E27FC236}">
                <a16:creationId xmlns:a16="http://schemas.microsoft.com/office/drawing/2014/main" id="{DFF4D30A-E662-5423-C3A3-F32C8510B7EF}"/>
              </a:ext>
            </a:extLst>
          </p:cNvPr>
          <p:cNvPicPr>
            <a:picLocks noChangeAspect="1"/>
          </p:cNvPicPr>
          <p:nvPr/>
        </p:nvPicPr>
        <p:blipFill>
          <a:blip r:embed="rId6"/>
          <a:stretch>
            <a:fillRect/>
          </a:stretch>
        </p:blipFill>
        <p:spPr>
          <a:xfrm>
            <a:off x="760611" y="1222513"/>
            <a:ext cx="6202726" cy="4408004"/>
          </a:xfrm>
          <a:prstGeom prst="rect">
            <a:avLst/>
          </a:prstGeom>
          <a:ln>
            <a:solidFill>
              <a:schemeClr val="tx1"/>
            </a:solidFill>
          </a:ln>
        </p:spPr>
      </p:pic>
      <p:sp>
        <p:nvSpPr>
          <p:cNvPr id="9" name="TextBox 8">
            <a:extLst>
              <a:ext uri="{FF2B5EF4-FFF2-40B4-BE49-F238E27FC236}">
                <a16:creationId xmlns:a16="http://schemas.microsoft.com/office/drawing/2014/main" id="{DD7332B1-6293-6361-CBA7-29F21092226C}"/>
              </a:ext>
            </a:extLst>
          </p:cNvPr>
          <p:cNvSpPr txBox="1"/>
          <p:nvPr/>
        </p:nvSpPr>
        <p:spPr>
          <a:xfrm>
            <a:off x="7156174" y="1222513"/>
            <a:ext cx="4790661" cy="5016758"/>
          </a:xfrm>
          <a:prstGeom prst="rect">
            <a:avLst/>
          </a:prstGeom>
          <a:noFill/>
        </p:spPr>
        <p:txBody>
          <a:bodyPr wrap="square" rtlCol="0">
            <a:spAutoFit/>
          </a:bodyPr>
          <a:lstStyle/>
          <a:p>
            <a:pPr algn="l"/>
            <a:r>
              <a:rPr lang="en-GB" sz="1600" b="1">
                <a:latin typeface="Arial" pitchFamily="34" charset="0"/>
                <a:cs typeface="Arial" pitchFamily="34" charset="0"/>
              </a:rPr>
              <a:t>1 Machine – Dell Pro Max 14</a:t>
            </a:r>
          </a:p>
          <a:p>
            <a:pPr algn="l"/>
            <a:endParaRPr lang="en-GB" sz="1600">
              <a:latin typeface="Arial" pitchFamily="34" charset="0"/>
              <a:cs typeface="Arial" pitchFamily="34" charset="0"/>
            </a:endParaRPr>
          </a:p>
          <a:p>
            <a:pPr algn="l"/>
            <a:r>
              <a:rPr lang="en-GB" sz="1600" b="1">
                <a:latin typeface="Arial" pitchFamily="34" charset="0"/>
                <a:cs typeface="Arial" pitchFamily="34" charset="0"/>
              </a:rPr>
              <a:t>3 configs </a:t>
            </a:r>
          </a:p>
          <a:p>
            <a:pPr marL="285750" indent="-285750" algn="l">
              <a:buFont typeface="Arial" panose="020B0604020202020204" pitchFamily="34" charset="0"/>
              <a:buChar char="•"/>
            </a:pPr>
            <a:r>
              <a:rPr lang="en-GB" sz="1600">
                <a:latin typeface="Arial" pitchFamily="34" charset="0"/>
                <a:cs typeface="Arial" pitchFamily="34" charset="0"/>
              </a:rPr>
              <a:t>Config A - £1141.05 (3Y PS-&gt;3Y PSP £76.73)</a:t>
            </a:r>
          </a:p>
          <a:p>
            <a:pPr marL="285750" indent="-285750">
              <a:buFont typeface="Arial" panose="020B0604020202020204" pitchFamily="34" charset="0"/>
              <a:buChar char="•"/>
            </a:pPr>
            <a:r>
              <a:rPr lang="en-GB" sz="1600">
                <a:latin typeface="Arial" pitchFamily="34" charset="0"/>
                <a:cs typeface="Arial" pitchFamily="34" charset="0"/>
              </a:rPr>
              <a:t>Config B - £1513.31 (3Y PS-&gt;3Y PSP £101.77)</a:t>
            </a:r>
          </a:p>
          <a:p>
            <a:pPr marL="285750" indent="-285750">
              <a:buFont typeface="Arial" panose="020B0604020202020204" pitchFamily="34" charset="0"/>
              <a:buChar char="•"/>
            </a:pPr>
            <a:r>
              <a:rPr lang="en-GB" sz="1600">
                <a:latin typeface="Arial" pitchFamily="34" charset="0"/>
                <a:cs typeface="Arial" pitchFamily="34" charset="0"/>
              </a:rPr>
              <a:t>Config C - £1612.02 (3Y PS-&gt;3Y PSP £147.87)</a:t>
            </a:r>
          </a:p>
          <a:p>
            <a:pPr marL="285750" indent="-285750">
              <a:buFont typeface="Arial" panose="020B0604020202020204" pitchFamily="34" charset="0"/>
              <a:buChar char="•"/>
            </a:pPr>
            <a:endParaRPr lang="en-GB" sz="1600">
              <a:latin typeface="Arial" pitchFamily="34" charset="0"/>
              <a:cs typeface="Arial" pitchFamily="34" charset="0"/>
            </a:endParaRPr>
          </a:p>
          <a:p>
            <a:r>
              <a:rPr lang="en-GB" sz="1600" b="1">
                <a:latin typeface="Arial" pitchFamily="34" charset="0"/>
                <a:cs typeface="Arial" pitchFamily="34" charset="0"/>
              </a:rPr>
              <a:t>% Change</a:t>
            </a:r>
          </a:p>
          <a:p>
            <a:pPr marL="285750" indent="-285750">
              <a:buFont typeface="Arial" panose="020B0604020202020204" pitchFamily="34" charset="0"/>
              <a:buChar char="•"/>
            </a:pPr>
            <a:r>
              <a:rPr lang="en-GB" sz="1600">
                <a:latin typeface="Arial" pitchFamily="34" charset="0"/>
                <a:cs typeface="Arial" pitchFamily="34" charset="0"/>
              </a:rPr>
              <a:t>Config A to Config B</a:t>
            </a:r>
          </a:p>
          <a:p>
            <a:pPr marL="742950" lvl="1" indent="-285750">
              <a:buFont typeface="Arial" panose="020B0604020202020204" pitchFamily="34" charset="0"/>
              <a:buChar char="•"/>
            </a:pPr>
            <a:r>
              <a:rPr lang="en-GB" sz="1600">
                <a:latin typeface="Arial" pitchFamily="34" charset="0"/>
                <a:cs typeface="Arial" pitchFamily="34" charset="0"/>
              </a:rPr>
              <a:t>HW Price change -&gt; +33%</a:t>
            </a:r>
          </a:p>
          <a:p>
            <a:pPr marL="742950" lvl="1" indent="-285750">
              <a:buFont typeface="Arial" panose="020B0604020202020204" pitchFamily="34" charset="0"/>
              <a:buChar char="•"/>
            </a:pPr>
            <a:r>
              <a:rPr lang="en-GB" sz="1600">
                <a:latin typeface="Arial" pitchFamily="34" charset="0"/>
                <a:cs typeface="Arial" pitchFamily="34" charset="0"/>
              </a:rPr>
              <a:t>Service Price Change -&gt; +33%</a:t>
            </a:r>
          </a:p>
          <a:p>
            <a:pPr marL="742950" lvl="1" indent="-285750">
              <a:buFont typeface="Arial" panose="020B0604020202020204" pitchFamily="34" charset="0"/>
              <a:buChar char="•"/>
            </a:pPr>
            <a:endParaRPr lang="en-GB" sz="1600">
              <a:latin typeface="Arial" pitchFamily="34" charset="0"/>
              <a:cs typeface="Arial" pitchFamily="34" charset="0"/>
            </a:endParaRPr>
          </a:p>
          <a:p>
            <a:pPr marL="285750" indent="-285750">
              <a:buFont typeface="Arial" panose="020B0604020202020204" pitchFamily="34" charset="0"/>
              <a:buChar char="•"/>
            </a:pPr>
            <a:r>
              <a:rPr lang="en-GB" sz="1600">
                <a:latin typeface="Arial" pitchFamily="34" charset="0"/>
                <a:cs typeface="Arial" pitchFamily="34" charset="0"/>
              </a:rPr>
              <a:t>Config B to Config C</a:t>
            </a:r>
          </a:p>
          <a:p>
            <a:pPr marL="742950" lvl="1" indent="-285750">
              <a:buFont typeface="Arial" panose="020B0604020202020204" pitchFamily="34" charset="0"/>
              <a:buChar char="•"/>
            </a:pPr>
            <a:r>
              <a:rPr lang="en-GB" sz="1600">
                <a:latin typeface="Arial" pitchFamily="34" charset="0"/>
                <a:cs typeface="Arial" pitchFamily="34" charset="0"/>
              </a:rPr>
              <a:t>HW Price change -&gt; +7%</a:t>
            </a:r>
          </a:p>
          <a:p>
            <a:pPr marL="742950" lvl="1" indent="-285750">
              <a:buFont typeface="Arial" panose="020B0604020202020204" pitchFamily="34" charset="0"/>
              <a:buChar char="•"/>
            </a:pPr>
            <a:r>
              <a:rPr lang="en-GB" sz="1600">
                <a:latin typeface="Arial" pitchFamily="34" charset="0"/>
                <a:cs typeface="Arial" pitchFamily="34" charset="0"/>
              </a:rPr>
              <a:t>Service Price Change -&gt; +45%</a:t>
            </a:r>
          </a:p>
          <a:p>
            <a:pPr marL="742950" lvl="1" indent="-285750">
              <a:buFont typeface="Arial" panose="020B0604020202020204" pitchFamily="34" charset="0"/>
              <a:buChar char="•"/>
            </a:pPr>
            <a:endParaRPr lang="en-GB" sz="1600">
              <a:latin typeface="Arial" pitchFamily="34" charset="0"/>
              <a:cs typeface="Arial" pitchFamily="34" charset="0"/>
            </a:endParaRPr>
          </a:p>
          <a:p>
            <a:pPr marL="285750" indent="-285750">
              <a:buFont typeface="Arial" panose="020B0604020202020204" pitchFamily="34" charset="0"/>
              <a:buChar char="•"/>
            </a:pPr>
            <a:r>
              <a:rPr lang="en-GB" sz="1600">
                <a:latin typeface="Arial" pitchFamily="34" charset="0"/>
                <a:cs typeface="Arial" pitchFamily="34" charset="0"/>
              </a:rPr>
              <a:t>Config A to Config C</a:t>
            </a:r>
          </a:p>
          <a:p>
            <a:pPr marL="742950" lvl="1" indent="-285750">
              <a:buFont typeface="Arial" panose="020B0604020202020204" pitchFamily="34" charset="0"/>
              <a:buChar char="•"/>
            </a:pPr>
            <a:r>
              <a:rPr lang="en-GB" sz="1600">
                <a:latin typeface="Arial" pitchFamily="34" charset="0"/>
                <a:cs typeface="Arial" pitchFamily="34" charset="0"/>
              </a:rPr>
              <a:t>HW Price change -&gt; +41%</a:t>
            </a:r>
          </a:p>
          <a:p>
            <a:pPr marL="742950" lvl="1" indent="-285750">
              <a:buFont typeface="Arial" panose="020B0604020202020204" pitchFamily="34" charset="0"/>
              <a:buChar char="•"/>
            </a:pPr>
            <a:r>
              <a:rPr lang="en-GB" sz="1600">
                <a:latin typeface="Arial" pitchFamily="34" charset="0"/>
                <a:cs typeface="Arial" pitchFamily="34" charset="0"/>
              </a:rPr>
              <a:t>Service Price Change -&gt; +92%</a:t>
            </a:r>
          </a:p>
          <a:p>
            <a:pPr marL="285750" indent="-285750" algn="l">
              <a:buFont typeface="Arial" panose="020B0604020202020204" pitchFamily="34" charset="0"/>
              <a:buChar char="•"/>
            </a:pPr>
            <a:endParaRPr lang="en-GB" sz="1600">
              <a:latin typeface="Arial" pitchFamily="34" charset="0"/>
              <a:cs typeface="Arial" pitchFamily="34" charset="0"/>
            </a:endParaRPr>
          </a:p>
        </p:txBody>
      </p:sp>
      <p:sp>
        <p:nvSpPr>
          <p:cNvPr id="4" name="TextBox 3">
            <a:extLst>
              <a:ext uri="{FF2B5EF4-FFF2-40B4-BE49-F238E27FC236}">
                <a16:creationId xmlns:a16="http://schemas.microsoft.com/office/drawing/2014/main" id="{B6AAF579-4846-C829-2A0C-793323EE9578}"/>
              </a:ext>
            </a:extLst>
          </p:cNvPr>
          <p:cNvSpPr txBox="1"/>
          <p:nvPr/>
        </p:nvSpPr>
        <p:spPr>
          <a:xfrm>
            <a:off x="760611" y="6371582"/>
            <a:ext cx="6750631" cy="369332"/>
          </a:xfrm>
          <a:prstGeom prst="rect">
            <a:avLst/>
          </a:prstGeom>
          <a:noFill/>
        </p:spPr>
        <p:txBody>
          <a:bodyPr wrap="none" rtlCol="0">
            <a:spAutoFit/>
          </a:bodyPr>
          <a:lstStyle/>
          <a:p>
            <a:pPr algn="l"/>
            <a:r>
              <a:rPr lang="en-GB" sz="1800" b="1">
                <a:latin typeface="Arial" pitchFamily="34" charset="0"/>
                <a:cs typeface="Arial" pitchFamily="34" charset="0"/>
              </a:rPr>
              <a:t>Average 3Y PS price in Dell is roughly 14%-15% of HW price</a:t>
            </a:r>
          </a:p>
        </p:txBody>
      </p:sp>
    </p:spTree>
    <p:extLst>
      <p:ext uri="{BB962C8B-B14F-4D97-AF65-F5344CB8AC3E}">
        <p14:creationId xmlns:p14="http://schemas.microsoft.com/office/powerpoint/2010/main" val="3773878428"/>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249BCF-9E2B-B2D7-9BF1-AEC1450A7CAF}"/>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52B2D570-4759-150A-DF28-58CAB569E999}"/>
              </a:ext>
            </a:extLst>
          </p:cNvPr>
          <p:cNvGraphicFramePr>
            <a:graphicFrameLocks noChangeAspect="1"/>
          </p:cNvGraphicFramePr>
          <p:nvPr>
            <p:custDataLst>
              <p:tags r:id="rId1"/>
            </p:custDataLst>
            <p:extLst>
              <p:ext uri="{D42A27DB-BD31-4B8C-83A1-F6EECF244321}">
                <p14:modId xmlns:p14="http://schemas.microsoft.com/office/powerpoint/2010/main" val="2636594129"/>
              </p:ext>
            </p:extLst>
          </p:nvPr>
        </p:nvGraphicFramePr>
        <p:xfrm>
          <a:off x="3176" y="1588"/>
          <a:ext cx="1588" cy="1588"/>
        </p:xfrm>
        <a:graphic>
          <a:graphicData uri="http://schemas.openxmlformats.org/presentationml/2006/ole">
            <mc:AlternateContent xmlns:mc="http://schemas.openxmlformats.org/markup-compatibility/2006">
              <mc:Choice xmlns:v="urn:schemas-microsoft-com:vml" Requires="v">
                <p:oleObj name="think-cell Slide" r:id="rId5" imgW="350" imgH="350" progId="TCLayout.ActiveDocument.1">
                  <p:embed/>
                </p:oleObj>
              </mc:Choice>
              <mc:Fallback>
                <p:oleObj name="think-cell Slide" r:id="rId5" imgW="350" imgH="350" progId="TCLayout.ActiveDocument.1">
                  <p:embed/>
                  <p:pic>
                    <p:nvPicPr>
                      <p:cNvPr id="5" name="think-cell data - do not delete" hidden="1">
                        <a:extLst>
                          <a:ext uri="{FF2B5EF4-FFF2-40B4-BE49-F238E27FC236}">
                            <a16:creationId xmlns:a16="http://schemas.microsoft.com/office/drawing/2014/main" id="{52B2D570-4759-150A-DF28-58CAB569E999}"/>
                          </a:ext>
                        </a:extLst>
                      </p:cNvPr>
                      <p:cNvPicPr/>
                      <p:nvPr/>
                    </p:nvPicPr>
                    <p:blipFill>
                      <a:blip r:embed="rId6"/>
                      <a:stretch>
                        <a:fillRect/>
                      </a:stretch>
                    </p:blipFill>
                    <p:spPr>
                      <a:xfrm>
                        <a:off x="3176"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9EEF0514-EE2F-F4E7-36FC-CE775AC6ED42}"/>
              </a:ext>
            </a:extLst>
          </p:cNvPr>
          <p:cNvSpPr>
            <a:spLocks noGrp="1"/>
          </p:cNvSpPr>
          <p:nvPr>
            <p:ph type="title"/>
          </p:nvPr>
        </p:nvSpPr>
        <p:spPr/>
        <p:txBody>
          <a:bodyPr vert="horz"/>
          <a:lstStyle/>
          <a:p>
            <a:r>
              <a:rPr lang="en-GB"/>
              <a:t>Summary</a:t>
            </a:r>
            <a:br>
              <a:rPr lang="en-GB"/>
            </a:br>
            <a:endParaRPr lang="en-GB"/>
          </a:p>
        </p:txBody>
      </p:sp>
      <p:sp>
        <p:nvSpPr>
          <p:cNvPr id="7" name="TextBox 6">
            <a:extLst>
              <a:ext uri="{FF2B5EF4-FFF2-40B4-BE49-F238E27FC236}">
                <a16:creationId xmlns:a16="http://schemas.microsoft.com/office/drawing/2014/main" id="{E8A50A5C-5597-01F7-14ED-1EEFC35497CC}"/>
              </a:ext>
            </a:extLst>
          </p:cNvPr>
          <p:cNvSpPr txBox="1"/>
          <p:nvPr/>
        </p:nvSpPr>
        <p:spPr>
          <a:xfrm>
            <a:off x="760611" y="1120246"/>
            <a:ext cx="10120749" cy="5016758"/>
          </a:xfrm>
          <a:prstGeom prst="rect">
            <a:avLst/>
          </a:prstGeom>
          <a:noFill/>
        </p:spPr>
        <p:txBody>
          <a:bodyPr wrap="square">
            <a:spAutoFit/>
          </a:bodyPr>
          <a:lstStyle/>
          <a:p>
            <a:r>
              <a:rPr lang="en-GB" sz="2000" b="1" dirty="0"/>
              <a:t>Problem</a:t>
            </a:r>
          </a:p>
          <a:p>
            <a:pPr marL="285750" indent="-285750">
              <a:buFont typeface="Arial" panose="020B0604020202020204" pitchFamily="34" charset="0"/>
              <a:buChar char="•"/>
            </a:pPr>
            <a:r>
              <a:rPr lang="en-GB" sz="2000" dirty="0"/>
              <a:t>Service pricing today is tier-based, static, and blind to real hardware value</a:t>
            </a:r>
          </a:p>
          <a:p>
            <a:pPr marL="285750" indent="-285750">
              <a:buFont typeface="Arial" panose="020B0604020202020204" pitchFamily="34" charset="0"/>
              <a:buChar char="•"/>
            </a:pPr>
            <a:r>
              <a:rPr lang="en-GB" sz="2000" dirty="0"/>
              <a:t>Hardware AURs fluctuate ±25% within the same tier, but service prices don’t move</a:t>
            </a:r>
          </a:p>
          <a:p>
            <a:pPr marL="285750" indent="-285750">
              <a:buFont typeface="Arial" panose="020B0604020202020204" pitchFamily="34" charset="0"/>
              <a:buChar char="•"/>
            </a:pPr>
            <a:r>
              <a:rPr lang="en-GB" sz="2000" dirty="0"/>
              <a:t>The current linear correlation between HW AUR and Service AUR ≈ 0.08 → basically random.</a:t>
            </a:r>
          </a:p>
          <a:p>
            <a:pPr marL="285750" indent="-285750">
              <a:buFont typeface="Arial" panose="020B0604020202020204" pitchFamily="34" charset="0"/>
              <a:buChar char="•"/>
            </a:pPr>
            <a:endParaRPr lang="en-GB" sz="2000" dirty="0"/>
          </a:p>
          <a:p>
            <a:r>
              <a:rPr lang="en-GB" sz="2000" b="1" dirty="0"/>
              <a:t>Solution</a:t>
            </a:r>
          </a:p>
          <a:p>
            <a:pPr marL="285750" indent="-285750">
              <a:buFont typeface="Arial" panose="020B0604020202020204" pitchFamily="34" charset="0"/>
              <a:buChar char="•"/>
            </a:pPr>
            <a:r>
              <a:rPr lang="en-GB" sz="2000" dirty="0"/>
              <a:t>Move to a Value Band Part Number per segment – move away from Tier and offering </a:t>
            </a:r>
          </a:p>
          <a:p>
            <a:pPr marL="285750" indent="-285750">
              <a:buFont typeface="Arial" panose="020B0604020202020204" pitchFamily="34" charset="0"/>
              <a:buChar char="•"/>
            </a:pPr>
            <a:r>
              <a:rPr lang="en-GB" sz="2000" dirty="0"/>
              <a:t>Log-Term dynamic model - Price services as a direct function of hardware value and customer time preference</a:t>
            </a:r>
          </a:p>
          <a:p>
            <a:pPr marL="285750" indent="-285750">
              <a:buFont typeface="Arial" panose="020B0604020202020204" pitchFamily="34" charset="0"/>
              <a:buChar char="•"/>
            </a:pPr>
            <a:r>
              <a:rPr lang="en-GB" sz="2000" dirty="0"/>
              <a:t>Fully automated, transparent</a:t>
            </a:r>
          </a:p>
          <a:p>
            <a:pPr marL="285750" indent="-285750">
              <a:buFont typeface="Arial" panose="020B0604020202020204" pitchFamily="34" charset="0"/>
              <a:buChar char="•"/>
            </a:pPr>
            <a:endParaRPr lang="en-GB" sz="2000" dirty="0"/>
          </a:p>
          <a:p>
            <a:r>
              <a:rPr lang="en-GB" sz="2000" b="1" dirty="0"/>
              <a:t>Expected Outcome </a:t>
            </a:r>
          </a:p>
          <a:p>
            <a:pPr marL="285750" indent="-285750">
              <a:buFont typeface="Arial" panose="020B0604020202020204" pitchFamily="34" charset="0"/>
              <a:buChar char="•"/>
            </a:pPr>
            <a:r>
              <a:rPr lang="en-GB" sz="2000" dirty="0"/>
              <a:t>+12-15% service revenue</a:t>
            </a:r>
          </a:p>
          <a:p>
            <a:pPr marL="285750" indent="-285750">
              <a:buFont typeface="Arial" panose="020B0604020202020204" pitchFamily="34" charset="0"/>
              <a:buChar char="•"/>
            </a:pPr>
            <a:r>
              <a:rPr lang="en-GB" sz="2000" dirty="0"/>
              <a:t>5+ pts attach through fairer pricing on entry SKUs</a:t>
            </a:r>
          </a:p>
          <a:p>
            <a:pPr marL="285750" indent="-285750">
              <a:buFont typeface="Arial" panose="020B0604020202020204" pitchFamily="34" charset="0"/>
              <a:buChar char="•"/>
            </a:pPr>
            <a:r>
              <a:rPr lang="en-GB" sz="2000" dirty="0"/>
              <a:t>Zero risk: stays within existing commercial guardrails.</a:t>
            </a:r>
          </a:p>
        </p:txBody>
      </p:sp>
    </p:spTree>
    <p:extLst>
      <p:ext uri="{BB962C8B-B14F-4D97-AF65-F5344CB8AC3E}">
        <p14:creationId xmlns:p14="http://schemas.microsoft.com/office/powerpoint/2010/main" val="2463222988"/>
      </p:ext>
    </p:extLst>
  </p:cSld>
  <p:clrMapOvr>
    <a:masterClrMapping/>
  </p:clrMapOvr>
  <p:transition spd="med"/>
  <p:extLst>
    <p:ext uri="{6950BFC3-D8DA-4A85-94F7-54DA5524770B}">
      <p188:commentRel xmlns:p188="http://schemas.microsoft.com/office/powerpoint/2018/8/main" r:id="rId4"/>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F2F043-ED8D-142E-EB60-4F0B9D248521}"/>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CC0570D9-7F69-D225-C6AB-3459B70288CC}"/>
              </a:ext>
            </a:extLst>
          </p:cNvPr>
          <p:cNvGraphicFramePr>
            <a:graphicFrameLocks noChangeAspect="1"/>
          </p:cNvGraphicFramePr>
          <p:nvPr>
            <p:custDataLst>
              <p:tags r:id="rId1"/>
            </p:custDataLst>
            <p:extLst>
              <p:ext uri="{D42A27DB-BD31-4B8C-83A1-F6EECF244321}">
                <p14:modId xmlns:p14="http://schemas.microsoft.com/office/powerpoint/2010/main" val="573748420"/>
              </p:ext>
            </p:extLst>
          </p:nvPr>
        </p:nvGraphicFramePr>
        <p:xfrm>
          <a:off x="3176" y="1588"/>
          <a:ext cx="1588" cy="1588"/>
        </p:xfrm>
        <a:graphic>
          <a:graphicData uri="http://schemas.openxmlformats.org/presentationml/2006/ole">
            <mc:AlternateContent xmlns:mc="http://schemas.openxmlformats.org/markup-compatibility/2006">
              <mc:Choice xmlns:v="urn:schemas-microsoft-com:vml" Requires="v">
                <p:oleObj name="think-cell Slide" r:id="rId4" imgW="350" imgH="350" progId="TCLayout.ActiveDocument.1">
                  <p:embed/>
                </p:oleObj>
              </mc:Choice>
              <mc:Fallback>
                <p:oleObj name="think-cell Slide" r:id="rId4" imgW="350" imgH="350" progId="TCLayout.ActiveDocument.1">
                  <p:embed/>
                  <p:pic>
                    <p:nvPicPr>
                      <p:cNvPr id="5" name="think-cell data - do not delete" hidden="1">
                        <a:extLst>
                          <a:ext uri="{FF2B5EF4-FFF2-40B4-BE49-F238E27FC236}">
                            <a16:creationId xmlns:a16="http://schemas.microsoft.com/office/drawing/2014/main" id="{CC0570D9-7F69-D225-C6AB-3459B70288CC}"/>
                          </a:ext>
                        </a:extLst>
                      </p:cNvPr>
                      <p:cNvPicPr/>
                      <p:nvPr/>
                    </p:nvPicPr>
                    <p:blipFill>
                      <a:blip r:embed="rId5"/>
                      <a:stretch>
                        <a:fillRect/>
                      </a:stretch>
                    </p:blipFill>
                    <p:spPr>
                      <a:xfrm>
                        <a:off x="3176"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D589780F-B3D4-813C-5F72-55615DD1B65B}"/>
              </a:ext>
            </a:extLst>
          </p:cNvPr>
          <p:cNvSpPr>
            <a:spLocks noGrp="1"/>
          </p:cNvSpPr>
          <p:nvPr>
            <p:ph type="title"/>
          </p:nvPr>
        </p:nvSpPr>
        <p:spPr/>
        <p:txBody>
          <a:bodyPr vert="horz"/>
          <a:lstStyle/>
          <a:p>
            <a:r>
              <a:rPr lang="en-GB"/>
              <a:t>New Model Overview</a:t>
            </a:r>
          </a:p>
        </p:txBody>
      </p:sp>
      <p:sp>
        <p:nvSpPr>
          <p:cNvPr id="7" name="TextBox 6">
            <a:extLst>
              <a:ext uri="{FF2B5EF4-FFF2-40B4-BE49-F238E27FC236}">
                <a16:creationId xmlns:a16="http://schemas.microsoft.com/office/drawing/2014/main" id="{FABFB7C1-D2B5-951F-1207-06F59A00FD6E}"/>
              </a:ext>
            </a:extLst>
          </p:cNvPr>
          <p:cNvSpPr txBox="1"/>
          <p:nvPr/>
        </p:nvSpPr>
        <p:spPr>
          <a:xfrm>
            <a:off x="760611" y="1410938"/>
            <a:ext cx="9151485" cy="4216539"/>
          </a:xfrm>
          <a:prstGeom prst="rect">
            <a:avLst/>
          </a:prstGeom>
          <a:noFill/>
        </p:spPr>
        <p:txBody>
          <a:bodyPr wrap="square">
            <a:spAutoFit/>
          </a:bodyPr>
          <a:lstStyle/>
          <a:p>
            <a:r>
              <a:rPr lang="en-GB" sz="2400" b="1" dirty="0"/>
              <a:t>Dynamic Pricing v2.0 Components</a:t>
            </a:r>
          </a:p>
          <a:p>
            <a:endParaRPr lang="en-GB" sz="2400" b="1" dirty="0"/>
          </a:p>
          <a:p>
            <a:pPr marL="342900" indent="-342900">
              <a:buFont typeface="+mj-lt"/>
              <a:buAutoNum type="arabicPeriod"/>
            </a:pPr>
            <a:r>
              <a:rPr lang="en-GB" sz="2000" dirty="0"/>
              <a:t>Value Bands (PNs) - group hardware by actual AUR</a:t>
            </a:r>
          </a:p>
          <a:p>
            <a:pPr marL="342900" indent="-342900">
              <a:buFont typeface="+mj-lt"/>
              <a:buAutoNum type="arabicPeriod"/>
            </a:pPr>
            <a:endParaRPr lang="en-GB" sz="2000" dirty="0"/>
          </a:p>
          <a:p>
            <a:pPr marL="342900" indent="-342900">
              <a:buFont typeface="+mj-lt"/>
              <a:buAutoNum type="arabicPeriod"/>
            </a:pPr>
            <a:r>
              <a:rPr lang="en-GB" sz="2000" dirty="0"/>
              <a:t>Single source input - </a:t>
            </a:r>
            <a:r>
              <a:rPr lang="en-GB" sz="2000" b="1" dirty="0"/>
              <a:t>Base 3Y PS per HW Value Band</a:t>
            </a:r>
            <a:endParaRPr lang="en-GB" sz="2000" dirty="0"/>
          </a:p>
          <a:p>
            <a:pPr marL="342900" indent="-342900">
              <a:buFont typeface="+mj-lt"/>
              <a:buAutoNum type="arabicPeriod"/>
            </a:pPr>
            <a:endParaRPr lang="en-GB" sz="2000" dirty="0"/>
          </a:p>
          <a:p>
            <a:pPr marL="342900" indent="-342900">
              <a:buFont typeface="+mj-lt"/>
              <a:buAutoNum type="arabicPeriod"/>
            </a:pPr>
            <a:r>
              <a:rPr lang="en-GB" sz="2000" dirty="0"/>
              <a:t>Warranty Terms computed algorithmically</a:t>
            </a:r>
          </a:p>
          <a:p>
            <a:pPr marL="342900" indent="-342900">
              <a:buFont typeface="+mj-lt"/>
              <a:buAutoNum type="arabicPeriod"/>
            </a:pPr>
            <a:endParaRPr lang="en-GB" sz="2000" dirty="0"/>
          </a:p>
          <a:p>
            <a:pPr marL="342900" indent="-342900">
              <a:buFont typeface="+mj-lt"/>
              <a:buAutoNum type="arabicPeriod"/>
            </a:pPr>
            <a:r>
              <a:rPr lang="en-GB" sz="2000" dirty="0"/>
              <a:t>Auto-calibration — refresh quarterly using real AUR distribution.</a:t>
            </a:r>
          </a:p>
          <a:p>
            <a:pPr marL="342900" indent="-342900">
              <a:buFont typeface="+mj-lt"/>
              <a:buAutoNum type="arabicPeriod"/>
            </a:pPr>
            <a:endParaRPr lang="en-GB" sz="2000" dirty="0"/>
          </a:p>
          <a:p>
            <a:pPr marL="342900" indent="-342900">
              <a:buFont typeface="+mj-lt"/>
              <a:buAutoNum type="arabicPeriod"/>
            </a:pPr>
            <a:endParaRPr lang="en-GB" sz="2000" dirty="0"/>
          </a:p>
          <a:p>
            <a:pPr marL="342900" indent="-342900">
              <a:buFont typeface="+mj-lt"/>
              <a:buAutoNum type="arabicPeriod"/>
            </a:pPr>
            <a:endParaRPr lang="en-GB" sz="2000" dirty="0"/>
          </a:p>
          <a:p>
            <a:r>
              <a:rPr lang="en-GB" sz="2000" b="1" i="1" dirty="0"/>
              <a:t>Goal: Price tracks both device value and duration value, automatically</a:t>
            </a:r>
            <a:r>
              <a:rPr lang="en-GB" b="1" i="1" dirty="0"/>
              <a:t>.</a:t>
            </a:r>
          </a:p>
        </p:txBody>
      </p:sp>
    </p:spTree>
    <p:extLst>
      <p:ext uri="{BB962C8B-B14F-4D97-AF65-F5344CB8AC3E}">
        <p14:creationId xmlns:p14="http://schemas.microsoft.com/office/powerpoint/2010/main" val="109396875"/>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80D1BC-7AC7-05AD-8DF9-3704A9C179BB}"/>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BE9B50A5-A9DE-458C-9E2F-B40B9DEB13B2}"/>
              </a:ext>
            </a:extLst>
          </p:cNvPr>
          <p:cNvGraphicFramePr>
            <a:graphicFrameLocks noChangeAspect="1"/>
          </p:cNvGraphicFramePr>
          <p:nvPr>
            <p:custDataLst>
              <p:tags r:id="rId1"/>
            </p:custDataLst>
            <p:extLst>
              <p:ext uri="{D42A27DB-BD31-4B8C-83A1-F6EECF244321}">
                <p14:modId xmlns:p14="http://schemas.microsoft.com/office/powerpoint/2010/main" val="1525105647"/>
              </p:ext>
            </p:extLst>
          </p:nvPr>
        </p:nvGraphicFramePr>
        <p:xfrm>
          <a:off x="3176" y="1588"/>
          <a:ext cx="1588" cy="1588"/>
        </p:xfrm>
        <a:graphic>
          <a:graphicData uri="http://schemas.openxmlformats.org/presentationml/2006/ole">
            <mc:AlternateContent xmlns:mc="http://schemas.openxmlformats.org/markup-compatibility/2006">
              <mc:Choice xmlns:v="urn:schemas-microsoft-com:vml" Requires="v">
                <p:oleObj name="think-cell Slide" r:id="rId4" imgW="350" imgH="350" progId="TCLayout.ActiveDocument.1">
                  <p:embed/>
                </p:oleObj>
              </mc:Choice>
              <mc:Fallback>
                <p:oleObj name="think-cell Slide" r:id="rId4" imgW="350" imgH="350" progId="TCLayout.ActiveDocument.1">
                  <p:embed/>
                  <p:pic>
                    <p:nvPicPr>
                      <p:cNvPr id="5" name="think-cell data - do not delete" hidden="1">
                        <a:extLst>
                          <a:ext uri="{FF2B5EF4-FFF2-40B4-BE49-F238E27FC236}">
                            <a16:creationId xmlns:a16="http://schemas.microsoft.com/office/drawing/2014/main" id="{BE9B50A5-A9DE-458C-9E2F-B40B9DEB13B2}"/>
                          </a:ext>
                        </a:extLst>
                      </p:cNvPr>
                      <p:cNvPicPr/>
                      <p:nvPr/>
                    </p:nvPicPr>
                    <p:blipFill>
                      <a:blip r:embed="rId5"/>
                      <a:stretch>
                        <a:fillRect/>
                      </a:stretch>
                    </p:blipFill>
                    <p:spPr>
                      <a:xfrm>
                        <a:off x="3176"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6AA9D73E-F014-EBC4-DE66-228F064D18F8}"/>
              </a:ext>
            </a:extLst>
          </p:cNvPr>
          <p:cNvSpPr>
            <a:spLocks noGrp="1"/>
          </p:cNvSpPr>
          <p:nvPr>
            <p:ph type="title"/>
          </p:nvPr>
        </p:nvSpPr>
        <p:spPr/>
        <p:txBody>
          <a:bodyPr vert="horz"/>
          <a:lstStyle/>
          <a:p>
            <a:r>
              <a:rPr lang="en-GB" dirty="0"/>
              <a:t>Key Points</a:t>
            </a:r>
          </a:p>
        </p:txBody>
      </p:sp>
      <p:sp>
        <p:nvSpPr>
          <p:cNvPr id="7" name="TextBox 6">
            <a:extLst>
              <a:ext uri="{FF2B5EF4-FFF2-40B4-BE49-F238E27FC236}">
                <a16:creationId xmlns:a16="http://schemas.microsoft.com/office/drawing/2014/main" id="{1F233B86-0B4C-602A-C306-DF77966B7D2A}"/>
              </a:ext>
            </a:extLst>
          </p:cNvPr>
          <p:cNvSpPr txBox="1"/>
          <p:nvPr/>
        </p:nvSpPr>
        <p:spPr>
          <a:xfrm>
            <a:off x="760611" y="1023264"/>
            <a:ext cx="10120749" cy="5078313"/>
          </a:xfrm>
          <a:prstGeom prst="rect">
            <a:avLst/>
          </a:prstGeom>
          <a:noFill/>
        </p:spPr>
        <p:txBody>
          <a:bodyPr wrap="square">
            <a:spAutoFit/>
          </a:bodyPr>
          <a:lstStyle/>
          <a:p>
            <a:pPr marL="285750" indent="-285750">
              <a:buFont typeface="Arial" panose="020B0604020202020204" pitchFamily="34" charset="0"/>
              <a:buChar char="•"/>
            </a:pPr>
            <a:r>
              <a:rPr lang="en-GB" b="1" dirty="0"/>
              <a:t>Customers don’t value each extra year the same</a:t>
            </a:r>
            <a:br>
              <a:rPr lang="en-GB" b="1" dirty="0"/>
            </a:br>
            <a:r>
              <a:rPr lang="en-GB" dirty="0"/>
              <a:t>The first three years feel valuable. After that, the perceived benefit drops sharply. The curve just translates that human behaviour into a number.</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b="1" dirty="0"/>
              <a:t>Our support cost moves in the opposite direction</a:t>
            </a:r>
            <a:br>
              <a:rPr lang="en-GB" b="1" dirty="0"/>
            </a:br>
            <a:r>
              <a:rPr lang="en-GB" dirty="0"/>
              <a:t>Devices get older, parts fail more, batteries die, ADP claims get heavier. PSP takes the biggest hit. So, while customers value later years less, they actually cost us more.</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b="1" dirty="0"/>
              <a:t>We bridge that gap with two simple cost modifiers</a:t>
            </a:r>
            <a:br>
              <a:rPr lang="en-GB" b="1" dirty="0"/>
            </a:br>
            <a:r>
              <a:rPr lang="en-GB" dirty="0"/>
              <a:t>α adds the steady ageing cost after year three.</a:t>
            </a:r>
            <a:br>
              <a:rPr lang="en-GB" dirty="0"/>
            </a:br>
            <a:r>
              <a:rPr lang="en-GB" dirty="0"/>
              <a:t>γ fixes the year-five spike so we don’t undercharge on long terms.</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b="1" dirty="0"/>
              <a:t>This creates pricing that feels fair to customers while protecting margin</a:t>
            </a:r>
            <a:br>
              <a:rPr lang="en-GB" b="1" dirty="0"/>
            </a:br>
            <a:r>
              <a:rPr lang="en-GB" dirty="0"/>
              <a:t>We price the early years based on psychology and fix the later years based on real risk. </a:t>
            </a:r>
          </a:p>
          <a:p>
            <a:endParaRPr lang="en-GB" dirty="0"/>
          </a:p>
          <a:p>
            <a:pPr marL="285750" indent="-285750">
              <a:buFont typeface="Arial" panose="020B0604020202020204" pitchFamily="34" charset="0"/>
              <a:buChar char="•"/>
            </a:pPr>
            <a:r>
              <a:rPr lang="en-GB" b="1" dirty="0"/>
              <a:t>Final outcome</a:t>
            </a:r>
            <a:br>
              <a:rPr lang="en-GB" b="1" dirty="0"/>
            </a:br>
            <a:r>
              <a:rPr lang="en-GB" dirty="0"/>
              <a:t>A controlled pricing model where Depot stays flat, Onsite and PS rise modestly, and PSP reflects real volatility. It’s intuitive for customers and stops margin bleed for us.</a:t>
            </a:r>
            <a:endParaRPr lang="en-GB" i="1" dirty="0"/>
          </a:p>
        </p:txBody>
      </p:sp>
    </p:spTree>
    <p:extLst>
      <p:ext uri="{BB962C8B-B14F-4D97-AF65-F5344CB8AC3E}">
        <p14:creationId xmlns:p14="http://schemas.microsoft.com/office/powerpoint/2010/main" val="3045177259"/>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0BD589-67D8-D9B4-C8B2-FE28F2CAFDC4}"/>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4EDE3FEF-22DA-9220-86BB-6DF5348FEBB2}"/>
              </a:ext>
            </a:extLst>
          </p:cNvPr>
          <p:cNvGraphicFramePr>
            <a:graphicFrameLocks noChangeAspect="1"/>
          </p:cNvGraphicFramePr>
          <p:nvPr>
            <p:custDataLst>
              <p:tags r:id="rId1"/>
            </p:custDataLst>
            <p:extLst>
              <p:ext uri="{D42A27DB-BD31-4B8C-83A1-F6EECF244321}">
                <p14:modId xmlns:p14="http://schemas.microsoft.com/office/powerpoint/2010/main" val="4024894076"/>
              </p:ext>
            </p:extLst>
          </p:nvPr>
        </p:nvGraphicFramePr>
        <p:xfrm>
          <a:off x="3176" y="1588"/>
          <a:ext cx="1588" cy="1588"/>
        </p:xfrm>
        <a:graphic>
          <a:graphicData uri="http://schemas.openxmlformats.org/presentationml/2006/ole">
            <mc:AlternateContent xmlns:mc="http://schemas.openxmlformats.org/markup-compatibility/2006">
              <mc:Choice xmlns:v="urn:schemas-microsoft-com:vml" Requires="v">
                <p:oleObj name="think-cell Slide" r:id="rId4" imgW="350" imgH="350" progId="TCLayout.ActiveDocument.1">
                  <p:embed/>
                </p:oleObj>
              </mc:Choice>
              <mc:Fallback>
                <p:oleObj name="think-cell Slide" r:id="rId4" imgW="350" imgH="350" progId="TCLayout.ActiveDocument.1">
                  <p:embed/>
                  <p:pic>
                    <p:nvPicPr>
                      <p:cNvPr id="5" name="think-cell data - do not delete" hidden="1">
                        <a:extLst>
                          <a:ext uri="{FF2B5EF4-FFF2-40B4-BE49-F238E27FC236}">
                            <a16:creationId xmlns:a16="http://schemas.microsoft.com/office/drawing/2014/main" id="{4EDE3FEF-22DA-9220-86BB-6DF5348FEBB2}"/>
                          </a:ext>
                        </a:extLst>
                      </p:cNvPr>
                      <p:cNvPicPr/>
                      <p:nvPr/>
                    </p:nvPicPr>
                    <p:blipFill>
                      <a:blip r:embed="rId5"/>
                      <a:stretch>
                        <a:fillRect/>
                      </a:stretch>
                    </p:blipFill>
                    <p:spPr>
                      <a:xfrm>
                        <a:off x="3176"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7F15608C-7B8F-E3CF-2B6F-7F77CD4CD994}"/>
              </a:ext>
            </a:extLst>
          </p:cNvPr>
          <p:cNvSpPr>
            <a:spLocks noGrp="1"/>
          </p:cNvSpPr>
          <p:nvPr>
            <p:ph type="title"/>
          </p:nvPr>
        </p:nvSpPr>
        <p:spPr/>
        <p:txBody>
          <a:bodyPr vert="horz"/>
          <a:lstStyle/>
          <a:p>
            <a:r>
              <a:rPr lang="en-GB" dirty="0"/>
              <a:t>Hardware Value Banding - SMB</a:t>
            </a:r>
            <a:endParaRPr lang="en-GB" b="0" dirty="0"/>
          </a:p>
        </p:txBody>
      </p:sp>
      <p:sp>
        <p:nvSpPr>
          <p:cNvPr id="7" name="TextBox 6">
            <a:extLst>
              <a:ext uri="{FF2B5EF4-FFF2-40B4-BE49-F238E27FC236}">
                <a16:creationId xmlns:a16="http://schemas.microsoft.com/office/drawing/2014/main" id="{AF3024AA-0D74-5EC5-91EE-9FF8C0E5CEB3}"/>
              </a:ext>
            </a:extLst>
          </p:cNvPr>
          <p:cNvSpPr txBox="1"/>
          <p:nvPr/>
        </p:nvSpPr>
        <p:spPr>
          <a:xfrm>
            <a:off x="760610" y="919408"/>
            <a:ext cx="10120749" cy="923330"/>
          </a:xfrm>
          <a:prstGeom prst="rect">
            <a:avLst/>
          </a:prstGeom>
          <a:noFill/>
        </p:spPr>
        <p:txBody>
          <a:bodyPr wrap="square">
            <a:spAutoFit/>
          </a:bodyPr>
          <a:lstStyle/>
          <a:p>
            <a:r>
              <a:rPr lang="en-GB"/>
              <a:t>Band segmentation (fixed by hardware AUR)</a:t>
            </a:r>
          </a:p>
          <a:p>
            <a:endParaRPr lang="en-GB"/>
          </a:p>
          <a:p>
            <a:endParaRPr lang="en-GB"/>
          </a:p>
        </p:txBody>
      </p:sp>
      <p:graphicFrame>
        <p:nvGraphicFramePr>
          <p:cNvPr id="11" name="Table 10">
            <a:extLst>
              <a:ext uri="{FF2B5EF4-FFF2-40B4-BE49-F238E27FC236}">
                <a16:creationId xmlns:a16="http://schemas.microsoft.com/office/drawing/2014/main" id="{756AB6F6-F2D6-BABB-ADA2-9FC2E78702FB}"/>
              </a:ext>
            </a:extLst>
          </p:cNvPr>
          <p:cNvGraphicFramePr>
            <a:graphicFrameLocks noGrp="1"/>
          </p:cNvGraphicFramePr>
          <p:nvPr>
            <p:extLst>
              <p:ext uri="{D42A27DB-BD31-4B8C-83A1-F6EECF244321}">
                <p14:modId xmlns:p14="http://schemas.microsoft.com/office/powerpoint/2010/main" val="2744634364"/>
              </p:ext>
            </p:extLst>
          </p:nvPr>
        </p:nvGraphicFramePr>
        <p:xfrm>
          <a:off x="760609" y="1461685"/>
          <a:ext cx="10670779" cy="4274973"/>
        </p:xfrm>
        <a:graphic>
          <a:graphicData uri="http://schemas.openxmlformats.org/drawingml/2006/table">
            <a:tbl>
              <a:tblPr firstRow="1" bandRow="1">
                <a:tableStyleId>{00A15C55-8517-42AA-B614-E9B94910E393}</a:tableStyleId>
              </a:tblPr>
              <a:tblGrid>
                <a:gridCol w="832858">
                  <a:extLst>
                    <a:ext uri="{9D8B030D-6E8A-4147-A177-3AD203B41FA5}">
                      <a16:colId xmlns:a16="http://schemas.microsoft.com/office/drawing/2014/main" val="283522626"/>
                    </a:ext>
                  </a:extLst>
                </a:gridCol>
                <a:gridCol w="1909856">
                  <a:extLst>
                    <a:ext uri="{9D8B030D-6E8A-4147-A177-3AD203B41FA5}">
                      <a16:colId xmlns:a16="http://schemas.microsoft.com/office/drawing/2014/main" val="1431187806"/>
                    </a:ext>
                  </a:extLst>
                </a:gridCol>
                <a:gridCol w="2462457">
                  <a:extLst>
                    <a:ext uri="{9D8B030D-6E8A-4147-A177-3AD203B41FA5}">
                      <a16:colId xmlns:a16="http://schemas.microsoft.com/office/drawing/2014/main" val="1771853982"/>
                    </a:ext>
                  </a:extLst>
                </a:gridCol>
                <a:gridCol w="1645582">
                  <a:extLst>
                    <a:ext uri="{9D8B030D-6E8A-4147-A177-3AD203B41FA5}">
                      <a16:colId xmlns:a16="http://schemas.microsoft.com/office/drawing/2014/main" val="3387553091"/>
                    </a:ext>
                  </a:extLst>
                </a:gridCol>
                <a:gridCol w="1677078">
                  <a:extLst>
                    <a:ext uri="{9D8B030D-6E8A-4147-A177-3AD203B41FA5}">
                      <a16:colId xmlns:a16="http://schemas.microsoft.com/office/drawing/2014/main" val="472289102"/>
                    </a:ext>
                  </a:extLst>
                </a:gridCol>
                <a:gridCol w="2142948">
                  <a:extLst>
                    <a:ext uri="{9D8B030D-6E8A-4147-A177-3AD203B41FA5}">
                      <a16:colId xmlns:a16="http://schemas.microsoft.com/office/drawing/2014/main" val="1368918700"/>
                    </a:ext>
                  </a:extLst>
                </a:gridCol>
              </a:tblGrid>
              <a:tr h="474997">
                <a:tc>
                  <a:txBody>
                    <a:bodyPr/>
                    <a:lstStyle/>
                    <a:p>
                      <a:pPr algn="ctr"/>
                      <a:r>
                        <a:rPr lang="en-GB" sz="1800">
                          <a:latin typeface="+mn-lt"/>
                        </a:rPr>
                        <a:t>Band</a:t>
                      </a:r>
                    </a:p>
                  </a:txBody>
                  <a:tcPr anchor="ctr"/>
                </a:tc>
                <a:tc>
                  <a:txBody>
                    <a:bodyPr/>
                    <a:lstStyle/>
                    <a:p>
                      <a:pPr algn="ctr"/>
                      <a:r>
                        <a:rPr lang="en-GB" sz="1800">
                          <a:latin typeface="+mn-lt"/>
                        </a:rPr>
                        <a:t>HW AUR Range</a:t>
                      </a:r>
                    </a:p>
                  </a:txBody>
                  <a:tcPr anchor="ctr"/>
                </a:tc>
                <a:tc>
                  <a:txBody>
                    <a:bodyPr/>
                    <a:lstStyle/>
                    <a:p>
                      <a:pPr algn="ctr"/>
                      <a:r>
                        <a:rPr lang="en-GB" sz="1800" dirty="0">
                          <a:latin typeface="+mn-lt"/>
                        </a:rPr>
                        <a:t>Baseline 3Y PS Price</a:t>
                      </a:r>
                    </a:p>
                  </a:txBody>
                  <a:tcPr anchor="ctr"/>
                </a:tc>
                <a:tc>
                  <a:txBody>
                    <a:bodyPr/>
                    <a:lstStyle/>
                    <a:p>
                      <a:pPr algn="ctr"/>
                      <a:r>
                        <a:rPr lang="en-GB" sz="1800" dirty="0">
                          <a:latin typeface="+mn-lt"/>
                        </a:rPr>
                        <a:t>3Y PSP Price</a:t>
                      </a:r>
                    </a:p>
                  </a:txBody>
                  <a:tcPr anchor="ctr"/>
                </a:tc>
                <a:tc>
                  <a:txBody>
                    <a:bodyPr/>
                    <a:lstStyle/>
                    <a:p>
                      <a:pPr algn="ctr"/>
                      <a:r>
                        <a:rPr lang="en-GB" sz="1800" dirty="0">
                          <a:latin typeface="+mn-lt"/>
                        </a:rPr>
                        <a:t>PSP/ PS ratio</a:t>
                      </a:r>
                    </a:p>
                  </a:txBody>
                  <a:tcPr anchor="ctr"/>
                </a:tc>
                <a:tc>
                  <a:txBody>
                    <a:bodyPr/>
                    <a:lstStyle/>
                    <a:p>
                      <a:pPr algn="ctr"/>
                      <a:r>
                        <a:rPr lang="en-GB" sz="1800" dirty="0">
                          <a:latin typeface="+mn-lt"/>
                        </a:rPr>
                        <a:t>PS % of mid AUR </a:t>
                      </a:r>
                    </a:p>
                  </a:txBody>
                  <a:tcPr anchor="ctr"/>
                </a:tc>
                <a:extLst>
                  <a:ext uri="{0D108BD9-81ED-4DB2-BD59-A6C34878D82A}">
                    <a16:rowId xmlns:a16="http://schemas.microsoft.com/office/drawing/2014/main" val="3827194455"/>
                  </a:ext>
                </a:extLst>
              </a:tr>
              <a:tr h="474997">
                <a:tc>
                  <a:txBody>
                    <a:bodyPr/>
                    <a:lstStyle/>
                    <a:p>
                      <a:pPr algn="ctr"/>
                      <a:r>
                        <a:rPr lang="en-GB" sz="1800" dirty="0">
                          <a:latin typeface="+mn-lt"/>
                        </a:rPr>
                        <a:t>A</a:t>
                      </a:r>
                    </a:p>
                  </a:txBody>
                  <a:tcPr anchor="ctr"/>
                </a:tc>
                <a:tc>
                  <a:txBody>
                    <a:bodyPr/>
                    <a:lstStyle/>
                    <a:p>
                      <a:pPr algn="ctr"/>
                      <a:r>
                        <a:rPr lang="en-GB" sz="1800" dirty="0">
                          <a:latin typeface="+mn-lt"/>
                        </a:rPr>
                        <a:t>0-700</a:t>
                      </a:r>
                    </a:p>
                  </a:txBody>
                  <a:tcPr anchor="ctr"/>
                </a:tc>
                <a:tc>
                  <a:txBody>
                    <a:bodyPr/>
                    <a:lstStyle/>
                    <a:p>
                      <a:pPr algn="ctr" fontAlgn="b">
                        <a:buNone/>
                      </a:pPr>
                      <a:r>
                        <a:rPr lang="en-GB" sz="1800" b="0" i="0" u="none" strike="noStrike" dirty="0">
                          <a:solidFill>
                            <a:srgbClr val="000000"/>
                          </a:solidFill>
                          <a:effectLst/>
                          <a:latin typeface="+mn-lt"/>
                        </a:rPr>
                        <a:t>$110 (introduce floor)</a:t>
                      </a:r>
                    </a:p>
                  </a:txBody>
                  <a:tcPr marL="6350" marR="6350" marT="6350" marB="0" anchor="ctr"/>
                </a:tc>
                <a:tc>
                  <a:txBody>
                    <a:bodyPr/>
                    <a:lstStyle/>
                    <a:p>
                      <a:pPr algn="ctr" fontAlgn="b">
                        <a:buNone/>
                      </a:pPr>
                      <a:r>
                        <a:rPr lang="en-GB" sz="1800" b="0" i="0" u="none" strike="noStrike" dirty="0">
                          <a:solidFill>
                            <a:srgbClr val="000000"/>
                          </a:solidFill>
                          <a:effectLst/>
                          <a:latin typeface="+mn-lt"/>
                        </a:rPr>
                        <a:t>$152</a:t>
                      </a:r>
                    </a:p>
                  </a:txBody>
                  <a:tcPr marL="6350" marR="6350" marT="6350" marB="0" anchor="ctr"/>
                </a:tc>
                <a:tc>
                  <a:txBody>
                    <a:bodyPr/>
                    <a:lstStyle/>
                    <a:p>
                      <a:pPr algn="ctr"/>
                      <a:r>
                        <a:rPr lang="en-GB" sz="1800" dirty="0">
                          <a:latin typeface="+mn-lt"/>
                        </a:rPr>
                        <a:t>1.4</a:t>
                      </a:r>
                    </a:p>
                  </a:txBody>
                  <a:tcPr anchor="ctr"/>
                </a:tc>
                <a:tc>
                  <a:txBody>
                    <a:bodyPr/>
                    <a:lstStyle/>
                    <a:p>
                      <a:pPr algn="ctr" fontAlgn="b">
                        <a:buNone/>
                      </a:pPr>
                      <a:r>
                        <a:rPr lang="en-GB" sz="1800" b="0" i="0" u="none" strike="noStrike" dirty="0">
                          <a:solidFill>
                            <a:srgbClr val="000000"/>
                          </a:solidFill>
                          <a:effectLst/>
                          <a:latin typeface="+mj-lt"/>
                        </a:rPr>
                        <a:t>16%</a:t>
                      </a:r>
                    </a:p>
                  </a:txBody>
                  <a:tcPr marL="6350" marR="6350" marT="6350" marB="0" anchor="ctr"/>
                </a:tc>
                <a:extLst>
                  <a:ext uri="{0D108BD9-81ED-4DB2-BD59-A6C34878D82A}">
                    <a16:rowId xmlns:a16="http://schemas.microsoft.com/office/drawing/2014/main" val="3859491629"/>
                  </a:ext>
                </a:extLst>
              </a:tr>
              <a:tr h="474997">
                <a:tc>
                  <a:txBody>
                    <a:bodyPr/>
                    <a:lstStyle/>
                    <a:p>
                      <a:pPr algn="ctr"/>
                      <a:r>
                        <a:rPr lang="en-GB" sz="1800" dirty="0">
                          <a:latin typeface="+mn-lt"/>
                        </a:rPr>
                        <a:t>B</a:t>
                      </a:r>
                    </a:p>
                  </a:txBody>
                  <a:tcPr anchor="ctr"/>
                </a:tc>
                <a:tc>
                  <a:txBody>
                    <a:bodyPr/>
                    <a:lstStyle/>
                    <a:p>
                      <a:pPr algn="ctr"/>
                      <a:r>
                        <a:rPr lang="en-GB" sz="1800" dirty="0">
                          <a:latin typeface="+mn-lt"/>
                        </a:rPr>
                        <a:t>700-1000</a:t>
                      </a:r>
                    </a:p>
                  </a:txBody>
                  <a:tcPr anchor="ctr"/>
                </a:tc>
                <a:tc>
                  <a:txBody>
                    <a:bodyPr/>
                    <a:lstStyle/>
                    <a:p>
                      <a:pPr algn="ctr" fontAlgn="b">
                        <a:buNone/>
                      </a:pPr>
                      <a:r>
                        <a:rPr lang="en-GB" sz="1800" b="0" i="0" u="none" strike="noStrike" dirty="0">
                          <a:solidFill>
                            <a:srgbClr val="000000"/>
                          </a:solidFill>
                          <a:effectLst/>
                          <a:latin typeface="+mn-lt"/>
                        </a:rPr>
                        <a:t>$136</a:t>
                      </a:r>
                    </a:p>
                  </a:txBody>
                  <a:tcPr marL="6350" marR="6350" marT="6350" marB="0" anchor="ctr"/>
                </a:tc>
                <a:tc>
                  <a:txBody>
                    <a:bodyPr/>
                    <a:lstStyle/>
                    <a:p>
                      <a:pPr algn="ctr" fontAlgn="b">
                        <a:buNone/>
                      </a:pPr>
                      <a:r>
                        <a:rPr lang="en-GB" sz="1800" b="0" i="0" u="none" strike="noStrike" dirty="0">
                          <a:solidFill>
                            <a:srgbClr val="000000"/>
                          </a:solidFill>
                          <a:effectLst/>
                          <a:latin typeface="+mn-lt"/>
                        </a:rPr>
                        <a:t>$173</a:t>
                      </a:r>
                    </a:p>
                  </a:txBody>
                  <a:tcPr marL="6350" marR="6350" marT="6350" marB="0" anchor="ctr"/>
                </a:tc>
                <a:tc>
                  <a:txBody>
                    <a:bodyP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000000"/>
                          </a:solidFill>
                          <a:effectLst/>
                          <a:uLnTx/>
                          <a:uFillTx/>
                          <a:latin typeface="Arial"/>
                          <a:ea typeface="+mn-ea"/>
                          <a:cs typeface="+mn-cs"/>
                        </a:rPr>
                        <a:t>1.4</a:t>
                      </a:r>
                      <a:endParaRPr lang="en-GB" sz="1800" dirty="0">
                        <a:latin typeface="+mn-lt"/>
                      </a:endParaRPr>
                    </a:p>
                  </a:txBody>
                  <a:tcPr anchor="ctr"/>
                </a:tc>
                <a:tc>
                  <a:txBody>
                    <a:bodyPr/>
                    <a:lstStyle/>
                    <a:p>
                      <a:pPr algn="ctr" fontAlgn="b">
                        <a:buNone/>
                      </a:pPr>
                      <a:r>
                        <a:rPr lang="en-GB" sz="1800" b="0" i="0" u="none" strike="noStrike" dirty="0">
                          <a:solidFill>
                            <a:srgbClr val="000000"/>
                          </a:solidFill>
                          <a:effectLst/>
                          <a:latin typeface="+mj-lt"/>
                        </a:rPr>
                        <a:t>16%</a:t>
                      </a:r>
                    </a:p>
                  </a:txBody>
                  <a:tcPr marL="6350" marR="6350" marT="6350" marB="0" anchor="ctr"/>
                </a:tc>
                <a:extLst>
                  <a:ext uri="{0D108BD9-81ED-4DB2-BD59-A6C34878D82A}">
                    <a16:rowId xmlns:a16="http://schemas.microsoft.com/office/drawing/2014/main" val="1435255885"/>
                  </a:ext>
                </a:extLst>
              </a:tr>
              <a:tr h="474997">
                <a:tc>
                  <a:txBody>
                    <a:bodyPr/>
                    <a:lstStyle/>
                    <a:p>
                      <a:pPr algn="ctr"/>
                      <a:r>
                        <a:rPr lang="en-GB" sz="1800" dirty="0">
                          <a:latin typeface="+mn-lt"/>
                        </a:rPr>
                        <a:t>C</a:t>
                      </a:r>
                    </a:p>
                  </a:txBody>
                  <a:tcPr anchor="ctr"/>
                </a:tc>
                <a:tc>
                  <a:txBody>
                    <a:bodyPr/>
                    <a:lstStyle/>
                    <a:p>
                      <a:pPr algn="ctr"/>
                      <a:r>
                        <a:rPr lang="en-GB" sz="1800" dirty="0">
                          <a:latin typeface="+mn-lt"/>
                        </a:rPr>
                        <a:t>1000-1300</a:t>
                      </a:r>
                    </a:p>
                  </a:txBody>
                  <a:tcPr anchor="ctr"/>
                </a:tc>
                <a:tc>
                  <a:txBody>
                    <a:bodyPr/>
                    <a:lstStyle/>
                    <a:p>
                      <a:pPr algn="ctr" fontAlgn="b">
                        <a:buNone/>
                      </a:pPr>
                      <a:r>
                        <a:rPr lang="en-GB" sz="1800" b="0" i="0" u="none" strike="noStrike" dirty="0">
                          <a:solidFill>
                            <a:srgbClr val="000000"/>
                          </a:solidFill>
                          <a:effectLst/>
                          <a:latin typeface="+mn-lt"/>
                        </a:rPr>
                        <a:t>$180</a:t>
                      </a:r>
                    </a:p>
                  </a:txBody>
                  <a:tcPr marL="6350" marR="6350" marT="6350" marB="0" anchor="ctr"/>
                </a:tc>
                <a:tc>
                  <a:txBody>
                    <a:bodyPr/>
                    <a:lstStyle/>
                    <a:p>
                      <a:pPr algn="ctr" fontAlgn="b">
                        <a:buNone/>
                      </a:pPr>
                      <a:r>
                        <a:rPr lang="en-GB" sz="1800" b="0" i="0" u="none" strike="noStrike" dirty="0">
                          <a:solidFill>
                            <a:srgbClr val="000000"/>
                          </a:solidFill>
                          <a:effectLst/>
                          <a:latin typeface="+mn-lt"/>
                        </a:rPr>
                        <a:t>$255</a:t>
                      </a:r>
                    </a:p>
                  </a:txBody>
                  <a:tcPr marL="6350" marR="6350" marT="6350" marB="0" anchor="ctr"/>
                </a:tc>
                <a:tc>
                  <a:txBody>
                    <a:bodyPr/>
                    <a:lstStyle/>
                    <a:p>
                      <a:pPr algn="ctr"/>
                      <a:r>
                        <a:rPr kumimoji="0" lang="en-GB" sz="1800" b="0" i="0" u="none" strike="noStrike" kern="1200" cap="none" spc="0" normalizeH="0" baseline="0" noProof="0" dirty="0">
                          <a:ln>
                            <a:noFill/>
                          </a:ln>
                          <a:solidFill>
                            <a:srgbClr val="000000"/>
                          </a:solidFill>
                          <a:effectLst/>
                          <a:uLnTx/>
                          <a:uFillTx/>
                          <a:latin typeface="Arial"/>
                          <a:ea typeface="+mn-ea"/>
                          <a:cs typeface="+mn-cs"/>
                        </a:rPr>
                        <a:t>1.4</a:t>
                      </a:r>
                      <a:endParaRPr lang="en-GB" sz="1800" dirty="0">
                        <a:latin typeface="+mn-lt"/>
                      </a:endParaRPr>
                    </a:p>
                  </a:txBody>
                  <a:tcPr anchor="ctr"/>
                </a:tc>
                <a:tc>
                  <a:txBody>
                    <a:bodyPr/>
                    <a:lstStyle/>
                    <a:p>
                      <a:pPr algn="ctr" fontAlgn="b">
                        <a:buNone/>
                      </a:pPr>
                      <a:r>
                        <a:rPr lang="en-GB" sz="1800" b="0" i="0" u="none" strike="noStrike" dirty="0">
                          <a:solidFill>
                            <a:srgbClr val="000000"/>
                          </a:solidFill>
                          <a:effectLst/>
                          <a:latin typeface="+mj-lt"/>
                        </a:rPr>
                        <a:t>16%</a:t>
                      </a:r>
                    </a:p>
                  </a:txBody>
                  <a:tcPr marL="6350" marR="6350" marT="6350" marB="0" anchor="ctr"/>
                </a:tc>
                <a:extLst>
                  <a:ext uri="{0D108BD9-81ED-4DB2-BD59-A6C34878D82A}">
                    <a16:rowId xmlns:a16="http://schemas.microsoft.com/office/drawing/2014/main" val="1081574648"/>
                  </a:ext>
                </a:extLst>
              </a:tr>
              <a:tr h="474997">
                <a:tc>
                  <a:txBody>
                    <a:bodyPr/>
                    <a:lstStyle/>
                    <a:p>
                      <a:pPr algn="ctr"/>
                      <a:r>
                        <a:rPr lang="en-GB" sz="1800" dirty="0">
                          <a:latin typeface="+mn-lt"/>
                        </a:rPr>
                        <a:t>D</a:t>
                      </a:r>
                    </a:p>
                  </a:txBody>
                  <a:tcPr anchor="ctr"/>
                </a:tc>
                <a:tc>
                  <a:txBody>
                    <a:bodyPr/>
                    <a:lstStyle/>
                    <a:p>
                      <a:pPr algn="ctr"/>
                      <a:r>
                        <a:rPr lang="en-GB" sz="1800" dirty="0">
                          <a:latin typeface="+mn-lt"/>
                        </a:rPr>
                        <a:t>1300-1600</a:t>
                      </a:r>
                    </a:p>
                  </a:txBody>
                  <a:tcPr anchor="ctr"/>
                </a:tc>
                <a:tc>
                  <a:txBody>
                    <a:bodyPr/>
                    <a:lstStyle/>
                    <a:p>
                      <a:pPr algn="ctr" fontAlgn="b">
                        <a:buNone/>
                      </a:pPr>
                      <a:r>
                        <a:rPr lang="en-GB" sz="1800" b="0" i="0" u="none" strike="noStrike" dirty="0">
                          <a:solidFill>
                            <a:srgbClr val="000000"/>
                          </a:solidFill>
                          <a:effectLst/>
                          <a:latin typeface="+mn-lt"/>
                        </a:rPr>
                        <a:t>$230</a:t>
                      </a:r>
                    </a:p>
                  </a:txBody>
                  <a:tcPr marL="6350" marR="6350" marT="6350" marB="0" anchor="ctr"/>
                </a:tc>
                <a:tc>
                  <a:txBody>
                    <a:bodyPr/>
                    <a:lstStyle/>
                    <a:p>
                      <a:pPr algn="ctr" fontAlgn="b">
                        <a:buNone/>
                      </a:pPr>
                      <a:r>
                        <a:rPr lang="en-GB" sz="1800" b="0" i="0" u="none" strike="noStrike" dirty="0">
                          <a:solidFill>
                            <a:srgbClr val="000000"/>
                          </a:solidFill>
                          <a:effectLst/>
                          <a:latin typeface="+mn-lt"/>
                        </a:rPr>
                        <a:t>$324</a:t>
                      </a:r>
                    </a:p>
                  </a:txBody>
                  <a:tcPr marL="6350" marR="6350" marT="6350" marB="0" anchor="ctr"/>
                </a:tc>
                <a:tc>
                  <a:txBody>
                    <a:bodyPr/>
                    <a:lstStyle/>
                    <a:p>
                      <a:pPr algn="ctr"/>
                      <a:r>
                        <a:rPr kumimoji="0" lang="en-GB" sz="1800" b="0" i="0" u="none" strike="noStrike" kern="1200" cap="none" spc="0" normalizeH="0" baseline="0" noProof="0" dirty="0">
                          <a:ln>
                            <a:noFill/>
                          </a:ln>
                          <a:solidFill>
                            <a:srgbClr val="000000"/>
                          </a:solidFill>
                          <a:effectLst/>
                          <a:uLnTx/>
                          <a:uFillTx/>
                          <a:latin typeface="Arial"/>
                          <a:ea typeface="+mn-ea"/>
                          <a:cs typeface="+mn-cs"/>
                        </a:rPr>
                        <a:t>1.4</a:t>
                      </a:r>
                      <a:endParaRPr lang="en-GB" sz="1800" dirty="0">
                        <a:latin typeface="+mn-lt"/>
                      </a:endParaRPr>
                    </a:p>
                  </a:txBody>
                  <a:tcPr anchor="ctr"/>
                </a:tc>
                <a:tc>
                  <a:txBody>
                    <a:bodyPr/>
                    <a:lstStyle/>
                    <a:p>
                      <a:pPr algn="ctr" fontAlgn="b">
                        <a:buNone/>
                      </a:pPr>
                      <a:r>
                        <a:rPr lang="en-GB" sz="1800" b="0" i="0" u="none" strike="noStrike" dirty="0">
                          <a:solidFill>
                            <a:srgbClr val="000000"/>
                          </a:solidFill>
                          <a:effectLst/>
                          <a:latin typeface="+mj-lt"/>
                        </a:rPr>
                        <a:t>16%</a:t>
                      </a:r>
                    </a:p>
                  </a:txBody>
                  <a:tcPr marL="6350" marR="6350" marT="6350" marB="0" anchor="ctr"/>
                </a:tc>
                <a:extLst>
                  <a:ext uri="{0D108BD9-81ED-4DB2-BD59-A6C34878D82A}">
                    <a16:rowId xmlns:a16="http://schemas.microsoft.com/office/drawing/2014/main" val="2969780349"/>
                  </a:ext>
                </a:extLst>
              </a:tr>
              <a:tr h="474997">
                <a:tc>
                  <a:txBody>
                    <a:bodyPr/>
                    <a:lstStyle/>
                    <a:p>
                      <a:pPr algn="ctr"/>
                      <a:r>
                        <a:rPr lang="en-GB" sz="1800" b="1" dirty="0">
                          <a:latin typeface="+mn-lt"/>
                        </a:rPr>
                        <a:t>E</a:t>
                      </a:r>
                    </a:p>
                  </a:txBody>
                  <a:tcPr anchor="ctr"/>
                </a:tc>
                <a:tc>
                  <a:txBody>
                    <a:bodyPr/>
                    <a:lstStyle/>
                    <a:p>
                      <a:pPr algn="ctr"/>
                      <a:r>
                        <a:rPr lang="en-GB" sz="1800" b="1" dirty="0">
                          <a:latin typeface="+mn-lt"/>
                        </a:rPr>
                        <a:t>1600-2000</a:t>
                      </a:r>
                    </a:p>
                  </a:txBody>
                  <a:tcPr anchor="ctr"/>
                </a:tc>
                <a:tc>
                  <a:txBody>
                    <a:bodyPr/>
                    <a:lstStyle/>
                    <a:p>
                      <a:pPr algn="ctr" fontAlgn="b">
                        <a:buNone/>
                      </a:pPr>
                      <a:r>
                        <a:rPr lang="en-GB" sz="1800" b="1" i="0" u="none" strike="noStrike" dirty="0">
                          <a:solidFill>
                            <a:srgbClr val="000000"/>
                          </a:solidFill>
                          <a:effectLst/>
                          <a:latin typeface="+mn-lt"/>
                        </a:rPr>
                        <a:t>$280</a:t>
                      </a:r>
                    </a:p>
                  </a:txBody>
                  <a:tcPr marL="6350" marR="6350" marT="6350" marB="0" anchor="ctr"/>
                </a:tc>
                <a:tc>
                  <a:txBody>
                    <a:bodyPr/>
                    <a:lstStyle/>
                    <a:p>
                      <a:pPr algn="ctr" fontAlgn="b">
                        <a:buNone/>
                      </a:pPr>
                      <a:r>
                        <a:rPr lang="en-GB" sz="1800" b="1" i="0" u="none" strike="noStrike" dirty="0">
                          <a:solidFill>
                            <a:srgbClr val="000000"/>
                          </a:solidFill>
                          <a:effectLst/>
                          <a:latin typeface="+mn-lt"/>
                        </a:rPr>
                        <a:t>$386</a:t>
                      </a:r>
                    </a:p>
                  </a:txBody>
                  <a:tcPr marL="6350" marR="6350" marT="6350" marB="0" anchor="ctr"/>
                </a:tc>
                <a:tc>
                  <a:txBody>
                    <a:bodyPr/>
                    <a:lstStyle/>
                    <a:p>
                      <a:pPr algn="ctr"/>
                      <a:r>
                        <a:rPr kumimoji="0" lang="en-GB" sz="1800" b="1" i="0" u="none" strike="noStrike" kern="1200" cap="none" spc="0" normalizeH="0" baseline="0" noProof="0" dirty="0">
                          <a:ln>
                            <a:noFill/>
                          </a:ln>
                          <a:solidFill>
                            <a:srgbClr val="000000"/>
                          </a:solidFill>
                          <a:effectLst/>
                          <a:uLnTx/>
                          <a:uFillTx/>
                          <a:latin typeface="Arial"/>
                          <a:ea typeface="+mn-ea"/>
                          <a:cs typeface="+mn-cs"/>
                        </a:rPr>
                        <a:t>1.4</a:t>
                      </a:r>
                      <a:endParaRPr lang="en-GB" sz="1800" b="1" dirty="0">
                        <a:latin typeface="+mn-lt"/>
                      </a:endParaRPr>
                    </a:p>
                  </a:txBody>
                  <a:tcPr anchor="ctr"/>
                </a:tc>
                <a:tc>
                  <a:txBody>
                    <a:bodyPr/>
                    <a:lstStyle/>
                    <a:p>
                      <a:pPr algn="ctr" fontAlgn="b">
                        <a:buNone/>
                      </a:pPr>
                      <a:r>
                        <a:rPr lang="en-GB" sz="1800" b="1" i="0" u="none" strike="noStrike" dirty="0">
                          <a:solidFill>
                            <a:srgbClr val="000000"/>
                          </a:solidFill>
                          <a:effectLst/>
                          <a:latin typeface="+mj-lt"/>
                        </a:rPr>
                        <a:t>16%</a:t>
                      </a:r>
                    </a:p>
                  </a:txBody>
                  <a:tcPr marL="6350" marR="6350" marT="6350" marB="0" anchor="ctr"/>
                </a:tc>
                <a:extLst>
                  <a:ext uri="{0D108BD9-81ED-4DB2-BD59-A6C34878D82A}">
                    <a16:rowId xmlns:a16="http://schemas.microsoft.com/office/drawing/2014/main" val="1849033405"/>
                  </a:ext>
                </a:extLst>
              </a:tr>
              <a:tr h="474997">
                <a:tc>
                  <a:txBody>
                    <a:bodyPr/>
                    <a:lstStyle/>
                    <a:p>
                      <a:pPr algn="ctr"/>
                      <a:r>
                        <a:rPr lang="en-GB" sz="1800" dirty="0">
                          <a:latin typeface="+mn-lt"/>
                        </a:rPr>
                        <a:t>F</a:t>
                      </a:r>
                    </a:p>
                  </a:txBody>
                  <a:tcPr anchor="ctr"/>
                </a:tc>
                <a:tc>
                  <a:txBody>
                    <a:bodyPr/>
                    <a:lstStyle/>
                    <a:p>
                      <a:pPr algn="ctr"/>
                      <a:r>
                        <a:rPr lang="en-GB" sz="1800" dirty="0">
                          <a:latin typeface="+mn-lt"/>
                        </a:rPr>
                        <a:t>2000-2500</a:t>
                      </a:r>
                    </a:p>
                  </a:txBody>
                  <a:tcPr anchor="ctr"/>
                </a:tc>
                <a:tc>
                  <a:txBody>
                    <a:bodyPr/>
                    <a:lstStyle/>
                    <a:p>
                      <a:pPr algn="ctr" fontAlgn="b">
                        <a:buNone/>
                      </a:pPr>
                      <a:r>
                        <a:rPr lang="en-GB" sz="1800" b="0" i="0" u="none" strike="noStrike" dirty="0">
                          <a:solidFill>
                            <a:srgbClr val="000000"/>
                          </a:solidFill>
                          <a:effectLst/>
                          <a:latin typeface="+mn-lt"/>
                        </a:rPr>
                        <a:t>$360</a:t>
                      </a:r>
                    </a:p>
                  </a:txBody>
                  <a:tcPr marL="6350" marR="6350" marT="6350" marB="0" anchor="ctr"/>
                </a:tc>
                <a:tc>
                  <a:txBody>
                    <a:bodyPr/>
                    <a:lstStyle/>
                    <a:p>
                      <a:pPr algn="ctr" fontAlgn="b">
                        <a:buNone/>
                      </a:pPr>
                      <a:r>
                        <a:rPr lang="en-GB" sz="1800" b="0" i="0" u="none" strike="noStrike" dirty="0">
                          <a:solidFill>
                            <a:srgbClr val="000000"/>
                          </a:solidFill>
                          <a:effectLst/>
                          <a:latin typeface="+mn-lt"/>
                        </a:rPr>
                        <a:t>$469</a:t>
                      </a:r>
                    </a:p>
                  </a:txBody>
                  <a:tcPr marL="6350" marR="6350" marT="6350" marB="0" anchor="ctr"/>
                </a:tc>
                <a:tc>
                  <a:txBody>
                    <a:bodyPr/>
                    <a:lstStyle/>
                    <a:p>
                      <a:pPr algn="ctr"/>
                      <a:r>
                        <a:rPr kumimoji="0" lang="en-GB" sz="1800" b="0" i="0" u="none" strike="noStrike" kern="1200" cap="none" spc="0" normalizeH="0" baseline="0" noProof="0" dirty="0">
                          <a:ln>
                            <a:noFill/>
                          </a:ln>
                          <a:solidFill>
                            <a:srgbClr val="000000"/>
                          </a:solidFill>
                          <a:effectLst/>
                          <a:uLnTx/>
                          <a:uFillTx/>
                          <a:latin typeface="Arial"/>
                          <a:ea typeface="+mn-ea"/>
                          <a:cs typeface="+mn-cs"/>
                        </a:rPr>
                        <a:t>1.4</a:t>
                      </a:r>
                      <a:endParaRPr lang="en-GB" sz="1800" dirty="0">
                        <a:latin typeface="+mn-lt"/>
                      </a:endParaRPr>
                    </a:p>
                  </a:txBody>
                  <a:tcPr anchor="ctr"/>
                </a:tc>
                <a:tc>
                  <a:txBody>
                    <a:bodyPr/>
                    <a:lstStyle/>
                    <a:p>
                      <a:pPr algn="ctr" fontAlgn="b">
                        <a:buNone/>
                      </a:pPr>
                      <a:r>
                        <a:rPr lang="en-GB" sz="1800" b="0" i="0" u="none" strike="noStrike" dirty="0">
                          <a:solidFill>
                            <a:srgbClr val="000000"/>
                          </a:solidFill>
                          <a:effectLst/>
                          <a:latin typeface="+mj-lt"/>
                        </a:rPr>
                        <a:t>16%</a:t>
                      </a:r>
                    </a:p>
                  </a:txBody>
                  <a:tcPr marL="6350" marR="6350" marT="6350" marB="0" anchor="ctr"/>
                </a:tc>
                <a:extLst>
                  <a:ext uri="{0D108BD9-81ED-4DB2-BD59-A6C34878D82A}">
                    <a16:rowId xmlns:a16="http://schemas.microsoft.com/office/drawing/2014/main" val="1497213655"/>
                  </a:ext>
                </a:extLst>
              </a:tr>
              <a:tr h="474997">
                <a:tc>
                  <a:txBody>
                    <a:bodyPr/>
                    <a:lstStyle/>
                    <a:p>
                      <a:pPr algn="ctr"/>
                      <a:r>
                        <a:rPr lang="en-GB" sz="1800" dirty="0">
                          <a:latin typeface="+mn-lt"/>
                        </a:rPr>
                        <a:t>G</a:t>
                      </a:r>
                    </a:p>
                  </a:txBody>
                  <a:tcPr anchor="ctr"/>
                </a:tc>
                <a:tc>
                  <a:txBody>
                    <a:bodyPr/>
                    <a:lstStyle/>
                    <a:p>
                      <a:pPr algn="ctr"/>
                      <a:r>
                        <a:rPr lang="en-GB" sz="1800" dirty="0">
                          <a:latin typeface="+mn-lt"/>
                        </a:rPr>
                        <a:t>2500-3000</a:t>
                      </a:r>
                    </a:p>
                  </a:txBody>
                  <a:tcPr anchor="ctr"/>
                </a:tc>
                <a:tc>
                  <a:txBody>
                    <a:bodyPr/>
                    <a:lstStyle/>
                    <a:p>
                      <a:pPr algn="ctr" fontAlgn="b">
                        <a:buNone/>
                      </a:pPr>
                      <a:r>
                        <a:rPr lang="en-GB" sz="1800" b="0" i="0" u="none" strike="noStrike" dirty="0">
                          <a:solidFill>
                            <a:srgbClr val="000000"/>
                          </a:solidFill>
                          <a:effectLst/>
                          <a:latin typeface="+mn-lt"/>
                        </a:rPr>
                        <a:t>$440</a:t>
                      </a:r>
                    </a:p>
                  </a:txBody>
                  <a:tcPr marL="6350" marR="6350" marT="6350" marB="0" anchor="ctr"/>
                </a:tc>
                <a:tc>
                  <a:txBody>
                    <a:bodyPr/>
                    <a:lstStyle/>
                    <a:p>
                      <a:pPr algn="ctr" fontAlgn="b">
                        <a:buNone/>
                      </a:pPr>
                      <a:r>
                        <a:rPr lang="en-GB" sz="1800" b="0" i="0" u="none" strike="noStrike">
                          <a:solidFill>
                            <a:srgbClr val="000000"/>
                          </a:solidFill>
                          <a:effectLst/>
                          <a:latin typeface="+mn-lt"/>
                        </a:rPr>
                        <a:t>$552</a:t>
                      </a:r>
                    </a:p>
                  </a:txBody>
                  <a:tcPr marL="6350" marR="6350" marT="6350" marB="0" anchor="ctr"/>
                </a:tc>
                <a:tc>
                  <a:txBody>
                    <a:bodyPr/>
                    <a:lstStyle/>
                    <a:p>
                      <a:pPr algn="ctr"/>
                      <a:r>
                        <a:rPr kumimoji="0" lang="en-GB" sz="1800" b="0" i="0" u="none" strike="noStrike" kern="1200" cap="none" spc="0" normalizeH="0" baseline="0" noProof="0">
                          <a:ln>
                            <a:noFill/>
                          </a:ln>
                          <a:solidFill>
                            <a:srgbClr val="000000"/>
                          </a:solidFill>
                          <a:effectLst/>
                          <a:uLnTx/>
                          <a:uFillTx/>
                          <a:latin typeface="Arial"/>
                          <a:ea typeface="+mn-ea"/>
                          <a:cs typeface="+mn-cs"/>
                        </a:rPr>
                        <a:t>1.4</a:t>
                      </a:r>
                      <a:endParaRPr lang="en-GB" sz="1800" dirty="0">
                        <a:latin typeface="+mn-lt"/>
                      </a:endParaRPr>
                    </a:p>
                  </a:txBody>
                  <a:tcPr anchor="ctr"/>
                </a:tc>
                <a:tc>
                  <a:txBody>
                    <a:bodyPr/>
                    <a:lstStyle/>
                    <a:p>
                      <a:pPr algn="ctr" fontAlgn="b">
                        <a:buNone/>
                      </a:pPr>
                      <a:r>
                        <a:rPr lang="en-GB" sz="1800" b="0" i="0" u="none" strike="noStrike" dirty="0">
                          <a:solidFill>
                            <a:srgbClr val="000000"/>
                          </a:solidFill>
                          <a:effectLst/>
                          <a:latin typeface="+mj-lt"/>
                        </a:rPr>
                        <a:t>16%</a:t>
                      </a:r>
                    </a:p>
                  </a:txBody>
                  <a:tcPr marL="6350" marR="6350" marT="6350" marB="0" anchor="ctr"/>
                </a:tc>
                <a:extLst>
                  <a:ext uri="{0D108BD9-81ED-4DB2-BD59-A6C34878D82A}">
                    <a16:rowId xmlns:a16="http://schemas.microsoft.com/office/drawing/2014/main" val="1711689625"/>
                  </a:ext>
                </a:extLst>
              </a:tr>
              <a:tr h="474997">
                <a:tc>
                  <a:txBody>
                    <a:bodyPr/>
                    <a:lstStyle/>
                    <a:p>
                      <a:pPr algn="ctr"/>
                      <a:r>
                        <a:rPr lang="en-GB" sz="1800" dirty="0">
                          <a:latin typeface="+mn-lt"/>
                        </a:rPr>
                        <a:t>H</a:t>
                      </a:r>
                    </a:p>
                  </a:txBody>
                  <a:tcPr anchor="ctr"/>
                </a:tc>
                <a:tc>
                  <a:txBody>
                    <a:bodyPr/>
                    <a:lstStyle/>
                    <a:p>
                      <a:pPr algn="ctr"/>
                      <a:r>
                        <a:rPr lang="en-GB" sz="1800" dirty="0">
                          <a:latin typeface="+mn-lt"/>
                        </a:rPr>
                        <a:t>3000+</a:t>
                      </a:r>
                    </a:p>
                  </a:txBody>
                  <a:tcPr anchor="ctr"/>
                </a:tc>
                <a:tc>
                  <a:txBody>
                    <a:bodyPr/>
                    <a:lstStyle/>
                    <a:p>
                      <a:pPr algn="ctr" fontAlgn="b">
                        <a:buNone/>
                      </a:pPr>
                      <a:r>
                        <a:rPr lang="en-GB" sz="1800" b="0" i="0" u="none" strike="noStrike" dirty="0">
                          <a:solidFill>
                            <a:srgbClr val="000000"/>
                          </a:solidFill>
                          <a:effectLst/>
                          <a:latin typeface="+mn-lt"/>
                        </a:rPr>
                        <a:t>$480</a:t>
                      </a:r>
                    </a:p>
                  </a:txBody>
                  <a:tcPr marL="6350" marR="6350" marT="6350" marB="0" anchor="ctr"/>
                </a:tc>
                <a:tc>
                  <a:txBody>
                    <a:bodyPr/>
                    <a:lstStyle/>
                    <a:p>
                      <a:pPr algn="ctr" fontAlgn="b">
                        <a:buNone/>
                      </a:pPr>
                      <a:r>
                        <a:rPr lang="en-GB" sz="1800" b="0" i="0" u="none" strike="noStrike">
                          <a:solidFill>
                            <a:srgbClr val="000000"/>
                          </a:solidFill>
                          <a:effectLst/>
                          <a:latin typeface="+mn-lt"/>
                        </a:rPr>
                        <a:t>$621</a:t>
                      </a:r>
                    </a:p>
                  </a:txBody>
                  <a:tcPr marL="6350" marR="6350" marT="6350" marB="0" anchor="ctr"/>
                </a:tc>
                <a:tc>
                  <a:txBody>
                    <a:bodyPr/>
                    <a:lstStyle/>
                    <a:p>
                      <a:pPr algn="ctr"/>
                      <a:r>
                        <a:rPr kumimoji="0" lang="en-GB" sz="1800" b="0" i="0" u="none" strike="noStrike" kern="1200" cap="none" spc="0" normalizeH="0" baseline="0" noProof="0" dirty="0">
                          <a:ln>
                            <a:noFill/>
                          </a:ln>
                          <a:solidFill>
                            <a:srgbClr val="000000"/>
                          </a:solidFill>
                          <a:effectLst/>
                          <a:uLnTx/>
                          <a:uFillTx/>
                          <a:latin typeface="Arial"/>
                          <a:ea typeface="+mn-ea"/>
                          <a:cs typeface="+mn-cs"/>
                        </a:rPr>
                        <a:t>1.4</a:t>
                      </a:r>
                      <a:endParaRPr lang="en-GB" sz="1800" dirty="0">
                        <a:latin typeface="+mn-lt"/>
                      </a:endParaRPr>
                    </a:p>
                  </a:txBody>
                  <a:tcPr anchor="ctr"/>
                </a:tc>
                <a:tc>
                  <a:txBody>
                    <a:bodyPr/>
                    <a:lstStyle/>
                    <a:p>
                      <a:pPr algn="ctr" fontAlgn="b">
                        <a:buNone/>
                      </a:pPr>
                      <a:r>
                        <a:rPr lang="en-GB" sz="1800" b="0" i="0" u="none" strike="noStrike" dirty="0">
                          <a:solidFill>
                            <a:srgbClr val="000000"/>
                          </a:solidFill>
                          <a:effectLst/>
                          <a:latin typeface="+mj-lt"/>
                        </a:rPr>
                        <a:t>16%</a:t>
                      </a:r>
                    </a:p>
                  </a:txBody>
                  <a:tcPr marL="6350" marR="6350" marT="6350" marB="0" anchor="ctr"/>
                </a:tc>
                <a:extLst>
                  <a:ext uri="{0D108BD9-81ED-4DB2-BD59-A6C34878D82A}">
                    <a16:rowId xmlns:a16="http://schemas.microsoft.com/office/drawing/2014/main" val="1729721711"/>
                  </a:ext>
                </a:extLst>
              </a:tr>
            </a:tbl>
          </a:graphicData>
        </a:graphic>
      </p:graphicFrame>
      <p:sp>
        <p:nvSpPr>
          <p:cNvPr id="13" name="TextBox 12">
            <a:extLst>
              <a:ext uri="{FF2B5EF4-FFF2-40B4-BE49-F238E27FC236}">
                <a16:creationId xmlns:a16="http://schemas.microsoft.com/office/drawing/2014/main" id="{6A504C8D-06D2-C124-AC69-3C924A32105A}"/>
              </a:ext>
            </a:extLst>
          </p:cNvPr>
          <p:cNvSpPr txBox="1"/>
          <p:nvPr/>
        </p:nvSpPr>
        <p:spPr>
          <a:xfrm>
            <a:off x="760610" y="6019570"/>
            <a:ext cx="9590398" cy="338554"/>
          </a:xfrm>
          <a:prstGeom prst="rect">
            <a:avLst/>
          </a:prstGeom>
          <a:noFill/>
        </p:spPr>
        <p:txBody>
          <a:bodyPr wrap="square">
            <a:spAutoFit/>
          </a:bodyPr>
          <a:lstStyle/>
          <a:p>
            <a:pPr marL="285750" indent="-285750">
              <a:buFont typeface="Arial" panose="020B0604020202020204" pitchFamily="34" charset="0"/>
              <a:buChar char="•"/>
            </a:pPr>
            <a:r>
              <a:rPr lang="en-GB" sz="1600" b="1" i="1" dirty="0"/>
              <a:t>These 3-year prices are the anchor values per band (range of 14% to 18% of HW Price)</a:t>
            </a:r>
          </a:p>
        </p:txBody>
      </p:sp>
    </p:spTree>
    <p:extLst>
      <p:ext uri="{BB962C8B-B14F-4D97-AF65-F5344CB8AC3E}">
        <p14:creationId xmlns:p14="http://schemas.microsoft.com/office/powerpoint/2010/main" val="2809695790"/>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6C8EC7-B8BF-0A90-FF31-F43C75CF806C}"/>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35F57BD3-E4C9-A7EF-5DC0-079896731028}"/>
              </a:ext>
            </a:extLst>
          </p:cNvPr>
          <p:cNvGraphicFramePr>
            <a:graphicFrameLocks noChangeAspect="1"/>
          </p:cNvGraphicFramePr>
          <p:nvPr>
            <p:custDataLst>
              <p:tags r:id="rId1"/>
            </p:custDataLst>
            <p:extLst>
              <p:ext uri="{D42A27DB-BD31-4B8C-83A1-F6EECF244321}">
                <p14:modId xmlns:p14="http://schemas.microsoft.com/office/powerpoint/2010/main" val="2825786156"/>
              </p:ext>
            </p:extLst>
          </p:nvPr>
        </p:nvGraphicFramePr>
        <p:xfrm>
          <a:off x="3176" y="1588"/>
          <a:ext cx="1588" cy="1588"/>
        </p:xfrm>
        <a:graphic>
          <a:graphicData uri="http://schemas.openxmlformats.org/presentationml/2006/ole">
            <mc:AlternateContent xmlns:mc="http://schemas.openxmlformats.org/markup-compatibility/2006">
              <mc:Choice xmlns:v="urn:schemas-microsoft-com:vml" Requires="v">
                <p:oleObj name="think-cell Slide" r:id="rId4" imgW="350" imgH="350" progId="TCLayout.ActiveDocument.1">
                  <p:embed/>
                </p:oleObj>
              </mc:Choice>
              <mc:Fallback>
                <p:oleObj name="think-cell Slide" r:id="rId4" imgW="350" imgH="350" progId="TCLayout.ActiveDocument.1">
                  <p:embed/>
                  <p:pic>
                    <p:nvPicPr>
                      <p:cNvPr id="5" name="think-cell data - do not delete" hidden="1">
                        <a:extLst>
                          <a:ext uri="{FF2B5EF4-FFF2-40B4-BE49-F238E27FC236}">
                            <a16:creationId xmlns:a16="http://schemas.microsoft.com/office/drawing/2014/main" id="{35F57BD3-E4C9-A7EF-5DC0-079896731028}"/>
                          </a:ext>
                        </a:extLst>
                      </p:cNvPr>
                      <p:cNvPicPr/>
                      <p:nvPr/>
                    </p:nvPicPr>
                    <p:blipFill>
                      <a:blip r:embed="rId5"/>
                      <a:stretch>
                        <a:fillRect/>
                      </a:stretch>
                    </p:blipFill>
                    <p:spPr>
                      <a:xfrm>
                        <a:off x="3176"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ED75BA46-2D6C-729C-B3C3-E597DAFE6F89}"/>
              </a:ext>
            </a:extLst>
          </p:cNvPr>
          <p:cNvSpPr>
            <a:spLocks noGrp="1"/>
          </p:cNvSpPr>
          <p:nvPr>
            <p:ph type="title"/>
          </p:nvPr>
        </p:nvSpPr>
        <p:spPr/>
        <p:txBody>
          <a:bodyPr vert="horz"/>
          <a:lstStyle/>
          <a:p>
            <a:r>
              <a:rPr lang="en-GB" dirty="0"/>
              <a:t>Hardware Value Banding - CONS</a:t>
            </a:r>
            <a:endParaRPr lang="en-GB" b="0" dirty="0"/>
          </a:p>
        </p:txBody>
      </p:sp>
      <p:sp>
        <p:nvSpPr>
          <p:cNvPr id="7" name="TextBox 6">
            <a:extLst>
              <a:ext uri="{FF2B5EF4-FFF2-40B4-BE49-F238E27FC236}">
                <a16:creationId xmlns:a16="http://schemas.microsoft.com/office/drawing/2014/main" id="{55F90AB4-DB54-37E3-435F-F39B909A4711}"/>
              </a:ext>
            </a:extLst>
          </p:cNvPr>
          <p:cNvSpPr txBox="1"/>
          <p:nvPr/>
        </p:nvSpPr>
        <p:spPr>
          <a:xfrm>
            <a:off x="760610" y="919408"/>
            <a:ext cx="10120749" cy="923330"/>
          </a:xfrm>
          <a:prstGeom prst="rect">
            <a:avLst/>
          </a:prstGeom>
          <a:noFill/>
        </p:spPr>
        <p:txBody>
          <a:bodyPr wrap="square">
            <a:spAutoFit/>
          </a:bodyPr>
          <a:lstStyle/>
          <a:p>
            <a:r>
              <a:rPr lang="en-GB"/>
              <a:t>Band segmentation (fixed by hardware AUR)</a:t>
            </a:r>
          </a:p>
          <a:p>
            <a:endParaRPr lang="en-GB"/>
          </a:p>
          <a:p>
            <a:endParaRPr lang="en-GB"/>
          </a:p>
        </p:txBody>
      </p:sp>
      <p:graphicFrame>
        <p:nvGraphicFramePr>
          <p:cNvPr id="11" name="Table 10">
            <a:extLst>
              <a:ext uri="{FF2B5EF4-FFF2-40B4-BE49-F238E27FC236}">
                <a16:creationId xmlns:a16="http://schemas.microsoft.com/office/drawing/2014/main" id="{47D577E5-853D-666A-F413-9D6772A7B074}"/>
              </a:ext>
            </a:extLst>
          </p:cNvPr>
          <p:cNvGraphicFramePr>
            <a:graphicFrameLocks noGrp="1"/>
          </p:cNvGraphicFramePr>
          <p:nvPr>
            <p:extLst>
              <p:ext uri="{D42A27DB-BD31-4B8C-83A1-F6EECF244321}">
                <p14:modId xmlns:p14="http://schemas.microsoft.com/office/powerpoint/2010/main" val="2164840702"/>
              </p:ext>
            </p:extLst>
          </p:nvPr>
        </p:nvGraphicFramePr>
        <p:xfrm>
          <a:off x="760610" y="1461685"/>
          <a:ext cx="10670780" cy="4943960"/>
        </p:xfrm>
        <a:graphic>
          <a:graphicData uri="http://schemas.openxmlformats.org/drawingml/2006/table">
            <a:tbl>
              <a:tblPr firstRow="1" bandRow="1">
                <a:tableStyleId>{00A15C55-8517-42AA-B614-E9B94910E393}</a:tableStyleId>
              </a:tblPr>
              <a:tblGrid>
                <a:gridCol w="832858">
                  <a:extLst>
                    <a:ext uri="{9D8B030D-6E8A-4147-A177-3AD203B41FA5}">
                      <a16:colId xmlns:a16="http://schemas.microsoft.com/office/drawing/2014/main" val="283522626"/>
                    </a:ext>
                  </a:extLst>
                </a:gridCol>
                <a:gridCol w="1909856">
                  <a:extLst>
                    <a:ext uri="{9D8B030D-6E8A-4147-A177-3AD203B41FA5}">
                      <a16:colId xmlns:a16="http://schemas.microsoft.com/office/drawing/2014/main" val="1431187806"/>
                    </a:ext>
                  </a:extLst>
                </a:gridCol>
                <a:gridCol w="2462458">
                  <a:extLst>
                    <a:ext uri="{9D8B030D-6E8A-4147-A177-3AD203B41FA5}">
                      <a16:colId xmlns:a16="http://schemas.microsoft.com/office/drawing/2014/main" val="1771853982"/>
                    </a:ext>
                  </a:extLst>
                </a:gridCol>
                <a:gridCol w="1645582">
                  <a:extLst>
                    <a:ext uri="{9D8B030D-6E8A-4147-A177-3AD203B41FA5}">
                      <a16:colId xmlns:a16="http://schemas.microsoft.com/office/drawing/2014/main" val="3387553091"/>
                    </a:ext>
                  </a:extLst>
                </a:gridCol>
                <a:gridCol w="1677078">
                  <a:extLst>
                    <a:ext uri="{9D8B030D-6E8A-4147-A177-3AD203B41FA5}">
                      <a16:colId xmlns:a16="http://schemas.microsoft.com/office/drawing/2014/main" val="472289102"/>
                    </a:ext>
                  </a:extLst>
                </a:gridCol>
                <a:gridCol w="2142948">
                  <a:extLst>
                    <a:ext uri="{9D8B030D-6E8A-4147-A177-3AD203B41FA5}">
                      <a16:colId xmlns:a16="http://schemas.microsoft.com/office/drawing/2014/main" val="1368918700"/>
                    </a:ext>
                  </a:extLst>
                </a:gridCol>
              </a:tblGrid>
              <a:tr h="510109">
                <a:tc>
                  <a:txBody>
                    <a:bodyPr/>
                    <a:lstStyle/>
                    <a:p>
                      <a:pPr algn="ctr"/>
                      <a:r>
                        <a:rPr lang="en-GB" sz="1800" dirty="0">
                          <a:latin typeface="+mn-lt"/>
                        </a:rPr>
                        <a:t>Band</a:t>
                      </a:r>
                    </a:p>
                  </a:txBody>
                  <a:tcPr anchor="ctr"/>
                </a:tc>
                <a:tc>
                  <a:txBody>
                    <a:bodyPr/>
                    <a:lstStyle/>
                    <a:p>
                      <a:pPr algn="ctr"/>
                      <a:r>
                        <a:rPr lang="en-GB" sz="1800">
                          <a:latin typeface="+mn-lt"/>
                        </a:rPr>
                        <a:t>HW AUR Range</a:t>
                      </a:r>
                    </a:p>
                  </a:txBody>
                  <a:tcPr anchor="ctr"/>
                </a:tc>
                <a:tc>
                  <a:txBody>
                    <a:bodyPr/>
                    <a:lstStyle/>
                    <a:p>
                      <a:pPr algn="ctr"/>
                      <a:r>
                        <a:rPr lang="en-GB" sz="1800" dirty="0">
                          <a:latin typeface="+mn-lt"/>
                        </a:rPr>
                        <a:t>Baseline 3Y PC/ LUS Price</a:t>
                      </a:r>
                    </a:p>
                  </a:txBody>
                  <a:tcPr anchor="ctr"/>
                </a:tc>
                <a:tc>
                  <a:txBody>
                    <a:bodyPr/>
                    <a:lstStyle/>
                    <a:p>
                      <a:pPr algn="ctr"/>
                      <a:r>
                        <a:rPr lang="en-GB" sz="1800" dirty="0">
                          <a:latin typeface="+mn-lt"/>
                        </a:rPr>
                        <a:t>3Y PCP Price</a:t>
                      </a:r>
                    </a:p>
                  </a:txBody>
                  <a:tcPr anchor="ctr"/>
                </a:tc>
                <a:tc>
                  <a:txBody>
                    <a:bodyPr/>
                    <a:lstStyle/>
                    <a:p>
                      <a:pPr algn="ctr"/>
                      <a:r>
                        <a:rPr lang="en-GB" sz="1800" dirty="0">
                          <a:latin typeface="+mn-lt"/>
                        </a:rPr>
                        <a:t>PCP/ PC ratio</a:t>
                      </a:r>
                    </a:p>
                  </a:txBody>
                  <a:tcPr anchor="ctr"/>
                </a:tc>
                <a:tc>
                  <a:txBody>
                    <a:bodyPr/>
                    <a:lstStyle/>
                    <a:p>
                      <a:pPr algn="ctr"/>
                      <a:r>
                        <a:rPr lang="en-GB" sz="1800" dirty="0">
                          <a:latin typeface="+mn-lt"/>
                        </a:rPr>
                        <a:t>PC % of mid AUR </a:t>
                      </a:r>
                    </a:p>
                  </a:txBody>
                  <a:tcPr anchor="ctr"/>
                </a:tc>
                <a:extLst>
                  <a:ext uri="{0D108BD9-81ED-4DB2-BD59-A6C34878D82A}">
                    <a16:rowId xmlns:a16="http://schemas.microsoft.com/office/drawing/2014/main" val="3827194455"/>
                  </a:ext>
                </a:extLst>
              </a:tr>
              <a:tr h="430388">
                <a:tc>
                  <a:txBody>
                    <a:bodyPr/>
                    <a:lstStyle/>
                    <a:p>
                      <a:pPr algn="ctr"/>
                      <a:r>
                        <a:rPr lang="en-GB" sz="1800">
                          <a:latin typeface="+mn-lt"/>
                        </a:rPr>
                        <a:t>A</a:t>
                      </a:r>
                    </a:p>
                  </a:txBody>
                  <a:tcPr anchor="ctr"/>
                </a:tc>
                <a:tc>
                  <a:txBody>
                    <a:bodyPr/>
                    <a:lstStyle/>
                    <a:p>
                      <a:pPr algn="ctr"/>
                      <a:r>
                        <a:rPr lang="en-GB" sz="1800" dirty="0">
                          <a:latin typeface="+mn-lt"/>
                        </a:rPr>
                        <a:t>0-400</a:t>
                      </a:r>
                    </a:p>
                  </a:txBody>
                  <a:tcPr anchor="ctr"/>
                </a:tc>
                <a:tc>
                  <a:txBody>
                    <a:bodyPr/>
                    <a:lstStyle/>
                    <a:p>
                      <a:pPr algn="ctr" fontAlgn="b">
                        <a:buNone/>
                      </a:pPr>
                      <a:r>
                        <a:rPr lang="en-GB" sz="1800" b="0" i="0" u="none" strike="noStrike" dirty="0">
                          <a:solidFill>
                            <a:srgbClr val="000000"/>
                          </a:solidFill>
                          <a:effectLst/>
                          <a:latin typeface="+mn-lt"/>
                        </a:rPr>
                        <a:t>$45</a:t>
                      </a:r>
                    </a:p>
                  </a:txBody>
                  <a:tcPr marL="6350" marR="6350" marT="6350" marB="0" anchor="ctr"/>
                </a:tc>
                <a:tc>
                  <a:txBody>
                    <a:bodyPr/>
                    <a:lstStyle/>
                    <a:p>
                      <a:pPr algn="ctr" fontAlgn="b">
                        <a:buNone/>
                      </a:pPr>
                      <a:r>
                        <a:rPr lang="en-GB" sz="1800" b="0" i="0" u="none" strike="noStrike" dirty="0">
                          <a:solidFill>
                            <a:srgbClr val="000000"/>
                          </a:solidFill>
                          <a:effectLst/>
                          <a:latin typeface="+mn-lt"/>
                        </a:rPr>
                        <a:t>$77</a:t>
                      </a:r>
                    </a:p>
                  </a:txBody>
                  <a:tcPr marL="6350" marR="6350" marT="6350" marB="0" anchor="ctr"/>
                </a:tc>
                <a:tc>
                  <a:txBody>
                    <a:bodyPr/>
                    <a:lstStyle/>
                    <a:p>
                      <a:pPr algn="ctr"/>
                      <a:r>
                        <a:rPr lang="en-GB" sz="1800" dirty="0">
                          <a:latin typeface="+mn-lt"/>
                        </a:rPr>
                        <a:t>1.7</a:t>
                      </a:r>
                    </a:p>
                  </a:txBody>
                  <a:tcPr anchor="ctr"/>
                </a:tc>
                <a:tc>
                  <a:txBody>
                    <a:bodyPr/>
                    <a:lstStyle/>
                    <a:p>
                      <a:pPr algn="ctr" fontAlgn="b">
                        <a:buNone/>
                      </a:pPr>
                      <a:r>
                        <a:rPr lang="en-GB" sz="1800" b="0" i="0" u="none" strike="noStrike" dirty="0">
                          <a:solidFill>
                            <a:srgbClr val="000000"/>
                          </a:solidFill>
                          <a:effectLst/>
                          <a:latin typeface="+mj-lt"/>
                        </a:rPr>
                        <a:t>15%</a:t>
                      </a:r>
                    </a:p>
                  </a:txBody>
                  <a:tcPr marL="6350" marR="6350" marT="6350" marB="0" anchor="ctr"/>
                </a:tc>
                <a:extLst>
                  <a:ext uri="{0D108BD9-81ED-4DB2-BD59-A6C34878D82A}">
                    <a16:rowId xmlns:a16="http://schemas.microsoft.com/office/drawing/2014/main" val="3859491629"/>
                  </a:ext>
                </a:extLst>
              </a:tr>
              <a:tr h="430388">
                <a:tc>
                  <a:txBody>
                    <a:bodyPr/>
                    <a:lstStyle/>
                    <a:p>
                      <a:pPr algn="ctr"/>
                      <a:r>
                        <a:rPr lang="en-GB" sz="1800">
                          <a:latin typeface="+mn-lt"/>
                        </a:rPr>
                        <a:t>B</a:t>
                      </a:r>
                    </a:p>
                  </a:txBody>
                  <a:tcPr anchor="ctr"/>
                </a:tc>
                <a:tc>
                  <a:txBody>
                    <a:bodyPr/>
                    <a:lstStyle/>
                    <a:p>
                      <a:pPr algn="ctr"/>
                      <a:r>
                        <a:rPr lang="en-GB" sz="1800" dirty="0">
                          <a:latin typeface="+mn-lt"/>
                        </a:rPr>
                        <a:t>400-600</a:t>
                      </a:r>
                    </a:p>
                  </a:txBody>
                  <a:tcPr anchor="ctr"/>
                </a:tc>
                <a:tc>
                  <a:txBody>
                    <a:bodyPr/>
                    <a:lstStyle/>
                    <a:p>
                      <a:pPr algn="ctr" fontAlgn="b">
                        <a:buNone/>
                      </a:pPr>
                      <a:r>
                        <a:rPr lang="en-GB" sz="1800" b="0" i="0" u="none" strike="noStrike" dirty="0">
                          <a:solidFill>
                            <a:srgbClr val="000000"/>
                          </a:solidFill>
                          <a:effectLst/>
                          <a:latin typeface="+mn-lt"/>
                        </a:rPr>
                        <a:t>$75</a:t>
                      </a:r>
                    </a:p>
                  </a:txBody>
                  <a:tcPr marL="6350" marR="6350" marT="6350" marB="0" anchor="ctr"/>
                </a:tc>
                <a:tc>
                  <a:txBody>
                    <a:bodyPr/>
                    <a:lstStyle/>
                    <a:p>
                      <a:pPr algn="ctr" fontAlgn="b">
                        <a:buNone/>
                      </a:pPr>
                      <a:r>
                        <a:rPr lang="en-GB" sz="1800" b="0" i="0" u="none" strike="noStrike" dirty="0">
                          <a:solidFill>
                            <a:srgbClr val="000000"/>
                          </a:solidFill>
                          <a:effectLst/>
                          <a:latin typeface="+mn-lt"/>
                        </a:rPr>
                        <a:t>$128</a:t>
                      </a:r>
                    </a:p>
                  </a:txBody>
                  <a:tcPr marL="6350" marR="6350" marT="6350" marB="0" anchor="ctr"/>
                </a:tc>
                <a:tc>
                  <a:txBody>
                    <a:bodyP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000000"/>
                          </a:solidFill>
                          <a:effectLst/>
                          <a:uLnTx/>
                          <a:uFillTx/>
                          <a:latin typeface="Arial"/>
                          <a:ea typeface="+mn-ea"/>
                          <a:cs typeface="+mn-cs"/>
                        </a:rPr>
                        <a:t>1.7</a:t>
                      </a:r>
                      <a:endParaRPr kumimoji="0" lang="en-GB" sz="1800" b="0" i="0" u="none" strike="noStrike" kern="1200" cap="none" spc="0" normalizeH="0" baseline="0" noProof="0" dirty="0">
                        <a:ln>
                          <a:noFill/>
                        </a:ln>
                        <a:solidFill>
                          <a:srgbClr val="000000"/>
                        </a:solidFill>
                        <a:effectLst/>
                        <a:uLnTx/>
                        <a:uFillTx/>
                        <a:latin typeface="Arial"/>
                        <a:ea typeface="+mn-ea"/>
                        <a:cs typeface="+mn-cs"/>
                      </a:endParaRPr>
                    </a:p>
                  </a:txBody>
                  <a:tcPr anchor="ctr"/>
                </a:tc>
                <a:tc>
                  <a:txBody>
                    <a:bodyPr/>
                    <a:lstStyle/>
                    <a:p>
                      <a:pPr algn="ctr" fontAlgn="b">
                        <a:buNone/>
                      </a:pPr>
                      <a:r>
                        <a:rPr kumimoji="0" lang="en-GB" sz="1800" b="0" i="0" u="none" strike="noStrike" kern="1200" cap="none" spc="0" normalizeH="0" baseline="0" noProof="0">
                          <a:ln>
                            <a:noFill/>
                          </a:ln>
                          <a:solidFill>
                            <a:srgbClr val="000000"/>
                          </a:solidFill>
                          <a:effectLst/>
                          <a:uLnTx/>
                          <a:uFillTx/>
                          <a:latin typeface="Arial"/>
                          <a:ea typeface="+mn-ea"/>
                          <a:cs typeface="+mn-cs"/>
                        </a:rPr>
                        <a:t>15%</a:t>
                      </a:r>
                      <a:endParaRPr lang="en-GB" sz="1800" b="0" i="0" u="none" strike="noStrike" dirty="0">
                        <a:solidFill>
                          <a:srgbClr val="000000"/>
                        </a:solidFill>
                        <a:effectLst/>
                        <a:latin typeface="+mj-lt"/>
                      </a:endParaRPr>
                    </a:p>
                  </a:txBody>
                  <a:tcPr marL="6350" marR="6350" marT="6350" marB="0" anchor="ctr"/>
                </a:tc>
                <a:extLst>
                  <a:ext uri="{0D108BD9-81ED-4DB2-BD59-A6C34878D82A}">
                    <a16:rowId xmlns:a16="http://schemas.microsoft.com/office/drawing/2014/main" val="1435255885"/>
                  </a:ext>
                </a:extLst>
              </a:tr>
              <a:tr h="430388">
                <a:tc>
                  <a:txBody>
                    <a:bodyPr/>
                    <a:lstStyle/>
                    <a:p>
                      <a:pPr algn="ctr"/>
                      <a:r>
                        <a:rPr lang="en-GB" sz="1800">
                          <a:latin typeface="+mn-lt"/>
                        </a:rPr>
                        <a:t>C</a:t>
                      </a:r>
                    </a:p>
                  </a:txBody>
                  <a:tcPr anchor="ctr"/>
                </a:tc>
                <a:tc>
                  <a:txBody>
                    <a:bodyPr/>
                    <a:lstStyle/>
                    <a:p>
                      <a:pPr algn="ctr"/>
                      <a:r>
                        <a:rPr lang="en-GB" sz="1800" dirty="0">
                          <a:latin typeface="+mn-lt"/>
                        </a:rPr>
                        <a:t>600-800</a:t>
                      </a:r>
                    </a:p>
                  </a:txBody>
                  <a:tcPr anchor="ctr"/>
                </a:tc>
                <a:tc>
                  <a:txBody>
                    <a:bodyPr/>
                    <a:lstStyle/>
                    <a:p>
                      <a:pPr algn="ctr" fontAlgn="b">
                        <a:buNone/>
                      </a:pPr>
                      <a:r>
                        <a:rPr lang="en-GB" sz="1800" b="0" i="0" u="none" strike="noStrike" dirty="0">
                          <a:solidFill>
                            <a:srgbClr val="000000"/>
                          </a:solidFill>
                          <a:effectLst/>
                          <a:latin typeface="+mn-lt"/>
                        </a:rPr>
                        <a:t>$105</a:t>
                      </a:r>
                    </a:p>
                  </a:txBody>
                  <a:tcPr marL="6350" marR="6350" marT="6350" marB="0" anchor="ctr"/>
                </a:tc>
                <a:tc>
                  <a:txBody>
                    <a:bodyPr/>
                    <a:lstStyle/>
                    <a:p>
                      <a:pPr algn="ctr" fontAlgn="b">
                        <a:buNone/>
                      </a:pPr>
                      <a:r>
                        <a:rPr lang="en-GB" sz="1800" b="0" i="0" u="none" strike="noStrike" dirty="0">
                          <a:solidFill>
                            <a:srgbClr val="000000"/>
                          </a:solidFill>
                          <a:effectLst/>
                          <a:latin typeface="+mn-lt"/>
                        </a:rPr>
                        <a:t>$179</a:t>
                      </a:r>
                    </a:p>
                  </a:txBody>
                  <a:tcPr marL="6350" marR="6350" marT="6350" marB="0" anchor="ctr"/>
                </a:tc>
                <a:tc>
                  <a:txBody>
                    <a:bodyP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000000"/>
                          </a:solidFill>
                          <a:effectLst/>
                          <a:uLnTx/>
                          <a:uFillTx/>
                          <a:latin typeface="Arial"/>
                          <a:ea typeface="+mn-ea"/>
                          <a:cs typeface="+mn-cs"/>
                        </a:rPr>
                        <a:t>1.7</a:t>
                      </a:r>
                      <a:endParaRPr kumimoji="0" lang="en-GB" sz="1800" b="0" i="0" u="none" strike="noStrike" kern="1200" cap="none" spc="0" normalizeH="0" baseline="0" noProof="0" dirty="0">
                        <a:ln>
                          <a:noFill/>
                        </a:ln>
                        <a:solidFill>
                          <a:srgbClr val="000000"/>
                        </a:solidFill>
                        <a:effectLst/>
                        <a:uLnTx/>
                        <a:uFillTx/>
                        <a:latin typeface="Arial"/>
                        <a:ea typeface="+mn-ea"/>
                        <a:cs typeface="+mn-cs"/>
                      </a:endParaRPr>
                    </a:p>
                  </a:txBody>
                  <a:tcPr anchor="ctr"/>
                </a:tc>
                <a:tc>
                  <a:txBody>
                    <a:bodyPr/>
                    <a:lstStyle/>
                    <a:p>
                      <a:pPr algn="ctr" fontAlgn="b">
                        <a:buNone/>
                      </a:pPr>
                      <a:r>
                        <a:rPr kumimoji="0" lang="en-GB" sz="1800" b="0" i="0" u="none" strike="noStrike" kern="1200" cap="none" spc="0" normalizeH="0" baseline="0" noProof="0">
                          <a:ln>
                            <a:noFill/>
                          </a:ln>
                          <a:solidFill>
                            <a:srgbClr val="000000"/>
                          </a:solidFill>
                          <a:effectLst/>
                          <a:uLnTx/>
                          <a:uFillTx/>
                          <a:latin typeface="Arial"/>
                          <a:ea typeface="+mn-ea"/>
                          <a:cs typeface="+mn-cs"/>
                        </a:rPr>
                        <a:t>15%</a:t>
                      </a:r>
                      <a:endParaRPr lang="en-GB" sz="1800" b="0" i="0" u="none" strike="noStrike">
                        <a:solidFill>
                          <a:srgbClr val="000000"/>
                        </a:solidFill>
                        <a:effectLst/>
                        <a:latin typeface="+mj-lt"/>
                      </a:endParaRPr>
                    </a:p>
                  </a:txBody>
                  <a:tcPr marL="6350" marR="6350" marT="6350" marB="0" anchor="ctr"/>
                </a:tc>
                <a:extLst>
                  <a:ext uri="{0D108BD9-81ED-4DB2-BD59-A6C34878D82A}">
                    <a16:rowId xmlns:a16="http://schemas.microsoft.com/office/drawing/2014/main" val="1081574648"/>
                  </a:ext>
                </a:extLst>
              </a:tr>
              <a:tr h="430388">
                <a:tc>
                  <a:txBody>
                    <a:bodyPr/>
                    <a:lstStyle/>
                    <a:p>
                      <a:pPr algn="ctr"/>
                      <a:r>
                        <a:rPr lang="en-GB" sz="1800">
                          <a:latin typeface="+mn-lt"/>
                        </a:rPr>
                        <a:t>D</a:t>
                      </a:r>
                    </a:p>
                  </a:txBody>
                  <a:tcPr anchor="ctr"/>
                </a:tc>
                <a:tc>
                  <a:txBody>
                    <a:bodyPr/>
                    <a:lstStyle/>
                    <a:p>
                      <a:pPr algn="ctr"/>
                      <a:r>
                        <a:rPr lang="en-GB" sz="1800" dirty="0">
                          <a:latin typeface="+mn-lt"/>
                        </a:rPr>
                        <a:t>800-1000</a:t>
                      </a:r>
                    </a:p>
                  </a:txBody>
                  <a:tcPr anchor="ctr"/>
                </a:tc>
                <a:tc>
                  <a:txBody>
                    <a:bodyPr/>
                    <a:lstStyle/>
                    <a:p>
                      <a:pPr algn="ctr" fontAlgn="b">
                        <a:buNone/>
                      </a:pPr>
                      <a:r>
                        <a:rPr lang="en-GB" sz="1800" b="0" i="0" u="none" strike="noStrike" dirty="0">
                          <a:solidFill>
                            <a:srgbClr val="000000"/>
                          </a:solidFill>
                          <a:effectLst/>
                          <a:latin typeface="+mn-lt"/>
                        </a:rPr>
                        <a:t>$135</a:t>
                      </a:r>
                    </a:p>
                  </a:txBody>
                  <a:tcPr marL="6350" marR="6350" marT="6350" marB="0" anchor="ctr"/>
                </a:tc>
                <a:tc>
                  <a:txBody>
                    <a:bodyPr/>
                    <a:lstStyle/>
                    <a:p>
                      <a:pPr algn="ctr" fontAlgn="b">
                        <a:buNone/>
                      </a:pPr>
                      <a:r>
                        <a:rPr lang="en-GB" sz="1800" b="0" i="0" u="none" strike="noStrike" dirty="0">
                          <a:solidFill>
                            <a:srgbClr val="000000"/>
                          </a:solidFill>
                          <a:effectLst/>
                          <a:latin typeface="+mn-lt"/>
                        </a:rPr>
                        <a:t>$230</a:t>
                      </a:r>
                    </a:p>
                  </a:txBody>
                  <a:tcPr marL="6350" marR="6350" marT="6350" marB="0" anchor="ctr"/>
                </a:tc>
                <a:tc>
                  <a:txBody>
                    <a:bodyP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000000"/>
                          </a:solidFill>
                          <a:effectLst/>
                          <a:uLnTx/>
                          <a:uFillTx/>
                          <a:latin typeface="Arial"/>
                          <a:ea typeface="+mn-ea"/>
                          <a:cs typeface="+mn-cs"/>
                        </a:rPr>
                        <a:t>1.7</a:t>
                      </a:r>
                      <a:endParaRPr kumimoji="0" lang="en-GB" sz="1800" b="0" i="0" u="none" strike="noStrike" kern="1200" cap="none" spc="0" normalizeH="0" baseline="0" noProof="0" dirty="0">
                        <a:ln>
                          <a:noFill/>
                        </a:ln>
                        <a:solidFill>
                          <a:srgbClr val="000000"/>
                        </a:solidFill>
                        <a:effectLst/>
                        <a:uLnTx/>
                        <a:uFillTx/>
                        <a:latin typeface="Arial"/>
                        <a:ea typeface="+mn-ea"/>
                        <a:cs typeface="+mn-cs"/>
                      </a:endParaRPr>
                    </a:p>
                  </a:txBody>
                  <a:tcPr anchor="ctr"/>
                </a:tc>
                <a:tc>
                  <a:txBody>
                    <a:bodyPr/>
                    <a:lstStyle/>
                    <a:p>
                      <a:pPr algn="ctr" fontAlgn="b">
                        <a:buNone/>
                      </a:pPr>
                      <a:r>
                        <a:rPr kumimoji="0" lang="en-GB" sz="1800" b="0" i="0" u="none" strike="noStrike" kern="1200" cap="none" spc="0" normalizeH="0" baseline="0" noProof="0">
                          <a:ln>
                            <a:noFill/>
                          </a:ln>
                          <a:solidFill>
                            <a:srgbClr val="000000"/>
                          </a:solidFill>
                          <a:effectLst/>
                          <a:uLnTx/>
                          <a:uFillTx/>
                          <a:latin typeface="Arial"/>
                          <a:ea typeface="+mn-ea"/>
                          <a:cs typeface="+mn-cs"/>
                        </a:rPr>
                        <a:t>15%</a:t>
                      </a:r>
                      <a:endParaRPr lang="en-GB" sz="1800" b="0" i="0" u="none" strike="noStrike">
                        <a:solidFill>
                          <a:srgbClr val="000000"/>
                        </a:solidFill>
                        <a:effectLst/>
                        <a:latin typeface="+mj-lt"/>
                      </a:endParaRPr>
                    </a:p>
                  </a:txBody>
                  <a:tcPr marL="6350" marR="6350" marT="6350" marB="0" anchor="ctr"/>
                </a:tc>
                <a:extLst>
                  <a:ext uri="{0D108BD9-81ED-4DB2-BD59-A6C34878D82A}">
                    <a16:rowId xmlns:a16="http://schemas.microsoft.com/office/drawing/2014/main" val="2969780349"/>
                  </a:ext>
                </a:extLst>
              </a:tr>
              <a:tr h="430388">
                <a:tc>
                  <a:txBody>
                    <a:bodyPr/>
                    <a:lstStyle/>
                    <a:p>
                      <a:pPr algn="ctr"/>
                      <a:r>
                        <a:rPr lang="en-GB" sz="1800" b="1">
                          <a:latin typeface="+mn-lt"/>
                        </a:rPr>
                        <a:t>E</a:t>
                      </a:r>
                    </a:p>
                  </a:txBody>
                  <a:tcPr anchor="ctr"/>
                </a:tc>
                <a:tc>
                  <a:txBody>
                    <a:bodyPr/>
                    <a:lstStyle/>
                    <a:p>
                      <a:pPr algn="ctr"/>
                      <a:r>
                        <a:rPr lang="en-GB" sz="1800" b="1" dirty="0">
                          <a:latin typeface="+mn-lt"/>
                        </a:rPr>
                        <a:t>1000-1200</a:t>
                      </a:r>
                    </a:p>
                  </a:txBody>
                  <a:tcPr anchor="ctr"/>
                </a:tc>
                <a:tc>
                  <a:txBody>
                    <a:bodyPr/>
                    <a:lstStyle/>
                    <a:p>
                      <a:pPr algn="ctr" fontAlgn="b">
                        <a:buNone/>
                      </a:pPr>
                      <a:r>
                        <a:rPr lang="en-GB" sz="1800" b="0" i="0" u="none" strike="noStrike" dirty="0">
                          <a:solidFill>
                            <a:srgbClr val="000000"/>
                          </a:solidFill>
                          <a:effectLst/>
                          <a:latin typeface="+mn-lt"/>
                        </a:rPr>
                        <a:t>$165</a:t>
                      </a:r>
                    </a:p>
                  </a:txBody>
                  <a:tcPr marL="6350" marR="6350" marT="6350" marB="0" anchor="ctr"/>
                </a:tc>
                <a:tc>
                  <a:txBody>
                    <a:bodyPr/>
                    <a:lstStyle/>
                    <a:p>
                      <a:pPr algn="ctr" fontAlgn="b">
                        <a:buNone/>
                      </a:pPr>
                      <a:r>
                        <a:rPr lang="en-GB" sz="1800" b="0" i="0" u="none" strike="noStrike" dirty="0">
                          <a:solidFill>
                            <a:srgbClr val="000000"/>
                          </a:solidFill>
                          <a:effectLst/>
                          <a:latin typeface="+mn-lt"/>
                        </a:rPr>
                        <a:t>$281</a:t>
                      </a:r>
                    </a:p>
                  </a:txBody>
                  <a:tcPr marL="6350" marR="6350" marT="6350" marB="0" anchor="ctr"/>
                </a:tc>
                <a:tc>
                  <a:txBody>
                    <a:bodyP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000000"/>
                          </a:solidFill>
                          <a:effectLst/>
                          <a:uLnTx/>
                          <a:uFillTx/>
                          <a:latin typeface="Arial"/>
                          <a:ea typeface="+mn-ea"/>
                          <a:cs typeface="+mn-cs"/>
                        </a:rPr>
                        <a:t>1.7</a:t>
                      </a:r>
                      <a:endParaRPr kumimoji="0" lang="en-GB" sz="1800" b="0" i="0" u="none" strike="noStrike" kern="1200" cap="none" spc="0" normalizeH="0" baseline="0" noProof="0" dirty="0">
                        <a:ln>
                          <a:noFill/>
                        </a:ln>
                        <a:solidFill>
                          <a:srgbClr val="000000"/>
                        </a:solidFill>
                        <a:effectLst/>
                        <a:uLnTx/>
                        <a:uFillTx/>
                        <a:latin typeface="Arial"/>
                        <a:ea typeface="+mn-ea"/>
                        <a:cs typeface="+mn-cs"/>
                      </a:endParaRPr>
                    </a:p>
                  </a:txBody>
                  <a:tcPr anchor="ctr"/>
                </a:tc>
                <a:tc>
                  <a:txBody>
                    <a:bodyPr/>
                    <a:lstStyle/>
                    <a:p>
                      <a:pPr algn="ctr" fontAlgn="b">
                        <a:buNone/>
                      </a:pPr>
                      <a:r>
                        <a:rPr kumimoji="0" lang="en-GB" sz="1800" b="0" i="0" u="none" strike="noStrike" kern="1200" cap="none" spc="0" normalizeH="0" baseline="0" noProof="0">
                          <a:ln>
                            <a:noFill/>
                          </a:ln>
                          <a:solidFill>
                            <a:srgbClr val="000000"/>
                          </a:solidFill>
                          <a:effectLst/>
                          <a:uLnTx/>
                          <a:uFillTx/>
                          <a:latin typeface="Arial"/>
                          <a:ea typeface="+mn-ea"/>
                          <a:cs typeface="+mn-cs"/>
                        </a:rPr>
                        <a:t>15%</a:t>
                      </a:r>
                      <a:endParaRPr lang="en-GB" sz="1800" b="0" i="0" u="none" strike="noStrike" dirty="0">
                        <a:solidFill>
                          <a:srgbClr val="000000"/>
                        </a:solidFill>
                        <a:effectLst/>
                        <a:latin typeface="+mj-lt"/>
                      </a:endParaRPr>
                    </a:p>
                  </a:txBody>
                  <a:tcPr marL="6350" marR="6350" marT="6350" marB="0" anchor="ctr"/>
                </a:tc>
                <a:extLst>
                  <a:ext uri="{0D108BD9-81ED-4DB2-BD59-A6C34878D82A}">
                    <a16:rowId xmlns:a16="http://schemas.microsoft.com/office/drawing/2014/main" val="1849033405"/>
                  </a:ext>
                </a:extLst>
              </a:tr>
              <a:tr h="430388">
                <a:tc>
                  <a:txBody>
                    <a:bodyPr/>
                    <a:lstStyle/>
                    <a:p>
                      <a:pPr algn="ctr"/>
                      <a:r>
                        <a:rPr lang="en-GB" sz="1800">
                          <a:latin typeface="+mn-lt"/>
                        </a:rPr>
                        <a:t>F</a:t>
                      </a:r>
                    </a:p>
                  </a:txBody>
                  <a:tcPr anchor="ctr"/>
                </a:tc>
                <a:tc>
                  <a:txBody>
                    <a:bodyPr/>
                    <a:lstStyle/>
                    <a:p>
                      <a:pPr algn="ctr"/>
                      <a:r>
                        <a:rPr lang="en-GB" sz="1800" dirty="0">
                          <a:latin typeface="+mn-lt"/>
                        </a:rPr>
                        <a:t>1200-1400</a:t>
                      </a:r>
                    </a:p>
                  </a:txBody>
                  <a:tcPr anchor="ctr"/>
                </a:tc>
                <a:tc>
                  <a:txBody>
                    <a:bodyPr/>
                    <a:lstStyle/>
                    <a:p>
                      <a:pPr algn="ctr" fontAlgn="b">
                        <a:buNone/>
                      </a:pPr>
                      <a:r>
                        <a:rPr lang="en-GB" sz="1800" b="0" i="0" u="none" strike="noStrike" dirty="0">
                          <a:solidFill>
                            <a:srgbClr val="000000"/>
                          </a:solidFill>
                          <a:effectLst/>
                          <a:latin typeface="+mn-lt"/>
                        </a:rPr>
                        <a:t>$195</a:t>
                      </a:r>
                    </a:p>
                  </a:txBody>
                  <a:tcPr marL="6350" marR="6350" marT="6350" marB="0" anchor="ctr"/>
                </a:tc>
                <a:tc>
                  <a:txBody>
                    <a:bodyPr/>
                    <a:lstStyle/>
                    <a:p>
                      <a:pPr algn="ctr" fontAlgn="b">
                        <a:buNone/>
                      </a:pPr>
                      <a:r>
                        <a:rPr lang="en-GB" sz="1800" b="0" i="0" u="none" strike="noStrike" dirty="0">
                          <a:solidFill>
                            <a:srgbClr val="000000"/>
                          </a:solidFill>
                          <a:effectLst/>
                          <a:latin typeface="+mn-lt"/>
                        </a:rPr>
                        <a:t>$332</a:t>
                      </a:r>
                    </a:p>
                  </a:txBody>
                  <a:tcPr marL="6350" marR="6350" marT="6350" marB="0" anchor="ctr"/>
                </a:tc>
                <a:tc>
                  <a:txBody>
                    <a:bodyP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000000"/>
                          </a:solidFill>
                          <a:effectLst/>
                          <a:uLnTx/>
                          <a:uFillTx/>
                          <a:latin typeface="Arial"/>
                          <a:ea typeface="+mn-ea"/>
                          <a:cs typeface="+mn-cs"/>
                        </a:rPr>
                        <a:t>1.7</a:t>
                      </a:r>
                      <a:endParaRPr kumimoji="0" lang="en-GB" sz="1800" b="0" i="0" u="none" strike="noStrike" kern="1200" cap="none" spc="0" normalizeH="0" baseline="0" noProof="0" dirty="0">
                        <a:ln>
                          <a:noFill/>
                        </a:ln>
                        <a:solidFill>
                          <a:srgbClr val="000000"/>
                        </a:solidFill>
                        <a:effectLst/>
                        <a:uLnTx/>
                        <a:uFillTx/>
                        <a:latin typeface="Arial"/>
                        <a:ea typeface="+mn-ea"/>
                        <a:cs typeface="+mn-cs"/>
                      </a:endParaRPr>
                    </a:p>
                  </a:txBody>
                  <a:tcPr anchor="ctr"/>
                </a:tc>
                <a:tc>
                  <a:txBody>
                    <a:bodyPr/>
                    <a:lstStyle/>
                    <a:p>
                      <a:pPr algn="ctr" fontAlgn="b">
                        <a:buNone/>
                      </a:pPr>
                      <a:r>
                        <a:rPr kumimoji="0" lang="en-GB" sz="1800" b="0" i="0" u="none" strike="noStrike" kern="1200" cap="none" spc="0" normalizeH="0" baseline="0" noProof="0">
                          <a:ln>
                            <a:noFill/>
                          </a:ln>
                          <a:solidFill>
                            <a:srgbClr val="000000"/>
                          </a:solidFill>
                          <a:effectLst/>
                          <a:uLnTx/>
                          <a:uFillTx/>
                          <a:latin typeface="Arial"/>
                          <a:ea typeface="+mn-ea"/>
                          <a:cs typeface="+mn-cs"/>
                        </a:rPr>
                        <a:t>15%</a:t>
                      </a:r>
                      <a:endParaRPr lang="en-GB" sz="1800" b="0" i="0" u="none" strike="noStrike">
                        <a:solidFill>
                          <a:srgbClr val="000000"/>
                        </a:solidFill>
                        <a:effectLst/>
                        <a:latin typeface="+mj-lt"/>
                      </a:endParaRPr>
                    </a:p>
                  </a:txBody>
                  <a:tcPr marL="6350" marR="6350" marT="6350" marB="0" anchor="ctr"/>
                </a:tc>
                <a:extLst>
                  <a:ext uri="{0D108BD9-81ED-4DB2-BD59-A6C34878D82A}">
                    <a16:rowId xmlns:a16="http://schemas.microsoft.com/office/drawing/2014/main" val="1497213655"/>
                  </a:ext>
                </a:extLst>
              </a:tr>
              <a:tr h="430388">
                <a:tc>
                  <a:txBody>
                    <a:bodyPr/>
                    <a:lstStyle/>
                    <a:p>
                      <a:pPr algn="ctr"/>
                      <a:r>
                        <a:rPr lang="en-GB" sz="1800">
                          <a:latin typeface="+mn-lt"/>
                        </a:rPr>
                        <a:t>G</a:t>
                      </a:r>
                    </a:p>
                  </a:txBody>
                  <a:tcPr anchor="ctr"/>
                </a:tc>
                <a:tc>
                  <a:txBody>
                    <a:bodyPr/>
                    <a:lstStyle/>
                    <a:p>
                      <a:pPr algn="ctr"/>
                      <a:r>
                        <a:rPr lang="en-GB" sz="1800" dirty="0">
                          <a:latin typeface="+mn-lt"/>
                        </a:rPr>
                        <a:t>1400-1700</a:t>
                      </a:r>
                    </a:p>
                  </a:txBody>
                  <a:tcPr anchor="ctr"/>
                </a:tc>
                <a:tc>
                  <a:txBody>
                    <a:bodyPr/>
                    <a:lstStyle/>
                    <a:p>
                      <a:pPr algn="ctr" fontAlgn="b">
                        <a:buNone/>
                      </a:pPr>
                      <a:r>
                        <a:rPr lang="en-GB" sz="1800" b="0" i="0" u="none" strike="noStrike" dirty="0">
                          <a:solidFill>
                            <a:srgbClr val="000000"/>
                          </a:solidFill>
                          <a:effectLst/>
                          <a:latin typeface="+mn-lt"/>
                        </a:rPr>
                        <a:t>$233</a:t>
                      </a:r>
                    </a:p>
                  </a:txBody>
                  <a:tcPr marL="6350" marR="6350" marT="6350" marB="0" anchor="ctr"/>
                </a:tc>
                <a:tc>
                  <a:txBody>
                    <a:bodyPr/>
                    <a:lstStyle/>
                    <a:p>
                      <a:pPr algn="ctr" fontAlgn="b">
                        <a:buNone/>
                      </a:pPr>
                      <a:r>
                        <a:rPr lang="en-GB" sz="1800" b="0" i="0" u="none" strike="noStrike" dirty="0">
                          <a:solidFill>
                            <a:srgbClr val="000000"/>
                          </a:solidFill>
                          <a:effectLst/>
                          <a:latin typeface="+mn-lt"/>
                        </a:rPr>
                        <a:t>$395</a:t>
                      </a:r>
                    </a:p>
                  </a:txBody>
                  <a:tcPr marL="6350" marR="6350" marT="6350" marB="0" anchor="ctr"/>
                </a:tc>
                <a:tc>
                  <a:txBody>
                    <a:bodyP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000000"/>
                          </a:solidFill>
                          <a:effectLst/>
                          <a:uLnTx/>
                          <a:uFillTx/>
                          <a:latin typeface="Arial"/>
                          <a:ea typeface="+mn-ea"/>
                          <a:cs typeface="+mn-cs"/>
                        </a:rPr>
                        <a:t>1.7</a:t>
                      </a:r>
                      <a:endParaRPr kumimoji="0" lang="en-GB" sz="1800" b="0" i="0" u="none" strike="noStrike" kern="1200" cap="none" spc="0" normalizeH="0" baseline="0" noProof="0" dirty="0">
                        <a:ln>
                          <a:noFill/>
                        </a:ln>
                        <a:solidFill>
                          <a:srgbClr val="000000"/>
                        </a:solidFill>
                        <a:effectLst/>
                        <a:uLnTx/>
                        <a:uFillTx/>
                        <a:latin typeface="Arial"/>
                        <a:ea typeface="+mn-ea"/>
                        <a:cs typeface="+mn-cs"/>
                      </a:endParaRPr>
                    </a:p>
                  </a:txBody>
                  <a:tcPr anchor="ctr"/>
                </a:tc>
                <a:tc>
                  <a:txBody>
                    <a:bodyPr/>
                    <a:lstStyle/>
                    <a:p>
                      <a:pPr algn="ctr" fontAlgn="b">
                        <a:buNone/>
                      </a:pPr>
                      <a:r>
                        <a:rPr kumimoji="0" lang="en-GB" sz="1800" b="0" i="0" u="none" strike="noStrike" kern="1200" cap="none" spc="0" normalizeH="0" baseline="0" noProof="0">
                          <a:ln>
                            <a:noFill/>
                          </a:ln>
                          <a:solidFill>
                            <a:srgbClr val="000000"/>
                          </a:solidFill>
                          <a:effectLst/>
                          <a:uLnTx/>
                          <a:uFillTx/>
                          <a:latin typeface="Arial"/>
                          <a:ea typeface="+mn-ea"/>
                          <a:cs typeface="+mn-cs"/>
                        </a:rPr>
                        <a:t>15%</a:t>
                      </a:r>
                      <a:endParaRPr lang="en-GB" sz="1800" b="0" i="0" u="none" strike="noStrike" dirty="0">
                        <a:solidFill>
                          <a:srgbClr val="000000"/>
                        </a:solidFill>
                        <a:effectLst/>
                        <a:latin typeface="+mj-lt"/>
                      </a:endParaRPr>
                    </a:p>
                  </a:txBody>
                  <a:tcPr marL="6350" marR="6350" marT="6350" marB="0" anchor="ctr"/>
                </a:tc>
                <a:extLst>
                  <a:ext uri="{0D108BD9-81ED-4DB2-BD59-A6C34878D82A}">
                    <a16:rowId xmlns:a16="http://schemas.microsoft.com/office/drawing/2014/main" val="1711689625"/>
                  </a:ext>
                </a:extLst>
              </a:tr>
              <a:tr h="430388">
                <a:tc>
                  <a:txBody>
                    <a:bodyPr/>
                    <a:lstStyle/>
                    <a:p>
                      <a:pPr algn="ctr"/>
                      <a:r>
                        <a:rPr lang="en-GB" sz="1800" dirty="0">
                          <a:latin typeface="+mn-lt"/>
                        </a:rPr>
                        <a:t>H</a:t>
                      </a:r>
                    </a:p>
                  </a:txBody>
                  <a:tcPr anchor="ctr"/>
                </a:tc>
                <a:tc>
                  <a:txBody>
                    <a:bodyPr/>
                    <a:lstStyle/>
                    <a:p>
                      <a:pPr algn="ctr"/>
                      <a:r>
                        <a:rPr lang="en-GB" sz="1800" dirty="0">
                          <a:latin typeface="+mn-lt"/>
                        </a:rPr>
                        <a:t>1700-2000</a:t>
                      </a:r>
                    </a:p>
                  </a:txBody>
                  <a:tcPr anchor="ctr"/>
                </a:tc>
                <a:tc>
                  <a:txBody>
                    <a:bodyPr/>
                    <a:lstStyle/>
                    <a:p>
                      <a:pPr algn="ctr" fontAlgn="b">
                        <a:buNone/>
                      </a:pPr>
                      <a:r>
                        <a:rPr lang="en-GB" sz="1800" b="0" i="0" u="none" strike="noStrike" dirty="0">
                          <a:solidFill>
                            <a:srgbClr val="000000"/>
                          </a:solidFill>
                          <a:effectLst/>
                          <a:latin typeface="+mn-lt"/>
                        </a:rPr>
                        <a:t>$278</a:t>
                      </a:r>
                    </a:p>
                  </a:txBody>
                  <a:tcPr marL="6350" marR="6350" marT="6350" marB="0" anchor="ctr"/>
                </a:tc>
                <a:tc>
                  <a:txBody>
                    <a:bodyPr/>
                    <a:lstStyle/>
                    <a:p>
                      <a:pPr algn="ctr" fontAlgn="b">
                        <a:buNone/>
                      </a:pPr>
                      <a:r>
                        <a:rPr lang="en-GB" sz="1800" b="0" i="0" u="none" strike="noStrike" dirty="0">
                          <a:solidFill>
                            <a:srgbClr val="000000"/>
                          </a:solidFill>
                          <a:effectLst/>
                          <a:latin typeface="+mn-lt"/>
                        </a:rPr>
                        <a:t>$472</a:t>
                      </a:r>
                    </a:p>
                  </a:txBody>
                  <a:tcPr marL="6350" marR="6350" marT="6350" marB="0" anchor="ctr"/>
                </a:tc>
                <a:tc>
                  <a:txBody>
                    <a:bodyP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000000"/>
                          </a:solidFill>
                          <a:effectLst/>
                          <a:uLnTx/>
                          <a:uFillTx/>
                          <a:latin typeface="Arial"/>
                          <a:ea typeface="+mn-ea"/>
                          <a:cs typeface="+mn-cs"/>
                        </a:rPr>
                        <a:t>1.7</a:t>
                      </a:r>
                      <a:endParaRPr kumimoji="0" lang="en-GB" sz="1800" b="0" i="0" u="none" strike="noStrike" kern="1200" cap="none" spc="0" normalizeH="0" baseline="0" noProof="0" dirty="0">
                        <a:ln>
                          <a:noFill/>
                        </a:ln>
                        <a:solidFill>
                          <a:srgbClr val="000000"/>
                        </a:solidFill>
                        <a:effectLst/>
                        <a:uLnTx/>
                        <a:uFillTx/>
                        <a:latin typeface="Arial"/>
                        <a:ea typeface="+mn-ea"/>
                        <a:cs typeface="+mn-cs"/>
                      </a:endParaRPr>
                    </a:p>
                  </a:txBody>
                  <a:tcPr anchor="ctr"/>
                </a:tc>
                <a:tc>
                  <a:txBody>
                    <a:bodyPr/>
                    <a:lstStyle/>
                    <a:p>
                      <a:pPr algn="ctr" fontAlgn="b">
                        <a:buNone/>
                      </a:pPr>
                      <a:r>
                        <a:rPr kumimoji="0" lang="en-GB" sz="1800" b="0" i="0" u="none" strike="noStrike" kern="1200" cap="none" spc="0" normalizeH="0" baseline="0" noProof="0">
                          <a:ln>
                            <a:noFill/>
                          </a:ln>
                          <a:solidFill>
                            <a:srgbClr val="000000"/>
                          </a:solidFill>
                          <a:effectLst/>
                          <a:uLnTx/>
                          <a:uFillTx/>
                          <a:latin typeface="Arial"/>
                          <a:ea typeface="+mn-ea"/>
                          <a:cs typeface="+mn-cs"/>
                        </a:rPr>
                        <a:t>15%</a:t>
                      </a:r>
                      <a:endParaRPr lang="en-GB" sz="1800" b="0" i="0" u="none" strike="noStrike" dirty="0">
                        <a:solidFill>
                          <a:srgbClr val="000000"/>
                        </a:solidFill>
                        <a:effectLst/>
                        <a:latin typeface="+mj-lt"/>
                      </a:endParaRPr>
                    </a:p>
                  </a:txBody>
                  <a:tcPr marL="6350" marR="6350" marT="6350" marB="0" anchor="ctr"/>
                </a:tc>
                <a:extLst>
                  <a:ext uri="{0D108BD9-81ED-4DB2-BD59-A6C34878D82A}">
                    <a16:rowId xmlns:a16="http://schemas.microsoft.com/office/drawing/2014/main" val="1729721711"/>
                  </a:ext>
                </a:extLst>
              </a:tr>
              <a:tr h="430388">
                <a:tc>
                  <a:txBody>
                    <a:bodyPr/>
                    <a:lstStyle/>
                    <a:p>
                      <a:pPr algn="ctr"/>
                      <a:r>
                        <a:rPr lang="en-GB" sz="1800" dirty="0">
                          <a:latin typeface="+mn-lt"/>
                        </a:rPr>
                        <a:t>I</a:t>
                      </a:r>
                    </a:p>
                  </a:txBody>
                  <a:tcPr anchor="ctr"/>
                </a:tc>
                <a:tc>
                  <a:txBody>
                    <a:bodyPr/>
                    <a:lstStyle/>
                    <a:p>
                      <a:pPr algn="ctr"/>
                      <a:r>
                        <a:rPr lang="en-GB" sz="1800" dirty="0">
                          <a:latin typeface="+mn-lt"/>
                        </a:rPr>
                        <a:t>2000-2500</a:t>
                      </a:r>
                    </a:p>
                  </a:txBody>
                  <a:tcPr anchor="ctr"/>
                </a:tc>
                <a:tc>
                  <a:txBody>
                    <a:bodyPr/>
                    <a:lstStyle/>
                    <a:p>
                      <a:pPr algn="ctr" fontAlgn="b">
                        <a:buNone/>
                      </a:pPr>
                      <a:r>
                        <a:rPr lang="en-GB" sz="1800" b="0" i="0" u="none" strike="noStrike" dirty="0">
                          <a:solidFill>
                            <a:srgbClr val="000000"/>
                          </a:solidFill>
                          <a:effectLst/>
                          <a:latin typeface="+mn-lt"/>
                        </a:rPr>
                        <a:t>$338</a:t>
                      </a:r>
                    </a:p>
                  </a:txBody>
                  <a:tcPr marL="6350" marR="6350" marT="6350" marB="0" anchor="ctr"/>
                </a:tc>
                <a:tc>
                  <a:txBody>
                    <a:bodyPr/>
                    <a:lstStyle/>
                    <a:p>
                      <a:pPr algn="ctr" fontAlgn="b">
                        <a:buNone/>
                      </a:pPr>
                      <a:r>
                        <a:rPr lang="en-GB" sz="1800" b="0" i="0" u="none" strike="noStrike" dirty="0">
                          <a:solidFill>
                            <a:srgbClr val="000000"/>
                          </a:solidFill>
                          <a:effectLst/>
                          <a:latin typeface="+mn-lt"/>
                        </a:rPr>
                        <a:t>$574</a:t>
                      </a:r>
                    </a:p>
                  </a:txBody>
                  <a:tcPr marL="6350" marR="6350" marT="6350" marB="0" anchor="ctr"/>
                </a:tc>
                <a:tc>
                  <a:txBody>
                    <a:bodyP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000000"/>
                          </a:solidFill>
                          <a:effectLst/>
                          <a:uLnTx/>
                          <a:uFillTx/>
                          <a:latin typeface="Arial"/>
                          <a:ea typeface="+mn-ea"/>
                          <a:cs typeface="+mn-cs"/>
                        </a:rPr>
                        <a:t>1.7</a:t>
                      </a:r>
                      <a:endParaRPr kumimoji="0" lang="en-GB" sz="1800" b="0" i="0" u="none" strike="noStrike" kern="1200" cap="none" spc="0" normalizeH="0" baseline="0" noProof="0" dirty="0">
                        <a:ln>
                          <a:noFill/>
                        </a:ln>
                        <a:solidFill>
                          <a:srgbClr val="000000"/>
                        </a:solidFill>
                        <a:effectLst/>
                        <a:uLnTx/>
                        <a:uFillTx/>
                        <a:latin typeface="Arial"/>
                        <a:ea typeface="+mn-ea"/>
                        <a:cs typeface="+mn-cs"/>
                      </a:endParaRPr>
                    </a:p>
                  </a:txBody>
                  <a:tcPr anchor="ctr"/>
                </a:tc>
                <a:tc>
                  <a:txBody>
                    <a:bodyPr/>
                    <a:lstStyle/>
                    <a:p>
                      <a:pPr algn="ctr" fontAlgn="b">
                        <a:buNone/>
                      </a:pPr>
                      <a:r>
                        <a:rPr kumimoji="0" lang="en-GB" sz="1800" b="0" i="0" u="none" strike="noStrike" kern="1200" cap="none" spc="0" normalizeH="0" baseline="0" noProof="0">
                          <a:ln>
                            <a:noFill/>
                          </a:ln>
                          <a:solidFill>
                            <a:srgbClr val="000000"/>
                          </a:solidFill>
                          <a:effectLst/>
                          <a:uLnTx/>
                          <a:uFillTx/>
                          <a:latin typeface="Arial"/>
                          <a:ea typeface="+mn-ea"/>
                          <a:cs typeface="+mn-cs"/>
                        </a:rPr>
                        <a:t>15%</a:t>
                      </a:r>
                      <a:endParaRPr lang="en-GB" sz="1800" b="0" i="0" u="none" strike="noStrike" dirty="0">
                        <a:solidFill>
                          <a:srgbClr val="000000"/>
                        </a:solidFill>
                        <a:effectLst/>
                        <a:latin typeface="+mj-lt"/>
                      </a:endParaRPr>
                    </a:p>
                  </a:txBody>
                  <a:tcPr marL="6350" marR="6350" marT="6350" marB="0" anchor="ctr"/>
                </a:tc>
                <a:extLst>
                  <a:ext uri="{0D108BD9-81ED-4DB2-BD59-A6C34878D82A}">
                    <a16:rowId xmlns:a16="http://schemas.microsoft.com/office/drawing/2014/main" val="2159321438"/>
                  </a:ext>
                </a:extLst>
              </a:tr>
              <a:tr h="430388">
                <a:tc>
                  <a:txBody>
                    <a:bodyPr/>
                    <a:lstStyle/>
                    <a:p>
                      <a:pPr algn="ctr"/>
                      <a:r>
                        <a:rPr lang="en-GB" sz="1800" dirty="0">
                          <a:latin typeface="+mn-lt"/>
                        </a:rPr>
                        <a:t>J</a:t>
                      </a:r>
                    </a:p>
                  </a:txBody>
                  <a:tcPr anchor="ctr"/>
                </a:tc>
                <a:tc>
                  <a:txBody>
                    <a:bodyPr/>
                    <a:lstStyle/>
                    <a:p>
                      <a:pPr algn="ctr"/>
                      <a:r>
                        <a:rPr lang="en-GB" sz="1800" dirty="0">
                          <a:latin typeface="+mn-lt"/>
                        </a:rPr>
                        <a:t>2500+</a:t>
                      </a:r>
                    </a:p>
                  </a:txBody>
                  <a:tcPr anchor="ctr"/>
                </a:tc>
                <a:tc>
                  <a:txBody>
                    <a:bodyPr/>
                    <a:lstStyle/>
                    <a:p>
                      <a:pPr algn="ctr" fontAlgn="b">
                        <a:buNone/>
                      </a:pPr>
                      <a:r>
                        <a:rPr lang="en-GB" sz="1800" b="0" i="0" u="none" strike="noStrike" dirty="0">
                          <a:solidFill>
                            <a:srgbClr val="000000"/>
                          </a:solidFill>
                          <a:effectLst/>
                          <a:latin typeface="+mn-lt"/>
                        </a:rPr>
                        <a:t>$375</a:t>
                      </a:r>
                    </a:p>
                  </a:txBody>
                  <a:tcPr marL="6350" marR="6350" marT="6350" marB="0" anchor="ctr"/>
                </a:tc>
                <a:tc>
                  <a:txBody>
                    <a:bodyPr/>
                    <a:lstStyle/>
                    <a:p>
                      <a:pPr algn="ctr" fontAlgn="b">
                        <a:buNone/>
                      </a:pPr>
                      <a:r>
                        <a:rPr lang="en-GB" sz="1800" b="0" i="0" u="none" strike="noStrike" dirty="0">
                          <a:solidFill>
                            <a:srgbClr val="000000"/>
                          </a:solidFill>
                          <a:effectLst/>
                          <a:latin typeface="+mn-lt"/>
                        </a:rPr>
                        <a:t>$638</a:t>
                      </a:r>
                    </a:p>
                  </a:txBody>
                  <a:tcPr marL="6350" marR="6350" marT="6350" marB="0" anchor="ctr"/>
                </a:tc>
                <a:tc>
                  <a:txBody>
                    <a:bodyP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000000"/>
                          </a:solidFill>
                          <a:effectLst/>
                          <a:uLnTx/>
                          <a:uFillTx/>
                          <a:latin typeface="Arial"/>
                          <a:ea typeface="+mn-ea"/>
                          <a:cs typeface="+mn-cs"/>
                        </a:rPr>
                        <a:t>1.7</a:t>
                      </a:r>
                    </a:p>
                  </a:txBody>
                  <a:tcPr anchor="ctr"/>
                </a:tc>
                <a:tc>
                  <a:txBody>
                    <a:bodyPr/>
                    <a:lstStyle/>
                    <a:p>
                      <a:pPr algn="ctr" fontAlgn="b">
                        <a:buNone/>
                      </a:pPr>
                      <a:r>
                        <a:rPr kumimoji="0" lang="en-GB" sz="1800" b="0" i="0" u="none" strike="noStrike" kern="1200" cap="none" spc="0" normalizeH="0" baseline="0" noProof="0" dirty="0">
                          <a:ln>
                            <a:noFill/>
                          </a:ln>
                          <a:solidFill>
                            <a:srgbClr val="000000"/>
                          </a:solidFill>
                          <a:effectLst/>
                          <a:uLnTx/>
                          <a:uFillTx/>
                          <a:latin typeface="Arial"/>
                          <a:ea typeface="+mn-ea"/>
                          <a:cs typeface="+mn-cs"/>
                        </a:rPr>
                        <a:t>15%</a:t>
                      </a:r>
                      <a:endParaRPr lang="en-GB" sz="1800" b="0" i="0" u="none" strike="noStrike" dirty="0">
                        <a:solidFill>
                          <a:srgbClr val="000000"/>
                        </a:solidFill>
                        <a:effectLst/>
                        <a:latin typeface="+mj-lt"/>
                      </a:endParaRPr>
                    </a:p>
                  </a:txBody>
                  <a:tcPr marL="6350" marR="6350" marT="6350" marB="0" anchor="ctr"/>
                </a:tc>
                <a:extLst>
                  <a:ext uri="{0D108BD9-81ED-4DB2-BD59-A6C34878D82A}">
                    <a16:rowId xmlns:a16="http://schemas.microsoft.com/office/drawing/2014/main" val="1257561580"/>
                  </a:ext>
                </a:extLst>
              </a:tr>
            </a:tbl>
          </a:graphicData>
        </a:graphic>
      </p:graphicFrame>
      <p:sp>
        <p:nvSpPr>
          <p:cNvPr id="13" name="TextBox 12">
            <a:extLst>
              <a:ext uri="{FF2B5EF4-FFF2-40B4-BE49-F238E27FC236}">
                <a16:creationId xmlns:a16="http://schemas.microsoft.com/office/drawing/2014/main" id="{7507B61F-FA82-04F7-67DA-7D7EEB184004}"/>
              </a:ext>
            </a:extLst>
          </p:cNvPr>
          <p:cNvSpPr txBox="1"/>
          <p:nvPr/>
        </p:nvSpPr>
        <p:spPr>
          <a:xfrm>
            <a:off x="760610" y="6519446"/>
            <a:ext cx="9590398" cy="338554"/>
          </a:xfrm>
          <a:prstGeom prst="rect">
            <a:avLst/>
          </a:prstGeom>
          <a:noFill/>
        </p:spPr>
        <p:txBody>
          <a:bodyPr wrap="square">
            <a:spAutoFit/>
          </a:bodyPr>
          <a:lstStyle/>
          <a:p>
            <a:pPr marL="285750" indent="-285750">
              <a:buFont typeface="Arial" panose="020B0604020202020204" pitchFamily="34" charset="0"/>
              <a:buChar char="•"/>
            </a:pPr>
            <a:r>
              <a:rPr lang="en-GB" sz="1600" b="1" i="1" dirty="0"/>
              <a:t>These 3-year prices are the anchor values per band (range of 14% to 18% of HW Price)</a:t>
            </a:r>
          </a:p>
        </p:txBody>
      </p:sp>
    </p:spTree>
    <p:extLst>
      <p:ext uri="{BB962C8B-B14F-4D97-AF65-F5344CB8AC3E}">
        <p14:creationId xmlns:p14="http://schemas.microsoft.com/office/powerpoint/2010/main" val="1746286761"/>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E8EE37-12F7-9B4B-561B-02FA47E051D1}"/>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BBA082EF-D862-7736-0A97-C1255EF8B7BE}"/>
              </a:ext>
            </a:extLst>
          </p:cNvPr>
          <p:cNvGraphicFramePr>
            <a:graphicFrameLocks noChangeAspect="1"/>
          </p:cNvGraphicFramePr>
          <p:nvPr>
            <p:custDataLst>
              <p:tags r:id="rId1"/>
            </p:custDataLst>
          </p:nvPr>
        </p:nvGraphicFramePr>
        <p:xfrm>
          <a:off x="3176" y="1588"/>
          <a:ext cx="1588" cy="1588"/>
        </p:xfrm>
        <a:graphic>
          <a:graphicData uri="http://schemas.openxmlformats.org/presentationml/2006/ole">
            <mc:AlternateContent xmlns:mc="http://schemas.openxmlformats.org/markup-compatibility/2006">
              <mc:Choice xmlns:v="urn:schemas-microsoft-com:vml" Requires="v">
                <p:oleObj name="think-cell Slide" r:id="rId4" imgW="350" imgH="350" progId="TCLayout.ActiveDocument.1">
                  <p:embed/>
                </p:oleObj>
              </mc:Choice>
              <mc:Fallback>
                <p:oleObj name="think-cell Slide" r:id="rId4" imgW="350" imgH="350" progId="TCLayout.ActiveDocument.1">
                  <p:embed/>
                  <p:pic>
                    <p:nvPicPr>
                      <p:cNvPr id="5" name="think-cell data - do not delete" hidden="1">
                        <a:extLst>
                          <a:ext uri="{FF2B5EF4-FFF2-40B4-BE49-F238E27FC236}">
                            <a16:creationId xmlns:a16="http://schemas.microsoft.com/office/drawing/2014/main" id="{BBA082EF-D862-7736-0A97-C1255EF8B7BE}"/>
                          </a:ext>
                        </a:extLst>
                      </p:cNvPr>
                      <p:cNvPicPr/>
                      <p:nvPr/>
                    </p:nvPicPr>
                    <p:blipFill>
                      <a:blip r:embed="rId5"/>
                      <a:stretch>
                        <a:fillRect/>
                      </a:stretch>
                    </p:blipFill>
                    <p:spPr>
                      <a:xfrm>
                        <a:off x="3176"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C9BB0D95-208E-CF5A-1806-68302E31035F}"/>
              </a:ext>
            </a:extLst>
          </p:cNvPr>
          <p:cNvSpPr>
            <a:spLocks noGrp="1"/>
          </p:cNvSpPr>
          <p:nvPr>
            <p:ph type="title"/>
          </p:nvPr>
        </p:nvSpPr>
        <p:spPr/>
        <p:txBody>
          <a:bodyPr vert="horz"/>
          <a:lstStyle/>
          <a:p>
            <a:r>
              <a:rPr lang="en-GB"/>
              <a:t>Behavioural Willingness to Pay</a:t>
            </a:r>
          </a:p>
        </p:txBody>
      </p:sp>
      <p:sp>
        <p:nvSpPr>
          <p:cNvPr id="7" name="TextBox 6">
            <a:extLst>
              <a:ext uri="{FF2B5EF4-FFF2-40B4-BE49-F238E27FC236}">
                <a16:creationId xmlns:a16="http://schemas.microsoft.com/office/drawing/2014/main" id="{422C1BEE-4B7D-19CD-BF59-78E5CA446409}"/>
              </a:ext>
            </a:extLst>
          </p:cNvPr>
          <p:cNvSpPr txBox="1"/>
          <p:nvPr/>
        </p:nvSpPr>
        <p:spPr>
          <a:xfrm>
            <a:off x="717324" y="1290501"/>
            <a:ext cx="10866880" cy="1754326"/>
          </a:xfrm>
          <a:prstGeom prst="rect">
            <a:avLst/>
          </a:prstGeom>
          <a:noFill/>
        </p:spPr>
        <p:txBody>
          <a:bodyPr wrap="square">
            <a:spAutoFit/>
          </a:bodyPr>
          <a:lstStyle/>
          <a:p>
            <a:r>
              <a:rPr lang="en-GB" b="1" dirty="0"/>
              <a:t>Customer behaviour insight</a:t>
            </a:r>
          </a:p>
          <a:p>
            <a:pPr marL="285750" indent="-285750">
              <a:buFont typeface="Arial" panose="020B0604020202020204" pitchFamily="34" charset="0"/>
              <a:buChar char="•"/>
            </a:pPr>
            <a:r>
              <a:rPr lang="en-GB" dirty="0"/>
              <a:t>Extra coverage years yield diminishing perceived value </a:t>
            </a:r>
          </a:p>
          <a:p>
            <a:pPr marL="285750" indent="-285750">
              <a:buFont typeface="Arial" panose="020B0604020202020204" pitchFamily="34" charset="0"/>
              <a:buChar char="•"/>
            </a:pPr>
            <a:r>
              <a:rPr lang="en-GB" dirty="0"/>
              <a:t>Represents the </a:t>
            </a:r>
            <a:r>
              <a:rPr lang="en-GB" i="1" dirty="0"/>
              <a:t>relative perceived protection value</a:t>
            </a:r>
            <a:r>
              <a:rPr lang="en-GB" dirty="0"/>
              <a:t> for each term (based on market research for electronic and PC goods)</a:t>
            </a:r>
          </a:p>
          <a:p>
            <a:pPr marL="285750" indent="-285750">
              <a:buFont typeface="Arial" panose="020B0604020202020204" pitchFamily="34" charset="0"/>
              <a:buChar char="•"/>
            </a:pPr>
            <a:endParaRPr lang="en-GB" b="1" dirty="0"/>
          </a:p>
          <a:p>
            <a:pPr algn="ctr"/>
            <a:r>
              <a:rPr lang="en-GB" b="1" i="1" dirty="0"/>
              <a:t>Term Factor = 0.55 x ln(Term in Years) + 0.65 </a:t>
            </a:r>
          </a:p>
        </p:txBody>
      </p:sp>
      <p:sp>
        <p:nvSpPr>
          <p:cNvPr id="8" name="Title 3">
            <a:extLst>
              <a:ext uri="{FF2B5EF4-FFF2-40B4-BE49-F238E27FC236}">
                <a16:creationId xmlns:a16="http://schemas.microsoft.com/office/drawing/2014/main" id="{ED448BD5-85F7-A631-4A7E-7DC662FC4E1E}"/>
              </a:ext>
            </a:extLst>
          </p:cNvPr>
          <p:cNvSpPr txBox="1">
            <a:spLocks/>
          </p:cNvSpPr>
          <p:nvPr/>
        </p:nvSpPr>
        <p:spPr bwMode="gray">
          <a:xfrm>
            <a:off x="760610" y="3329521"/>
            <a:ext cx="10670780" cy="418576"/>
          </a:xfrm>
          <a:prstGeom prst="rect">
            <a:avLst/>
          </a:prstGeom>
        </p:spPr>
        <p:txBody>
          <a:bodyPr vert="horz" wrap="square" lIns="0" tIns="0" rIns="0" bIns="0" anchor="t" anchorCtr="0">
            <a:noAutofit/>
          </a:bodyPr>
          <a:lstStyle>
            <a:lvl1pPr marL="0" algn="l" defTabSz="1218987" rtl="0" eaLnBrk="1" latinLnBrk="0" hangingPunct="1">
              <a:lnSpc>
                <a:spcPct val="85000"/>
              </a:lnSpc>
              <a:spcBef>
                <a:spcPct val="0"/>
              </a:spcBef>
              <a:buNone/>
              <a:tabLst>
                <a:tab pos="1218987" algn="l"/>
              </a:tabLst>
              <a:defRPr lang="en-US" sz="3200" b="1" kern="1200" cap="none" spc="-150" baseline="0" dirty="0">
                <a:solidFill>
                  <a:schemeClr val="tx1"/>
                </a:solidFill>
                <a:latin typeface="Arial" pitchFamily="34" charset="0"/>
                <a:ea typeface="+mn-ea"/>
                <a:cs typeface="Arial" pitchFamily="34" charset="0"/>
              </a:defRPr>
            </a:lvl1pPr>
          </a:lstStyle>
          <a:p>
            <a:r>
              <a:rPr lang="en-GB" dirty="0"/>
              <a:t>Introducing Cost Adjustments (α and γ)</a:t>
            </a:r>
          </a:p>
        </p:txBody>
      </p:sp>
      <p:sp>
        <p:nvSpPr>
          <p:cNvPr id="10" name="TextBox 9">
            <a:extLst>
              <a:ext uri="{FF2B5EF4-FFF2-40B4-BE49-F238E27FC236}">
                <a16:creationId xmlns:a16="http://schemas.microsoft.com/office/drawing/2014/main" id="{FDBE0B40-5C80-37BE-7EDD-0BE0E6F86D4F}"/>
              </a:ext>
            </a:extLst>
          </p:cNvPr>
          <p:cNvSpPr txBox="1"/>
          <p:nvPr/>
        </p:nvSpPr>
        <p:spPr>
          <a:xfrm>
            <a:off x="760610" y="3748097"/>
            <a:ext cx="10961998" cy="1754326"/>
          </a:xfrm>
          <a:prstGeom prst="rect">
            <a:avLst/>
          </a:prstGeom>
          <a:noFill/>
        </p:spPr>
        <p:txBody>
          <a:bodyPr wrap="square">
            <a:spAutoFit/>
          </a:bodyPr>
          <a:lstStyle/>
          <a:p>
            <a:r>
              <a:rPr lang="en-GB" dirty="0"/>
              <a:t>Add realism for PSP and longer terms </a:t>
            </a:r>
            <a:br>
              <a:rPr lang="en-GB" dirty="0"/>
            </a:br>
            <a:br>
              <a:rPr lang="en-GB" dirty="0"/>
            </a:br>
            <a:r>
              <a:rPr lang="en-GB" b="1" dirty="0" err="1"/>
              <a:t>FinalTermFactor</a:t>
            </a:r>
            <a:r>
              <a:rPr lang="en-GB" b="1" dirty="0"/>
              <a:t> = (0.55 × ln(Term) + 0.65) × (1 + α × max(0, Term − 3)) × (1 + γ × max(0, Term − 3))</a:t>
            </a:r>
          </a:p>
          <a:p>
            <a:pPr marL="285750" indent="-285750">
              <a:buFont typeface="Arial" panose="020B0604020202020204" pitchFamily="34" charset="0"/>
              <a:buChar char="•"/>
            </a:pPr>
            <a:r>
              <a:rPr lang="en-GB" dirty="0"/>
              <a:t>α handles steady cost rise</a:t>
            </a:r>
          </a:p>
          <a:p>
            <a:pPr marL="285750" indent="-285750">
              <a:buFont typeface="Arial" panose="020B0604020202020204" pitchFamily="34" charset="0"/>
              <a:buChar char="•"/>
            </a:pPr>
            <a:r>
              <a:rPr lang="en-GB" dirty="0"/>
              <a:t>γ corrects the year-5 tail risk</a:t>
            </a:r>
            <a:endParaRPr lang="en-GB" b="1" dirty="0"/>
          </a:p>
          <a:p>
            <a:endParaRPr lang="en-GB" b="1" dirty="0"/>
          </a:p>
        </p:txBody>
      </p:sp>
      <p:sp>
        <p:nvSpPr>
          <p:cNvPr id="2" name="TextBox 1">
            <a:extLst>
              <a:ext uri="{FF2B5EF4-FFF2-40B4-BE49-F238E27FC236}">
                <a16:creationId xmlns:a16="http://schemas.microsoft.com/office/drawing/2014/main" id="{2D00FB1F-0BD0-0E5B-B4D9-77C12B9F0B19}"/>
              </a:ext>
            </a:extLst>
          </p:cNvPr>
          <p:cNvSpPr txBox="1"/>
          <p:nvPr/>
        </p:nvSpPr>
        <p:spPr>
          <a:xfrm>
            <a:off x="645090" y="5718132"/>
            <a:ext cx="9082936" cy="646331"/>
          </a:xfrm>
          <a:prstGeom prst="rect">
            <a:avLst/>
          </a:prstGeom>
          <a:noFill/>
        </p:spPr>
        <p:txBody>
          <a:bodyPr wrap="none" rtlCol="0">
            <a:spAutoFit/>
          </a:bodyPr>
          <a:lstStyle/>
          <a:p>
            <a:pPr marL="285750" indent="-285750">
              <a:buFont typeface="Arial" panose="020B0604020202020204" pitchFamily="34" charset="0"/>
              <a:buChar char="•"/>
            </a:pPr>
            <a:r>
              <a:rPr lang="en-GB" dirty="0"/>
              <a:t>α represents </a:t>
            </a:r>
            <a:r>
              <a:rPr lang="en-GB" b="1" dirty="0"/>
              <a:t>rising support cost </a:t>
            </a:r>
            <a:r>
              <a:rPr lang="en-GB" dirty="0"/>
              <a:t>after year three — think </a:t>
            </a:r>
            <a:r>
              <a:rPr lang="en-GB" b="1" dirty="0" err="1"/>
              <a:t>labor</a:t>
            </a:r>
            <a:r>
              <a:rPr lang="en-GB" b="1" dirty="0"/>
              <a:t> and parts inflation</a:t>
            </a:r>
            <a:endParaRPr lang="en-GB" dirty="0"/>
          </a:p>
          <a:p>
            <a:pPr marL="285750" indent="-285750">
              <a:buFont typeface="Arial" panose="020B0604020202020204" pitchFamily="34" charset="0"/>
              <a:buChar char="•"/>
            </a:pPr>
            <a:r>
              <a:rPr lang="en-GB" dirty="0"/>
              <a:t>γ activates beyond year three, representing </a:t>
            </a:r>
            <a:r>
              <a:rPr lang="en-GB" b="1" dirty="0"/>
              <a:t>failure risk and parts scarcity</a:t>
            </a:r>
            <a:endParaRPr lang="en-GB" sz="1800" dirty="0">
              <a:latin typeface="Arial" pitchFamily="34" charset="0"/>
              <a:cs typeface="Arial" pitchFamily="34" charset="0"/>
            </a:endParaRPr>
          </a:p>
        </p:txBody>
      </p:sp>
    </p:spTree>
    <p:extLst>
      <p:ext uri="{BB962C8B-B14F-4D97-AF65-F5344CB8AC3E}">
        <p14:creationId xmlns:p14="http://schemas.microsoft.com/office/powerpoint/2010/main" val="888705360"/>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F27DB4-F04C-17A7-7C31-AE9089D03525}"/>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B2AFEC7A-1090-0087-C9D7-D2BCB4685A78}"/>
              </a:ext>
            </a:extLst>
          </p:cNvPr>
          <p:cNvGraphicFramePr>
            <a:graphicFrameLocks noChangeAspect="1"/>
          </p:cNvGraphicFramePr>
          <p:nvPr>
            <p:custDataLst>
              <p:tags r:id="rId1"/>
            </p:custDataLst>
          </p:nvPr>
        </p:nvGraphicFramePr>
        <p:xfrm>
          <a:off x="3176" y="1588"/>
          <a:ext cx="1588" cy="1588"/>
        </p:xfrm>
        <a:graphic>
          <a:graphicData uri="http://schemas.openxmlformats.org/presentationml/2006/ole">
            <mc:AlternateContent xmlns:mc="http://schemas.openxmlformats.org/markup-compatibility/2006">
              <mc:Choice xmlns:v="urn:schemas-microsoft-com:vml" Requires="v">
                <p:oleObj name="think-cell Slide" r:id="rId4" imgW="350" imgH="350" progId="TCLayout.ActiveDocument.1">
                  <p:embed/>
                </p:oleObj>
              </mc:Choice>
              <mc:Fallback>
                <p:oleObj name="think-cell Slide" r:id="rId4" imgW="350" imgH="350" progId="TCLayout.ActiveDocument.1">
                  <p:embed/>
                  <p:pic>
                    <p:nvPicPr>
                      <p:cNvPr id="5" name="think-cell data - do not delete" hidden="1">
                        <a:extLst>
                          <a:ext uri="{FF2B5EF4-FFF2-40B4-BE49-F238E27FC236}">
                            <a16:creationId xmlns:a16="http://schemas.microsoft.com/office/drawing/2014/main" id="{B2AFEC7A-1090-0087-C9D7-D2BCB4685A78}"/>
                          </a:ext>
                        </a:extLst>
                      </p:cNvPr>
                      <p:cNvPicPr/>
                      <p:nvPr/>
                    </p:nvPicPr>
                    <p:blipFill>
                      <a:blip r:embed="rId5"/>
                      <a:stretch>
                        <a:fillRect/>
                      </a:stretch>
                    </p:blipFill>
                    <p:spPr>
                      <a:xfrm>
                        <a:off x="3176"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B8C1AFE4-7EC8-D014-488B-672E1FE141DF}"/>
              </a:ext>
            </a:extLst>
          </p:cNvPr>
          <p:cNvSpPr>
            <a:spLocks noGrp="1"/>
          </p:cNvSpPr>
          <p:nvPr>
            <p:ph type="title"/>
          </p:nvPr>
        </p:nvSpPr>
        <p:spPr/>
        <p:txBody>
          <a:bodyPr vert="horz"/>
          <a:lstStyle/>
          <a:p>
            <a:r>
              <a:rPr lang="en-GB"/>
              <a:t>Behavioural Willingness to Pay</a:t>
            </a:r>
          </a:p>
        </p:txBody>
      </p:sp>
      <p:graphicFrame>
        <p:nvGraphicFramePr>
          <p:cNvPr id="2" name="Table 1">
            <a:extLst>
              <a:ext uri="{FF2B5EF4-FFF2-40B4-BE49-F238E27FC236}">
                <a16:creationId xmlns:a16="http://schemas.microsoft.com/office/drawing/2014/main" id="{92C49F8C-ADC1-21A5-D2EE-EABAB524202D}"/>
              </a:ext>
            </a:extLst>
          </p:cNvPr>
          <p:cNvGraphicFramePr>
            <a:graphicFrameLocks noGrp="1"/>
          </p:cNvGraphicFramePr>
          <p:nvPr>
            <p:extLst>
              <p:ext uri="{D42A27DB-BD31-4B8C-83A1-F6EECF244321}">
                <p14:modId xmlns:p14="http://schemas.microsoft.com/office/powerpoint/2010/main" val="256185922"/>
              </p:ext>
            </p:extLst>
          </p:nvPr>
        </p:nvGraphicFramePr>
        <p:xfrm>
          <a:off x="1392630" y="1114524"/>
          <a:ext cx="9406740" cy="2583156"/>
        </p:xfrm>
        <a:graphic>
          <a:graphicData uri="http://schemas.openxmlformats.org/drawingml/2006/table">
            <a:tbl>
              <a:tblPr firstRow="1" bandRow="1">
                <a:tableStyleId>{00A15C55-8517-42AA-B614-E9B94910E393}</a:tableStyleId>
              </a:tblPr>
              <a:tblGrid>
                <a:gridCol w="1789065">
                  <a:extLst>
                    <a:ext uri="{9D8B030D-6E8A-4147-A177-3AD203B41FA5}">
                      <a16:colId xmlns:a16="http://schemas.microsoft.com/office/drawing/2014/main" val="4162454603"/>
                    </a:ext>
                  </a:extLst>
                </a:gridCol>
                <a:gridCol w="1230743">
                  <a:extLst>
                    <a:ext uri="{9D8B030D-6E8A-4147-A177-3AD203B41FA5}">
                      <a16:colId xmlns:a16="http://schemas.microsoft.com/office/drawing/2014/main" val="2622913815"/>
                    </a:ext>
                  </a:extLst>
                </a:gridCol>
                <a:gridCol w="1581188">
                  <a:extLst>
                    <a:ext uri="{9D8B030D-6E8A-4147-A177-3AD203B41FA5}">
                      <a16:colId xmlns:a16="http://schemas.microsoft.com/office/drawing/2014/main" val="1377945906"/>
                    </a:ext>
                  </a:extLst>
                </a:gridCol>
                <a:gridCol w="4805744">
                  <a:extLst>
                    <a:ext uri="{9D8B030D-6E8A-4147-A177-3AD203B41FA5}">
                      <a16:colId xmlns:a16="http://schemas.microsoft.com/office/drawing/2014/main" val="3879673596"/>
                    </a:ext>
                  </a:extLst>
                </a:gridCol>
              </a:tblGrid>
              <a:tr h="485769">
                <a:tc>
                  <a:txBody>
                    <a:bodyPr/>
                    <a:lstStyle/>
                    <a:p>
                      <a:pPr algn="ctr"/>
                      <a:r>
                        <a:rPr lang="en-GB" sz="1800" dirty="0"/>
                        <a:t>Tier (SMB)</a:t>
                      </a:r>
                    </a:p>
                  </a:txBody>
                  <a:tcPr anchor="ctr"/>
                </a:tc>
                <a:tc>
                  <a:txBody>
                    <a:bodyPr/>
                    <a:lstStyle/>
                    <a:p>
                      <a:pPr algn="ctr"/>
                      <a:r>
                        <a:rPr lang="en-GB" sz="1800" dirty="0"/>
                        <a:t>α </a:t>
                      </a:r>
                    </a:p>
                  </a:txBody>
                  <a:tcPr anchor="ctr"/>
                </a:tc>
                <a:tc>
                  <a:txBody>
                    <a:bodyPr/>
                    <a:lstStyle/>
                    <a:p>
                      <a:pPr algn="ctr"/>
                      <a:r>
                        <a:rPr lang="en-GB" sz="1800"/>
                        <a:t>γ</a:t>
                      </a:r>
                    </a:p>
                  </a:txBody>
                  <a:tcPr anchor="ctr"/>
                </a:tc>
                <a:tc>
                  <a:txBody>
                    <a:bodyPr/>
                    <a:lstStyle/>
                    <a:p>
                      <a:pPr algn="ctr"/>
                      <a:r>
                        <a:rPr lang="en-GB" sz="1800"/>
                        <a:t>Rationale</a:t>
                      </a:r>
                    </a:p>
                  </a:txBody>
                  <a:tcPr anchor="ctr"/>
                </a:tc>
                <a:extLst>
                  <a:ext uri="{0D108BD9-81ED-4DB2-BD59-A6C34878D82A}">
                    <a16:rowId xmlns:a16="http://schemas.microsoft.com/office/drawing/2014/main" val="1247445342"/>
                  </a:ext>
                </a:extLst>
              </a:tr>
              <a:tr h="485769">
                <a:tc>
                  <a:txBody>
                    <a:bodyPr/>
                    <a:lstStyle/>
                    <a:p>
                      <a:pPr algn="ctr"/>
                      <a:r>
                        <a:rPr lang="en-GB" sz="1800"/>
                        <a:t>Depot</a:t>
                      </a:r>
                    </a:p>
                  </a:txBody>
                  <a:tcPr anchor="ctr"/>
                </a:tc>
                <a:tc>
                  <a:txBody>
                    <a:bodyPr/>
                    <a:lstStyle/>
                    <a:p>
                      <a:pPr algn="ctr"/>
                      <a:r>
                        <a:rPr lang="en-GB" sz="1800" dirty="0"/>
                        <a:t>0</a:t>
                      </a:r>
                    </a:p>
                  </a:txBody>
                  <a:tcPr anchor="ctr"/>
                </a:tc>
                <a:tc>
                  <a:txBody>
                    <a:bodyPr/>
                    <a:lstStyle/>
                    <a:p>
                      <a:pPr algn="ctr"/>
                      <a:r>
                        <a:rPr lang="en-GB" sz="1800"/>
                        <a:t>0</a:t>
                      </a:r>
                    </a:p>
                  </a:txBody>
                  <a:tcPr anchor="ctr"/>
                </a:tc>
                <a:tc>
                  <a:txBody>
                    <a:bodyPr/>
                    <a:lstStyle/>
                    <a:p>
                      <a:pPr algn="ctr">
                        <a:buNone/>
                      </a:pPr>
                      <a:r>
                        <a:rPr lang="en-GB" sz="1800" dirty="0"/>
                        <a:t>No age sensitivity</a:t>
                      </a:r>
                    </a:p>
                  </a:txBody>
                  <a:tcPr anchor="ctr"/>
                </a:tc>
                <a:extLst>
                  <a:ext uri="{0D108BD9-81ED-4DB2-BD59-A6C34878D82A}">
                    <a16:rowId xmlns:a16="http://schemas.microsoft.com/office/drawing/2014/main" val="2316493819"/>
                  </a:ext>
                </a:extLst>
              </a:tr>
              <a:tr h="485769">
                <a:tc>
                  <a:txBody>
                    <a:bodyPr/>
                    <a:lstStyle/>
                    <a:p>
                      <a:pPr algn="ctr"/>
                      <a:r>
                        <a:rPr lang="en-GB" sz="1800"/>
                        <a:t>Onsite</a:t>
                      </a:r>
                    </a:p>
                  </a:txBody>
                  <a:tcPr anchor="ctr"/>
                </a:tc>
                <a:tc>
                  <a:txBody>
                    <a:bodyPr/>
                    <a:lstStyle/>
                    <a:p>
                      <a:pPr algn="ctr"/>
                      <a:r>
                        <a:rPr lang="en-GB" sz="1800" dirty="0"/>
                        <a:t>0.02</a:t>
                      </a:r>
                    </a:p>
                  </a:txBody>
                  <a:tcPr anchor="ctr"/>
                </a:tc>
                <a:tc>
                  <a:txBody>
                    <a:bodyPr/>
                    <a:lstStyle/>
                    <a:p>
                      <a:pPr algn="ctr"/>
                      <a:r>
                        <a:rPr lang="en-GB" sz="1800" dirty="0"/>
                        <a:t>0</a:t>
                      </a:r>
                    </a:p>
                  </a:txBody>
                  <a:tcPr anchor="ctr"/>
                </a:tc>
                <a:tc>
                  <a:txBody>
                    <a:bodyPr/>
                    <a:lstStyle/>
                    <a:p>
                      <a:pPr algn="ctr"/>
                      <a:endParaRPr lang="en-GB" sz="1800" dirty="0"/>
                    </a:p>
                  </a:txBody>
                  <a:tcPr anchor="ctr"/>
                </a:tc>
                <a:extLst>
                  <a:ext uri="{0D108BD9-81ED-4DB2-BD59-A6C34878D82A}">
                    <a16:rowId xmlns:a16="http://schemas.microsoft.com/office/drawing/2014/main" val="871032298"/>
                  </a:ext>
                </a:extLst>
              </a:tr>
              <a:tr h="485769">
                <a:tc>
                  <a:txBody>
                    <a:bodyPr/>
                    <a:lstStyle/>
                    <a:p>
                      <a:pPr algn="ctr"/>
                      <a:r>
                        <a:rPr lang="en-GB" sz="1800"/>
                        <a:t>PS</a:t>
                      </a:r>
                    </a:p>
                  </a:txBody>
                  <a:tcPr anchor="ctr"/>
                </a:tc>
                <a:tc>
                  <a:txBody>
                    <a:bodyPr/>
                    <a:lstStyle/>
                    <a:p>
                      <a:pPr algn="ctr"/>
                      <a:r>
                        <a:rPr lang="en-GB" sz="1800" dirty="0"/>
                        <a:t>0.03-0.04</a:t>
                      </a:r>
                    </a:p>
                  </a:txBody>
                  <a:tcPr anchor="ctr"/>
                </a:tc>
                <a:tc>
                  <a:txBody>
                    <a:bodyPr/>
                    <a:lstStyle/>
                    <a:p>
                      <a:pPr algn="ctr"/>
                      <a:r>
                        <a:rPr lang="en-GB" sz="1800" dirty="0"/>
                        <a:t>0.03-0.05</a:t>
                      </a:r>
                    </a:p>
                  </a:txBody>
                  <a:tcPr anchor="ctr"/>
                </a:tc>
                <a:tc>
                  <a:txBody>
                    <a:bodyPr/>
                    <a:lstStyle/>
                    <a:p>
                      <a:pPr algn="ctr">
                        <a:buNone/>
                      </a:pPr>
                      <a:r>
                        <a:rPr lang="en-GB" sz="1800" dirty="0"/>
                        <a:t>Predictable support cost</a:t>
                      </a:r>
                    </a:p>
                  </a:txBody>
                  <a:tcPr anchor="ctr"/>
                </a:tc>
                <a:extLst>
                  <a:ext uri="{0D108BD9-81ED-4DB2-BD59-A6C34878D82A}">
                    <a16:rowId xmlns:a16="http://schemas.microsoft.com/office/drawing/2014/main" val="3634449334"/>
                  </a:ext>
                </a:extLst>
              </a:tr>
              <a:tr h="485769">
                <a:tc>
                  <a:txBody>
                    <a:bodyPr/>
                    <a:lstStyle/>
                    <a:p>
                      <a:pPr algn="ctr"/>
                      <a:r>
                        <a:rPr lang="en-GB" sz="1800"/>
                        <a:t>PSP</a:t>
                      </a:r>
                    </a:p>
                  </a:txBody>
                  <a:tcPr anchor="ctr"/>
                </a:tc>
                <a:tc>
                  <a:txBody>
                    <a:bodyPr/>
                    <a:lstStyle/>
                    <a:p>
                      <a:pPr algn="ctr"/>
                      <a:r>
                        <a:rPr lang="en-GB" sz="1800" dirty="0"/>
                        <a:t>0.07-0.09</a:t>
                      </a:r>
                    </a:p>
                  </a:txBody>
                  <a:tcPr anchor="ctr"/>
                </a:tc>
                <a:tc>
                  <a:txBody>
                    <a:bodyPr/>
                    <a:lstStyle/>
                    <a:p>
                      <a:pPr algn="ctr"/>
                      <a:r>
                        <a:rPr lang="en-GB" sz="1800" dirty="0"/>
                        <a:t>0.08-0.1</a:t>
                      </a:r>
                    </a:p>
                  </a:txBody>
                  <a:tcPr anchor="ctr"/>
                </a:tc>
                <a:tc>
                  <a:txBody>
                    <a:bodyPr/>
                    <a:lstStyle/>
                    <a:p>
                      <a:pPr algn="ctr">
                        <a:buNone/>
                      </a:pPr>
                      <a:r>
                        <a:rPr lang="en-GB" sz="1800" dirty="0"/>
                        <a:t>ADP + sealed battery tail risk (can be adjusted for EMEA)</a:t>
                      </a:r>
                    </a:p>
                  </a:txBody>
                  <a:tcPr anchor="ctr"/>
                </a:tc>
                <a:extLst>
                  <a:ext uri="{0D108BD9-81ED-4DB2-BD59-A6C34878D82A}">
                    <a16:rowId xmlns:a16="http://schemas.microsoft.com/office/drawing/2014/main" val="868758478"/>
                  </a:ext>
                </a:extLst>
              </a:tr>
            </a:tbl>
          </a:graphicData>
        </a:graphic>
      </p:graphicFrame>
      <p:graphicFrame>
        <p:nvGraphicFramePr>
          <p:cNvPr id="3" name="Table 2">
            <a:extLst>
              <a:ext uri="{FF2B5EF4-FFF2-40B4-BE49-F238E27FC236}">
                <a16:creationId xmlns:a16="http://schemas.microsoft.com/office/drawing/2014/main" id="{C24C9B4C-87DC-A7CA-3924-630D2259782E}"/>
              </a:ext>
            </a:extLst>
          </p:cNvPr>
          <p:cNvGraphicFramePr>
            <a:graphicFrameLocks noGrp="1"/>
          </p:cNvGraphicFramePr>
          <p:nvPr>
            <p:extLst>
              <p:ext uri="{D42A27DB-BD31-4B8C-83A1-F6EECF244321}">
                <p14:modId xmlns:p14="http://schemas.microsoft.com/office/powerpoint/2010/main" val="3618744172"/>
              </p:ext>
            </p:extLst>
          </p:nvPr>
        </p:nvGraphicFramePr>
        <p:xfrm>
          <a:off x="1392630" y="3951101"/>
          <a:ext cx="9406740" cy="2583156"/>
        </p:xfrm>
        <a:graphic>
          <a:graphicData uri="http://schemas.openxmlformats.org/drawingml/2006/table">
            <a:tbl>
              <a:tblPr firstRow="1" bandRow="1">
                <a:tableStyleId>{00A15C55-8517-42AA-B614-E9B94910E393}</a:tableStyleId>
              </a:tblPr>
              <a:tblGrid>
                <a:gridCol w="1732333">
                  <a:extLst>
                    <a:ext uri="{9D8B030D-6E8A-4147-A177-3AD203B41FA5}">
                      <a16:colId xmlns:a16="http://schemas.microsoft.com/office/drawing/2014/main" val="4162454603"/>
                    </a:ext>
                  </a:extLst>
                </a:gridCol>
                <a:gridCol w="1211580">
                  <a:extLst>
                    <a:ext uri="{9D8B030D-6E8A-4147-A177-3AD203B41FA5}">
                      <a16:colId xmlns:a16="http://schemas.microsoft.com/office/drawing/2014/main" val="2622913815"/>
                    </a:ext>
                  </a:extLst>
                </a:gridCol>
                <a:gridCol w="1599977">
                  <a:extLst>
                    <a:ext uri="{9D8B030D-6E8A-4147-A177-3AD203B41FA5}">
                      <a16:colId xmlns:a16="http://schemas.microsoft.com/office/drawing/2014/main" val="1377945906"/>
                    </a:ext>
                  </a:extLst>
                </a:gridCol>
                <a:gridCol w="4862850">
                  <a:extLst>
                    <a:ext uri="{9D8B030D-6E8A-4147-A177-3AD203B41FA5}">
                      <a16:colId xmlns:a16="http://schemas.microsoft.com/office/drawing/2014/main" val="3879673596"/>
                    </a:ext>
                  </a:extLst>
                </a:gridCol>
              </a:tblGrid>
              <a:tr h="485769">
                <a:tc>
                  <a:txBody>
                    <a:bodyPr/>
                    <a:lstStyle/>
                    <a:p>
                      <a:pPr algn="ctr"/>
                      <a:r>
                        <a:rPr lang="en-GB" sz="1800" dirty="0"/>
                        <a:t>Tier (CONS)</a:t>
                      </a:r>
                    </a:p>
                  </a:txBody>
                  <a:tcPr anchor="ctr"/>
                </a:tc>
                <a:tc>
                  <a:txBody>
                    <a:bodyPr/>
                    <a:lstStyle/>
                    <a:p>
                      <a:pPr algn="ctr"/>
                      <a:r>
                        <a:rPr lang="en-GB" sz="1800" dirty="0"/>
                        <a:t>α </a:t>
                      </a:r>
                    </a:p>
                  </a:txBody>
                  <a:tcPr anchor="ctr"/>
                </a:tc>
                <a:tc>
                  <a:txBody>
                    <a:bodyPr/>
                    <a:lstStyle/>
                    <a:p>
                      <a:pPr algn="ctr"/>
                      <a:r>
                        <a:rPr lang="en-GB" sz="1800"/>
                        <a:t>γ</a:t>
                      </a:r>
                    </a:p>
                  </a:txBody>
                  <a:tcPr anchor="ctr"/>
                </a:tc>
                <a:tc>
                  <a:txBody>
                    <a:bodyPr/>
                    <a:lstStyle/>
                    <a:p>
                      <a:pPr algn="ctr"/>
                      <a:r>
                        <a:rPr lang="en-GB" sz="1800" dirty="0"/>
                        <a:t>Rationale</a:t>
                      </a:r>
                    </a:p>
                  </a:txBody>
                  <a:tcPr anchor="ctr"/>
                </a:tc>
                <a:extLst>
                  <a:ext uri="{0D108BD9-81ED-4DB2-BD59-A6C34878D82A}">
                    <a16:rowId xmlns:a16="http://schemas.microsoft.com/office/drawing/2014/main" val="1247445342"/>
                  </a:ext>
                </a:extLst>
              </a:tr>
              <a:tr h="485769">
                <a:tc>
                  <a:txBody>
                    <a:bodyPr/>
                    <a:lstStyle/>
                    <a:p>
                      <a:pPr algn="ctr"/>
                      <a:r>
                        <a:rPr lang="en-GB" sz="1800"/>
                        <a:t>Depot</a:t>
                      </a:r>
                    </a:p>
                  </a:txBody>
                  <a:tcPr anchor="ctr"/>
                </a:tc>
                <a:tc>
                  <a:txBody>
                    <a:bodyPr/>
                    <a:lstStyle/>
                    <a:p>
                      <a:pPr algn="ctr"/>
                      <a:r>
                        <a:rPr lang="en-GB" sz="1800"/>
                        <a:t>0</a:t>
                      </a:r>
                    </a:p>
                  </a:txBody>
                  <a:tcPr anchor="ctr"/>
                </a:tc>
                <a:tc>
                  <a:txBody>
                    <a:bodyPr/>
                    <a:lstStyle/>
                    <a:p>
                      <a:pPr algn="ctr"/>
                      <a:r>
                        <a:rPr lang="en-GB" sz="1800"/>
                        <a:t>0</a:t>
                      </a:r>
                    </a:p>
                  </a:txBody>
                  <a:tcPr anchor="ctr"/>
                </a:tc>
                <a:tc>
                  <a:txBody>
                    <a:bodyPr/>
                    <a:lstStyle/>
                    <a:p>
                      <a:pPr algn="ctr">
                        <a:buNone/>
                      </a:pPr>
                      <a:r>
                        <a:rPr lang="en-GB" sz="1800" dirty="0"/>
                        <a:t>No age sensitivity</a:t>
                      </a:r>
                    </a:p>
                  </a:txBody>
                  <a:tcPr anchor="ctr"/>
                </a:tc>
                <a:extLst>
                  <a:ext uri="{0D108BD9-81ED-4DB2-BD59-A6C34878D82A}">
                    <a16:rowId xmlns:a16="http://schemas.microsoft.com/office/drawing/2014/main" val="2316493819"/>
                  </a:ext>
                </a:extLst>
              </a:tr>
              <a:tr h="485769">
                <a:tc>
                  <a:txBody>
                    <a:bodyPr/>
                    <a:lstStyle/>
                    <a:p>
                      <a:pPr algn="ctr"/>
                      <a:r>
                        <a:rPr lang="en-GB" sz="1800"/>
                        <a:t>Onsite</a:t>
                      </a:r>
                    </a:p>
                  </a:txBody>
                  <a:tcPr anchor="ctr"/>
                </a:tc>
                <a:tc>
                  <a:txBody>
                    <a:bodyPr/>
                    <a:lstStyle/>
                    <a:p>
                      <a:pPr algn="ctr"/>
                      <a:r>
                        <a:rPr lang="en-GB" sz="1800" dirty="0"/>
                        <a:t>0.02</a:t>
                      </a:r>
                    </a:p>
                  </a:txBody>
                  <a:tcPr anchor="ctr"/>
                </a:tc>
                <a:tc>
                  <a:txBody>
                    <a:bodyPr/>
                    <a:lstStyle/>
                    <a:p>
                      <a:pPr algn="ctr"/>
                      <a:r>
                        <a:rPr lang="en-GB" sz="1800"/>
                        <a:t>0</a:t>
                      </a:r>
                    </a:p>
                  </a:txBody>
                  <a:tcPr anchor="ctr"/>
                </a:tc>
                <a:tc>
                  <a:txBody>
                    <a:bodyPr/>
                    <a:lstStyle/>
                    <a:p>
                      <a:pPr algn="ctr"/>
                      <a:endParaRPr lang="en-GB" sz="1800"/>
                    </a:p>
                  </a:txBody>
                  <a:tcPr anchor="ctr"/>
                </a:tc>
                <a:extLst>
                  <a:ext uri="{0D108BD9-81ED-4DB2-BD59-A6C34878D82A}">
                    <a16:rowId xmlns:a16="http://schemas.microsoft.com/office/drawing/2014/main" val="871032298"/>
                  </a:ext>
                </a:extLst>
              </a:tr>
              <a:tr h="485769">
                <a:tc>
                  <a:txBody>
                    <a:bodyPr/>
                    <a:lstStyle/>
                    <a:p>
                      <a:pPr algn="ctr"/>
                      <a:r>
                        <a:rPr lang="en-GB" sz="1800" dirty="0"/>
                        <a:t>PC</a:t>
                      </a:r>
                    </a:p>
                  </a:txBody>
                  <a:tcPr anchor="ctr"/>
                </a:tc>
                <a:tc>
                  <a:txBody>
                    <a:bodyPr/>
                    <a:lstStyle/>
                    <a:p>
                      <a:pPr algn="ctr"/>
                      <a:r>
                        <a:rPr lang="en-GB" sz="1800"/>
                        <a:t>0.03-0.04</a:t>
                      </a:r>
                    </a:p>
                  </a:txBody>
                  <a:tcPr anchor="ctr"/>
                </a:tc>
                <a:tc>
                  <a:txBody>
                    <a:bodyPr/>
                    <a:lstStyle/>
                    <a:p>
                      <a:pPr algn="ctr"/>
                      <a:r>
                        <a:rPr lang="en-GB" sz="1800" dirty="0"/>
                        <a:t>0.03-0.05</a:t>
                      </a:r>
                    </a:p>
                  </a:txBody>
                  <a:tcPr anchor="ctr"/>
                </a:tc>
                <a:tc>
                  <a:txBody>
                    <a:bodyPr/>
                    <a:lstStyle/>
                    <a:p>
                      <a:pPr algn="ctr">
                        <a:buNone/>
                      </a:pPr>
                      <a:r>
                        <a:rPr lang="en-GB" sz="1800"/>
                        <a:t>Predictable support cost</a:t>
                      </a:r>
                    </a:p>
                  </a:txBody>
                  <a:tcPr anchor="ctr"/>
                </a:tc>
                <a:extLst>
                  <a:ext uri="{0D108BD9-81ED-4DB2-BD59-A6C34878D82A}">
                    <a16:rowId xmlns:a16="http://schemas.microsoft.com/office/drawing/2014/main" val="3634449334"/>
                  </a:ext>
                </a:extLst>
              </a:tr>
              <a:tr h="485769">
                <a:tc>
                  <a:txBody>
                    <a:bodyPr/>
                    <a:lstStyle/>
                    <a:p>
                      <a:pPr algn="ctr"/>
                      <a:r>
                        <a:rPr lang="en-GB" sz="1800" dirty="0"/>
                        <a:t>PCP</a:t>
                      </a:r>
                    </a:p>
                  </a:txBody>
                  <a:tcPr anchor="ctr"/>
                </a:tc>
                <a:tc>
                  <a:txBody>
                    <a:bodyPr/>
                    <a:lstStyle/>
                    <a:p>
                      <a:pPr algn="ctr"/>
                      <a:r>
                        <a:rPr lang="en-GB" sz="1800" dirty="0"/>
                        <a:t>0.08-1.1</a:t>
                      </a:r>
                    </a:p>
                  </a:txBody>
                  <a:tcPr anchor="ctr"/>
                </a:tc>
                <a:tc>
                  <a:txBody>
                    <a:bodyPr/>
                    <a:lstStyle/>
                    <a:p>
                      <a:pPr algn="ctr"/>
                      <a:r>
                        <a:rPr lang="en-GB" sz="1800" dirty="0"/>
                        <a:t>0.09-0.12</a:t>
                      </a:r>
                    </a:p>
                  </a:txBody>
                  <a:tcPr anchor="ctr"/>
                </a:tc>
                <a:tc>
                  <a:txBody>
                    <a:bodyPr/>
                    <a:lstStyle/>
                    <a:p>
                      <a:pPr algn="ctr">
                        <a:buNone/>
                      </a:pPr>
                      <a:r>
                        <a:rPr lang="en-GB" sz="1800" dirty="0"/>
                        <a:t>ADP + sealed battery tail risk (can be adjusted for EMEA)</a:t>
                      </a:r>
                    </a:p>
                  </a:txBody>
                  <a:tcPr anchor="ctr"/>
                </a:tc>
                <a:extLst>
                  <a:ext uri="{0D108BD9-81ED-4DB2-BD59-A6C34878D82A}">
                    <a16:rowId xmlns:a16="http://schemas.microsoft.com/office/drawing/2014/main" val="868758478"/>
                  </a:ext>
                </a:extLst>
              </a:tr>
            </a:tbl>
          </a:graphicData>
        </a:graphic>
      </p:graphicFrame>
    </p:spTree>
    <p:extLst>
      <p:ext uri="{BB962C8B-B14F-4D97-AF65-F5344CB8AC3E}">
        <p14:creationId xmlns:p14="http://schemas.microsoft.com/office/powerpoint/2010/main" val="1183529815"/>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39CD63-B7BB-C98F-30A7-EF4810702111}"/>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E5EBC898-FB3A-D920-B14D-086288EBA499}"/>
              </a:ext>
            </a:extLst>
          </p:cNvPr>
          <p:cNvGraphicFramePr>
            <a:graphicFrameLocks noChangeAspect="1"/>
          </p:cNvGraphicFramePr>
          <p:nvPr>
            <p:custDataLst>
              <p:tags r:id="rId1"/>
            </p:custDataLst>
            <p:extLst>
              <p:ext uri="{D42A27DB-BD31-4B8C-83A1-F6EECF244321}">
                <p14:modId xmlns:p14="http://schemas.microsoft.com/office/powerpoint/2010/main" val="1492378789"/>
              </p:ext>
            </p:extLst>
          </p:nvPr>
        </p:nvGraphicFramePr>
        <p:xfrm>
          <a:off x="3176" y="1588"/>
          <a:ext cx="1588" cy="1588"/>
        </p:xfrm>
        <a:graphic>
          <a:graphicData uri="http://schemas.openxmlformats.org/presentationml/2006/ole">
            <mc:AlternateContent xmlns:mc="http://schemas.openxmlformats.org/markup-compatibility/2006">
              <mc:Choice xmlns:v="urn:schemas-microsoft-com:vml" Requires="v">
                <p:oleObj name="think-cell Slide" r:id="rId4" imgW="350" imgH="350" progId="TCLayout.ActiveDocument.1">
                  <p:embed/>
                </p:oleObj>
              </mc:Choice>
              <mc:Fallback>
                <p:oleObj name="think-cell Slide" r:id="rId4" imgW="350" imgH="350" progId="TCLayout.ActiveDocument.1">
                  <p:embed/>
                  <p:pic>
                    <p:nvPicPr>
                      <p:cNvPr id="5" name="think-cell data - do not delete" hidden="1">
                        <a:extLst>
                          <a:ext uri="{FF2B5EF4-FFF2-40B4-BE49-F238E27FC236}">
                            <a16:creationId xmlns:a16="http://schemas.microsoft.com/office/drawing/2014/main" id="{E5EBC898-FB3A-D920-B14D-086288EBA499}"/>
                          </a:ext>
                        </a:extLst>
                      </p:cNvPr>
                      <p:cNvPicPr/>
                      <p:nvPr/>
                    </p:nvPicPr>
                    <p:blipFill>
                      <a:blip r:embed="rId5"/>
                      <a:stretch>
                        <a:fillRect/>
                      </a:stretch>
                    </p:blipFill>
                    <p:spPr>
                      <a:xfrm>
                        <a:off x="3176"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7FF13BE9-D136-901E-D6CD-BBEEAF1CBF83}"/>
              </a:ext>
            </a:extLst>
          </p:cNvPr>
          <p:cNvSpPr>
            <a:spLocks noGrp="1"/>
          </p:cNvSpPr>
          <p:nvPr>
            <p:ph type="title"/>
          </p:nvPr>
        </p:nvSpPr>
        <p:spPr/>
        <p:txBody>
          <a:bodyPr vert="horz"/>
          <a:lstStyle/>
          <a:p>
            <a:r>
              <a:rPr lang="en-GB" dirty="0"/>
              <a:t>Term Factors and Multipliers (SMB)</a:t>
            </a:r>
          </a:p>
        </p:txBody>
      </p:sp>
      <p:sp>
        <p:nvSpPr>
          <p:cNvPr id="7" name="TextBox 6">
            <a:extLst>
              <a:ext uri="{FF2B5EF4-FFF2-40B4-BE49-F238E27FC236}">
                <a16:creationId xmlns:a16="http://schemas.microsoft.com/office/drawing/2014/main" id="{501AB629-7FB0-747F-B2BC-DD3ED96BB056}"/>
              </a:ext>
            </a:extLst>
          </p:cNvPr>
          <p:cNvSpPr txBox="1"/>
          <p:nvPr/>
        </p:nvSpPr>
        <p:spPr>
          <a:xfrm>
            <a:off x="760610" y="964798"/>
            <a:ext cx="10120749" cy="369332"/>
          </a:xfrm>
          <a:prstGeom prst="rect">
            <a:avLst/>
          </a:prstGeom>
          <a:noFill/>
        </p:spPr>
        <p:txBody>
          <a:bodyPr wrap="square">
            <a:spAutoFit/>
          </a:bodyPr>
          <a:lstStyle/>
          <a:p>
            <a:r>
              <a:rPr lang="en-GB"/>
              <a:t>Years 4–5 see mild uplift for PSP to preserve margin</a:t>
            </a:r>
            <a:endParaRPr lang="en-GB" b="1" i="1"/>
          </a:p>
        </p:txBody>
      </p:sp>
      <p:graphicFrame>
        <p:nvGraphicFramePr>
          <p:cNvPr id="3" name="Table 2">
            <a:extLst>
              <a:ext uri="{FF2B5EF4-FFF2-40B4-BE49-F238E27FC236}">
                <a16:creationId xmlns:a16="http://schemas.microsoft.com/office/drawing/2014/main" id="{D5EFD2FC-F008-04F0-4E0A-1CD1D7E8630D}"/>
              </a:ext>
            </a:extLst>
          </p:cNvPr>
          <p:cNvGraphicFramePr>
            <a:graphicFrameLocks noGrp="1"/>
          </p:cNvGraphicFramePr>
          <p:nvPr>
            <p:extLst>
              <p:ext uri="{D42A27DB-BD31-4B8C-83A1-F6EECF244321}">
                <p14:modId xmlns:p14="http://schemas.microsoft.com/office/powerpoint/2010/main" val="1845454051"/>
              </p:ext>
            </p:extLst>
          </p:nvPr>
        </p:nvGraphicFramePr>
        <p:xfrm>
          <a:off x="760608" y="1437824"/>
          <a:ext cx="10670778" cy="2377440"/>
        </p:xfrm>
        <a:graphic>
          <a:graphicData uri="http://schemas.openxmlformats.org/drawingml/2006/table">
            <a:tbl>
              <a:tblPr firstRow="1" bandRow="1">
                <a:tableStyleId>{93296810-A885-4BE3-A3E7-6D5BEEA58F35}</a:tableStyleId>
              </a:tblPr>
              <a:tblGrid>
                <a:gridCol w="1592337">
                  <a:extLst>
                    <a:ext uri="{9D8B030D-6E8A-4147-A177-3AD203B41FA5}">
                      <a16:colId xmlns:a16="http://schemas.microsoft.com/office/drawing/2014/main" val="1666715712"/>
                    </a:ext>
                  </a:extLst>
                </a:gridCol>
                <a:gridCol w="2549073">
                  <a:extLst>
                    <a:ext uri="{9D8B030D-6E8A-4147-A177-3AD203B41FA5}">
                      <a16:colId xmlns:a16="http://schemas.microsoft.com/office/drawing/2014/main" val="113689822"/>
                    </a:ext>
                  </a:extLst>
                </a:gridCol>
                <a:gridCol w="1676777">
                  <a:extLst>
                    <a:ext uri="{9D8B030D-6E8A-4147-A177-3AD203B41FA5}">
                      <a16:colId xmlns:a16="http://schemas.microsoft.com/office/drawing/2014/main" val="2626087330"/>
                    </a:ext>
                  </a:extLst>
                </a:gridCol>
                <a:gridCol w="1794359">
                  <a:extLst>
                    <a:ext uri="{9D8B030D-6E8A-4147-A177-3AD203B41FA5}">
                      <a16:colId xmlns:a16="http://schemas.microsoft.com/office/drawing/2014/main" val="2200393083"/>
                    </a:ext>
                  </a:extLst>
                </a:gridCol>
                <a:gridCol w="1529116">
                  <a:extLst>
                    <a:ext uri="{9D8B030D-6E8A-4147-A177-3AD203B41FA5}">
                      <a16:colId xmlns:a16="http://schemas.microsoft.com/office/drawing/2014/main" val="194313785"/>
                    </a:ext>
                  </a:extLst>
                </a:gridCol>
                <a:gridCol w="1529116">
                  <a:extLst>
                    <a:ext uri="{9D8B030D-6E8A-4147-A177-3AD203B41FA5}">
                      <a16:colId xmlns:a16="http://schemas.microsoft.com/office/drawing/2014/main" val="472182772"/>
                    </a:ext>
                  </a:extLst>
                </a:gridCol>
              </a:tblGrid>
              <a:tr h="0">
                <a:tc>
                  <a:txBody>
                    <a:bodyPr/>
                    <a:lstStyle/>
                    <a:p>
                      <a:pPr algn="ctr"/>
                      <a:r>
                        <a:rPr lang="en-GB" sz="2000"/>
                        <a:t>Term </a:t>
                      </a:r>
                    </a:p>
                  </a:txBody>
                  <a:tcPr anchor="ctr"/>
                </a:tc>
                <a:tc>
                  <a:txBody>
                    <a:bodyPr/>
                    <a:lstStyle/>
                    <a:p>
                      <a:pPr algn="ctr"/>
                      <a:r>
                        <a:rPr lang="en-GB" sz="2000"/>
                        <a:t>Base (log)</a:t>
                      </a:r>
                    </a:p>
                  </a:txBody>
                  <a:tcPr anchor="ctr"/>
                </a:tc>
                <a:tc>
                  <a:txBody>
                    <a:bodyPr/>
                    <a:lstStyle/>
                    <a:p>
                      <a:pPr algn="ctr"/>
                      <a:r>
                        <a:rPr lang="en-GB" sz="2000"/>
                        <a:t>Depot</a:t>
                      </a:r>
                    </a:p>
                  </a:txBody>
                  <a:tcPr anchor="ctr"/>
                </a:tc>
                <a:tc>
                  <a:txBody>
                    <a:bodyPr/>
                    <a:lstStyle/>
                    <a:p>
                      <a:pPr algn="ctr"/>
                      <a:r>
                        <a:rPr lang="en-GB" sz="2000"/>
                        <a:t>Onsite</a:t>
                      </a:r>
                    </a:p>
                  </a:txBody>
                  <a:tcPr anchor="ctr"/>
                </a:tc>
                <a:tc>
                  <a:txBody>
                    <a:bodyPr/>
                    <a:lstStyle/>
                    <a:p>
                      <a:pPr algn="ctr"/>
                      <a:r>
                        <a:rPr lang="en-GB" sz="2000"/>
                        <a:t>PS</a:t>
                      </a:r>
                    </a:p>
                  </a:txBody>
                  <a:tcPr anchor="ctr"/>
                </a:tc>
                <a:tc>
                  <a:txBody>
                    <a:bodyPr/>
                    <a:lstStyle/>
                    <a:p>
                      <a:pPr algn="ctr"/>
                      <a:r>
                        <a:rPr lang="en-GB" sz="2000"/>
                        <a:t>PSP</a:t>
                      </a:r>
                    </a:p>
                  </a:txBody>
                  <a:tcPr anchor="ctr"/>
                </a:tc>
                <a:extLst>
                  <a:ext uri="{0D108BD9-81ED-4DB2-BD59-A6C34878D82A}">
                    <a16:rowId xmlns:a16="http://schemas.microsoft.com/office/drawing/2014/main" val="1363275246"/>
                  </a:ext>
                </a:extLst>
              </a:tr>
              <a:tr h="0">
                <a:tc>
                  <a:txBody>
                    <a:bodyPr/>
                    <a:lstStyle/>
                    <a:p>
                      <a:pPr algn="ctr"/>
                      <a:r>
                        <a:rPr lang="en-GB" sz="2000"/>
                        <a:t>1Y</a:t>
                      </a:r>
                    </a:p>
                  </a:txBody>
                  <a:tcPr anchor="ctr"/>
                </a:tc>
                <a:tc>
                  <a:txBody>
                    <a:bodyPr/>
                    <a:lstStyle/>
                    <a:p>
                      <a:pPr algn="ctr"/>
                      <a:r>
                        <a:rPr lang="en-GB" sz="2000" dirty="0"/>
                        <a:t>0.65</a:t>
                      </a:r>
                    </a:p>
                  </a:txBody>
                  <a:tcPr anchor="ctr"/>
                </a:tc>
                <a:tc>
                  <a:txBody>
                    <a:bodyPr/>
                    <a:lstStyle/>
                    <a:p>
                      <a:pPr algn="ctr"/>
                      <a:r>
                        <a:rPr lang="en-GB" sz="2000" dirty="0"/>
                        <a:t>0.65</a:t>
                      </a:r>
                    </a:p>
                  </a:txBody>
                  <a:tcPr anchor="ctr"/>
                </a:tc>
                <a:tc>
                  <a:txBody>
                    <a:bodyPr/>
                    <a:lstStyle/>
                    <a:p>
                      <a:pPr algn="ctr"/>
                      <a:r>
                        <a:rPr lang="en-GB" sz="2000" dirty="0"/>
                        <a:t>0.65</a:t>
                      </a:r>
                    </a:p>
                  </a:txBody>
                  <a:tcPr anchor="ctr"/>
                </a:tc>
                <a:tc>
                  <a:txBody>
                    <a:bodyPr/>
                    <a:lstStyle/>
                    <a:p>
                      <a:pPr algn="ctr"/>
                      <a:r>
                        <a:rPr lang="en-GB" sz="2000" dirty="0"/>
                        <a:t>0.65</a:t>
                      </a:r>
                    </a:p>
                  </a:txBody>
                  <a:tcPr anchor="ctr"/>
                </a:tc>
                <a:tc>
                  <a:txBody>
                    <a:bodyPr/>
                    <a:lstStyle/>
                    <a:p>
                      <a:pPr algn="ctr"/>
                      <a:r>
                        <a:rPr lang="en-GB" sz="2000" dirty="0"/>
                        <a:t>0.65</a:t>
                      </a:r>
                    </a:p>
                  </a:txBody>
                  <a:tcPr anchor="ctr"/>
                </a:tc>
                <a:extLst>
                  <a:ext uri="{0D108BD9-81ED-4DB2-BD59-A6C34878D82A}">
                    <a16:rowId xmlns:a16="http://schemas.microsoft.com/office/drawing/2014/main" val="2086337682"/>
                  </a:ext>
                </a:extLst>
              </a:tr>
              <a:tr h="0">
                <a:tc>
                  <a:txBody>
                    <a:bodyPr/>
                    <a:lstStyle/>
                    <a:p>
                      <a:pPr algn="ctr"/>
                      <a:r>
                        <a:rPr lang="en-GB" sz="2000"/>
                        <a:t>2Y</a:t>
                      </a:r>
                    </a:p>
                  </a:txBody>
                  <a:tcPr anchor="ctr"/>
                </a:tc>
                <a:tc>
                  <a:txBody>
                    <a:bodyPr/>
                    <a:lstStyle/>
                    <a:p>
                      <a:pPr algn="ctr"/>
                      <a:r>
                        <a:rPr lang="en-GB" sz="2000"/>
                        <a:t>1.03</a:t>
                      </a:r>
                    </a:p>
                  </a:txBody>
                  <a:tcPr anchor="ctr"/>
                </a:tc>
                <a:tc>
                  <a:txBody>
                    <a:bodyPr/>
                    <a:lstStyle/>
                    <a:p>
                      <a:pPr algn="ctr"/>
                      <a:r>
                        <a:rPr lang="en-GB" sz="2000"/>
                        <a:t>1.03</a:t>
                      </a:r>
                    </a:p>
                  </a:txBody>
                  <a:tcPr anchor="ctr"/>
                </a:tc>
                <a:tc>
                  <a:txBody>
                    <a:bodyPr/>
                    <a:lstStyle/>
                    <a:p>
                      <a:pPr algn="ctr"/>
                      <a:r>
                        <a:rPr lang="en-GB" sz="2000" dirty="0"/>
                        <a:t>1.03</a:t>
                      </a:r>
                    </a:p>
                  </a:txBody>
                  <a:tcPr anchor="ctr"/>
                </a:tc>
                <a:tc>
                  <a:txBody>
                    <a:bodyPr/>
                    <a:lstStyle/>
                    <a:p>
                      <a:pPr algn="ctr"/>
                      <a:r>
                        <a:rPr lang="en-GB" sz="2000"/>
                        <a:t>1.03</a:t>
                      </a:r>
                    </a:p>
                  </a:txBody>
                  <a:tcPr anchor="ctr"/>
                </a:tc>
                <a:tc>
                  <a:txBody>
                    <a:bodyPr/>
                    <a:lstStyle/>
                    <a:p>
                      <a:pPr algn="ctr"/>
                      <a:r>
                        <a:rPr lang="en-GB" sz="2000"/>
                        <a:t>1.03</a:t>
                      </a:r>
                    </a:p>
                  </a:txBody>
                  <a:tcPr anchor="ctr"/>
                </a:tc>
                <a:extLst>
                  <a:ext uri="{0D108BD9-81ED-4DB2-BD59-A6C34878D82A}">
                    <a16:rowId xmlns:a16="http://schemas.microsoft.com/office/drawing/2014/main" val="2981559497"/>
                  </a:ext>
                </a:extLst>
              </a:tr>
              <a:tr h="0">
                <a:tc>
                  <a:txBody>
                    <a:bodyPr/>
                    <a:lstStyle/>
                    <a:p>
                      <a:pPr algn="ctr"/>
                      <a:r>
                        <a:rPr lang="en-GB" sz="2000"/>
                        <a:t>3Y</a:t>
                      </a:r>
                    </a:p>
                  </a:txBody>
                  <a:tcPr anchor="ctr"/>
                </a:tc>
                <a:tc>
                  <a:txBody>
                    <a:bodyPr/>
                    <a:lstStyle/>
                    <a:p>
                      <a:pPr algn="ctr"/>
                      <a:r>
                        <a:rPr lang="en-GB" sz="2000" dirty="0"/>
                        <a:t>1.25</a:t>
                      </a:r>
                    </a:p>
                  </a:txBody>
                  <a:tcPr anchor="ctr"/>
                </a:tc>
                <a:tc>
                  <a:txBody>
                    <a:bodyPr/>
                    <a:lstStyle/>
                    <a:p>
                      <a:pPr algn="ctr"/>
                      <a:r>
                        <a:rPr lang="en-GB" sz="2000" dirty="0"/>
                        <a:t>1.25</a:t>
                      </a:r>
                    </a:p>
                  </a:txBody>
                  <a:tcPr anchor="ctr"/>
                </a:tc>
                <a:tc>
                  <a:txBody>
                    <a:bodyPr/>
                    <a:lstStyle/>
                    <a:p>
                      <a:pPr algn="ctr"/>
                      <a:r>
                        <a:rPr lang="en-GB" sz="2000" dirty="0"/>
                        <a:t>1.25</a:t>
                      </a:r>
                    </a:p>
                  </a:txBody>
                  <a:tcPr anchor="ctr"/>
                </a:tc>
                <a:tc>
                  <a:txBody>
                    <a:bodyPr/>
                    <a:lstStyle/>
                    <a:p>
                      <a:pPr algn="ctr"/>
                      <a:r>
                        <a:rPr lang="en-GB" sz="2000" dirty="0"/>
                        <a:t>1.25</a:t>
                      </a:r>
                    </a:p>
                  </a:txBody>
                  <a:tcPr anchor="ctr"/>
                </a:tc>
                <a:tc>
                  <a:txBody>
                    <a:bodyPr/>
                    <a:lstStyle/>
                    <a:p>
                      <a:pPr algn="ctr"/>
                      <a:r>
                        <a:rPr lang="en-GB" sz="2000" dirty="0"/>
                        <a:t>1.25</a:t>
                      </a:r>
                    </a:p>
                  </a:txBody>
                  <a:tcPr anchor="ctr"/>
                </a:tc>
                <a:extLst>
                  <a:ext uri="{0D108BD9-81ED-4DB2-BD59-A6C34878D82A}">
                    <a16:rowId xmlns:a16="http://schemas.microsoft.com/office/drawing/2014/main" val="1559112507"/>
                  </a:ext>
                </a:extLst>
              </a:tr>
              <a:tr h="0">
                <a:tc>
                  <a:txBody>
                    <a:bodyPr/>
                    <a:lstStyle/>
                    <a:p>
                      <a:pPr algn="ctr"/>
                      <a:r>
                        <a:rPr lang="en-GB" sz="2000"/>
                        <a:t>4Y</a:t>
                      </a:r>
                    </a:p>
                  </a:txBody>
                  <a:tcPr anchor="ctr"/>
                </a:tc>
                <a:tc>
                  <a:txBody>
                    <a:bodyPr/>
                    <a:lstStyle/>
                    <a:p>
                      <a:pPr algn="ctr"/>
                      <a:r>
                        <a:rPr lang="en-GB" sz="2000" dirty="0"/>
                        <a:t>1.41</a:t>
                      </a:r>
                    </a:p>
                  </a:txBody>
                  <a:tcPr anchor="ctr"/>
                </a:tc>
                <a:tc>
                  <a:txBody>
                    <a:bodyPr/>
                    <a:lstStyle/>
                    <a:p>
                      <a:pPr algn="ctr"/>
                      <a:r>
                        <a:rPr lang="en-GB" sz="2000" dirty="0"/>
                        <a:t>1.41</a:t>
                      </a:r>
                    </a:p>
                  </a:txBody>
                  <a:tcPr anchor="ctr"/>
                </a:tc>
                <a:tc>
                  <a:txBody>
                    <a:bodyPr/>
                    <a:lstStyle/>
                    <a:p>
                      <a:pPr algn="ctr"/>
                      <a:r>
                        <a:rPr lang="en-GB" sz="2000" dirty="0"/>
                        <a:t>1.44</a:t>
                      </a:r>
                    </a:p>
                  </a:txBody>
                  <a:tcPr anchor="ctr"/>
                </a:tc>
                <a:tc>
                  <a:txBody>
                    <a:bodyPr/>
                    <a:lstStyle/>
                    <a:p>
                      <a:pPr algn="ctr"/>
                      <a:r>
                        <a:rPr lang="en-GB" sz="2000" dirty="0"/>
                        <a:t>1.53</a:t>
                      </a:r>
                    </a:p>
                  </a:txBody>
                  <a:tcPr anchor="ctr"/>
                </a:tc>
                <a:tc>
                  <a:txBody>
                    <a:bodyPr/>
                    <a:lstStyle/>
                    <a:p>
                      <a:pPr algn="ctr"/>
                      <a:r>
                        <a:rPr lang="en-GB" sz="2000" dirty="0"/>
                        <a:t>1.69</a:t>
                      </a:r>
                    </a:p>
                  </a:txBody>
                  <a:tcPr anchor="ctr"/>
                </a:tc>
                <a:extLst>
                  <a:ext uri="{0D108BD9-81ED-4DB2-BD59-A6C34878D82A}">
                    <a16:rowId xmlns:a16="http://schemas.microsoft.com/office/drawing/2014/main" val="3861159966"/>
                  </a:ext>
                </a:extLst>
              </a:tr>
              <a:tr h="0">
                <a:tc>
                  <a:txBody>
                    <a:bodyPr/>
                    <a:lstStyle/>
                    <a:p>
                      <a:pPr algn="ctr"/>
                      <a:r>
                        <a:rPr lang="en-GB" sz="2000"/>
                        <a:t>5Y</a:t>
                      </a:r>
                    </a:p>
                  </a:txBody>
                  <a:tcPr anchor="ctr"/>
                </a:tc>
                <a:tc>
                  <a:txBody>
                    <a:bodyPr/>
                    <a:lstStyle/>
                    <a:p>
                      <a:pPr algn="ctr"/>
                      <a:r>
                        <a:rPr lang="en-GB" sz="2000" dirty="0"/>
                        <a:t>1.54</a:t>
                      </a:r>
                    </a:p>
                  </a:txBody>
                  <a:tcPr anchor="ctr"/>
                </a:tc>
                <a:tc>
                  <a:txBody>
                    <a:bodyPr/>
                    <a:lstStyle/>
                    <a:p>
                      <a:pPr algn="ctr"/>
                      <a:r>
                        <a:rPr lang="en-GB" sz="2000" dirty="0"/>
                        <a:t>1.54</a:t>
                      </a:r>
                    </a:p>
                  </a:txBody>
                  <a:tcPr anchor="ctr"/>
                </a:tc>
                <a:tc>
                  <a:txBody>
                    <a:bodyPr/>
                    <a:lstStyle/>
                    <a:p>
                      <a:pPr algn="ctr"/>
                      <a:r>
                        <a:rPr lang="en-GB" sz="2000" dirty="0"/>
                        <a:t>1.60</a:t>
                      </a:r>
                    </a:p>
                  </a:txBody>
                  <a:tcPr anchor="ctr"/>
                </a:tc>
                <a:tc>
                  <a:txBody>
                    <a:bodyPr/>
                    <a:lstStyle/>
                    <a:p>
                      <a:pPr algn="ctr"/>
                      <a:r>
                        <a:rPr lang="en-GB" sz="2000" dirty="0"/>
                        <a:t>1.80</a:t>
                      </a:r>
                    </a:p>
                  </a:txBody>
                  <a:tcPr anchor="ctr"/>
                </a:tc>
                <a:tc>
                  <a:txBody>
                    <a:bodyPr/>
                    <a:lstStyle/>
                    <a:p>
                      <a:pPr algn="ctr"/>
                      <a:r>
                        <a:rPr lang="en-GB" sz="2000" dirty="0"/>
                        <a:t>2.18</a:t>
                      </a:r>
                    </a:p>
                  </a:txBody>
                  <a:tcPr anchor="ctr"/>
                </a:tc>
                <a:extLst>
                  <a:ext uri="{0D108BD9-81ED-4DB2-BD59-A6C34878D82A}">
                    <a16:rowId xmlns:a16="http://schemas.microsoft.com/office/drawing/2014/main" val="1188480417"/>
                  </a:ext>
                </a:extLst>
              </a:tr>
            </a:tbl>
          </a:graphicData>
        </a:graphic>
      </p:graphicFrame>
      <p:graphicFrame>
        <p:nvGraphicFramePr>
          <p:cNvPr id="9" name="Table 8">
            <a:extLst>
              <a:ext uri="{FF2B5EF4-FFF2-40B4-BE49-F238E27FC236}">
                <a16:creationId xmlns:a16="http://schemas.microsoft.com/office/drawing/2014/main" id="{44D6F8E8-9D51-2870-209E-EA3378A1842E}"/>
              </a:ext>
            </a:extLst>
          </p:cNvPr>
          <p:cNvGraphicFramePr>
            <a:graphicFrameLocks noGrp="1"/>
          </p:cNvGraphicFramePr>
          <p:nvPr>
            <p:extLst>
              <p:ext uri="{D42A27DB-BD31-4B8C-83A1-F6EECF244321}">
                <p14:modId xmlns:p14="http://schemas.microsoft.com/office/powerpoint/2010/main" val="1970574154"/>
              </p:ext>
            </p:extLst>
          </p:nvPr>
        </p:nvGraphicFramePr>
        <p:xfrm>
          <a:off x="760608" y="4391984"/>
          <a:ext cx="10670778" cy="2377440"/>
        </p:xfrm>
        <a:graphic>
          <a:graphicData uri="http://schemas.openxmlformats.org/drawingml/2006/table">
            <a:tbl>
              <a:tblPr firstRow="1" bandRow="1">
                <a:tableStyleId>{93296810-A885-4BE3-A3E7-6D5BEEA58F35}</a:tableStyleId>
              </a:tblPr>
              <a:tblGrid>
                <a:gridCol w="2092107">
                  <a:extLst>
                    <a:ext uri="{9D8B030D-6E8A-4147-A177-3AD203B41FA5}">
                      <a16:colId xmlns:a16="http://schemas.microsoft.com/office/drawing/2014/main" val="1666715712"/>
                    </a:ext>
                  </a:extLst>
                </a:gridCol>
                <a:gridCol w="2203050">
                  <a:extLst>
                    <a:ext uri="{9D8B030D-6E8A-4147-A177-3AD203B41FA5}">
                      <a16:colId xmlns:a16="http://schemas.microsoft.com/office/drawing/2014/main" val="2626087330"/>
                    </a:ext>
                  </a:extLst>
                </a:gridCol>
                <a:gridCol w="2357535">
                  <a:extLst>
                    <a:ext uri="{9D8B030D-6E8A-4147-A177-3AD203B41FA5}">
                      <a16:colId xmlns:a16="http://schemas.microsoft.com/office/drawing/2014/main" val="2200393083"/>
                    </a:ext>
                  </a:extLst>
                </a:gridCol>
                <a:gridCol w="2009043">
                  <a:extLst>
                    <a:ext uri="{9D8B030D-6E8A-4147-A177-3AD203B41FA5}">
                      <a16:colId xmlns:a16="http://schemas.microsoft.com/office/drawing/2014/main" val="194313785"/>
                    </a:ext>
                  </a:extLst>
                </a:gridCol>
                <a:gridCol w="2009043">
                  <a:extLst>
                    <a:ext uri="{9D8B030D-6E8A-4147-A177-3AD203B41FA5}">
                      <a16:colId xmlns:a16="http://schemas.microsoft.com/office/drawing/2014/main" val="472182772"/>
                    </a:ext>
                  </a:extLst>
                </a:gridCol>
              </a:tblGrid>
              <a:tr h="0">
                <a:tc>
                  <a:txBody>
                    <a:bodyPr/>
                    <a:lstStyle/>
                    <a:p>
                      <a:pPr algn="ctr"/>
                      <a:r>
                        <a:rPr lang="en-GB" sz="2000"/>
                        <a:t>Term </a:t>
                      </a:r>
                    </a:p>
                  </a:txBody>
                  <a:tcPr anchor="ctr"/>
                </a:tc>
                <a:tc>
                  <a:txBody>
                    <a:bodyPr/>
                    <a:lstStyle/>
                    <a:p>
                      <a:pPr algn="ctr"/>
                      <a:r>
                        <a:rPr lang="en-GB" sz="2000"/>
                        <a:t>Depot</a:t>
                      </a:r>
                    </a:p>
                  </a:txBody>
                  <a:tcPr anchor="ctr"/>
                </a:tc>
                <a:tc>
                  <a:txBody>
                    <a:bodyPr/>
                    <a:lstStyle/>
                    <a:p>
                      <a:pPr algn="ctr"/>
                      <a:r>
                        <a:rPr lang="en-GB" sz="2000"/>
                        <a:t>Onsite</a:t>
                      </a:r>
                    </a:p>
                  </a:txBody>
                  <a:tcPr anchor="ctr"/>
                </a:tc>
                <a:tc>
                  <a:txBody>
                    <a:bodyPr/>
                    <a:lstStyle/>
                    <a:p>
                      <a:pPr algn="ctr"/>
                      <a:r>
                        <a:rPr lang="en-GB" sz="2000" dirty="0"/>
                        <a:t>PS</a:t>
                      </a:r>
                    </a:p>
                  </a:txBody>
                  <a:tcPr anchor="ctr"/>
                </a:tc>
                <a:tc>
                  <a:txBody>
                    <a:bodyPr/>
                    <a:lstStyle/>
                    <a:p>
                      <a:pPr algn="ctr"/>
                      <a:r>
                        <a:rPr lang="en-GB" sz="2000"/>
                        <a:t>PSP</a:t>
                      </a:r>
                    </a:p>
                  </a:txBody>
                  <a:tcPr anchor="ctr"/>
                </a:tc>
                <a:extLst>
                  <a:ext uri="{0D108BD9-81ED-4DB2-BD59-A6C34878D82A}">
                    <a16:rowId xmlns:a16="http://schemas.microsoft.com/office/drawing/2014/main" val="1363275246"/>
                  </a:ext>
                </a:extLst>
              </a:tr>
              <a:tr h="0">
                <a:tc>
                  <a:txBody>
                    <a:bodyPr/>
                    <a:lstStyle/>
                    <a:p>
                      <a:pPr algn="ctr"/>
                      <a:r>
                        <a:rPr lang="en-GB" sz="2000"/>
                        <a:t>1Y</a:t>
                      </a:r>
                    </a:p>
                  </a:txBody>
                  <a:tcPr anchor="ctr"/>
                </a:tc>
                <a:tc>
                  <a:txBody>
                    <a:bodyPr/>
                    <a:lstStyle/>
                    <a:p>
                      <a:pPr algn="ctr"/>
                      <a:r>
                        <a:rPr lang="en-GB" sz="2000" dirty="0"/>
                        <a:t>0.52</a:t>
                      </a:r>
                    </a:p>
                  </a:txBody>
                  <a:tcPr anchor="ctr"/>
                </a:tc>
                <a:tc>
                  <a:txBody>
                    <a:bodyPr/>
                    <a:lstStyle/>
                    <a:p>
                      <a:pPr algn="ctr"/>
                      <a:r>
                        <a:rPr lang="en-GB" sz="2000" dirty="0"/>
                        <a:t>0.52</a:t>
                      </a:r>
                    </a:p>
                  </a:txBody>
                  <a:tcPr anchor="ctr"/>
                </a:tc>
                <a:tc>
                  <a:txBody>
                    <a:bodyPr/>
                    <a:lstStyle/>
                    <a:p>
                      <a:pPr algn="ctr"/>
                      <a:r>
                        <a:rPr lang="en-GB" sz="2000" dirty="0"/>
                        <a:t>0.52</a:t>
                      </a:r>
                    </a:p>
                  </a:txBody>
                  <a:tcPr anchor="ctr"/>
                </a:tc>
                <a:tc>
                  <a:txBody>
                    <a:bodyPr/>
                    <a:lstStyle/>
                    <a:p>
                      <a:pPr algn="ctr"/>
                      <a:r>
                        <a:rPr lang="en-GB" sz="2000"/>
                        <a:t>0.52</a:t>
                      </a:r>
                    </a:p>
                  </a:txBody>
                  <a:tcPr anchor="ctr"/>
                </a:tc>
                <a:extLst>
                  <a:ext uri="{0D108BD9-81ED-4DB2-BD59-A6C34878D82A}">
                    <a16:rowId xmlns:a16="http://schemas.microsoft.com/office/drawing/2014/main" val="2086337682"/>
                  </a:ext>
                </a:extLst>
              </a:tr>
              <a:tr h="0">
                <a:tc>
                  <a:txBody>
                    <a:bodyPr/>
                    <a:lstStyle/>
                    <a:p>
                      <a:pPr algn="ctr"/>
                      <a:r>
                        <a:rPr lang="en-GB" sz="2000"/>
                        <a:t>2Y</a:t>
                      </a:r>
                    </a:p>
                  </a:txBody>
                  <a:tcPr anchor="ctr"/>
                </a:tc>
                <a:tc>
                  <a:txBody>
                    <a:bodyPr/>
                    <a:lstStyle/>
                    <a:p>
                      <a:pPr algn="ctr"/>
                      <a:r>
                        <a:rPr lang="en-GB" sz="2000" dirty="0"/>
                        <a:t>0.82</a:t>
                      </a:r>
                    </a:p>
                  </a:txBody>
                  <a:tcPr anchor="ctr"/>
                </a:tc>
                <a:tc>
                  <a:txBody>
                    <a:bodyPr/>
                    <a:lstStyle/>
                    <a:p>
                      <a:pPr algn="ctr"/>
                      <a:r>
                        <a:rPr lang="en-GB" sz="2000"/>
                        <a:t>0.82</a:t>
                      </a:r>
                    </a:p>
                  </a:txBody>
                  <a:tcPr anchor="ctr"/>
                </a:tc>
                <a:tc>
                  <a:txBody>
                    <a:bodyPr/>
                    <a:lstStyle/>
                    <a:p>
                      <a:pPr algn="ctr"/>
                      <a:r>
                        <a:rPr lang="en-GB" sz="2000" dirty="0"/>
                        <a:t>0.82</a:t>
                      </a:r>
                    </a:p>
                  </a:txBody>
                  <a:tcPr anchor="ctr"/>
                </a:tc>
                <a:tc>
                  <a:txBody>
                    <a:bodyPr/>
                    <a:lstStyle/>
                    <a:p>
                      <a:pPr algn="ctr"/>
                      <a:r>
                        <a:rPr lang="en-GB" sz="2000" dirty="0"/>
                        <a:t>0.82</a:t>
                      </a:r>
                    </a:p>
                  </a:txBody>
                  <a:tcPr anchor="ctr"/>
                </a:tc>
                <a:extLst>
                  <a:ext uri="{0D108BD9-81ED-4DB2-BD59-A6C34878D82A}">
                    <a16:rowId xmlns:a16="http://schemas.microsoft.com/office/drawing/2014/main" val="2981559497"/>
                  </a:ext>
                </a:extLst>
              </a:tr>
              <a:tr h="0">
                <a:tc>
                  <a:txBody>
                    <a:bodyPr/>
                    <a:lstStyle/>
                    <a:p>
                      <a:pPr algn="ctr"/>
                      <a:r>
                        <a:rPr lang="en-GB" sz="2000" dirty="0"/>
                        <a:t>3Y</a:t>
                      </a:r>
                    </a:p>
                  </a:txBody>
                  <a:tcPr anchor="ctr"/>
                </a:tc>
                <a:tc>
                  <a:txBody>
                    <a:bodyPr/>
                    <a:lstStyle/>
                    <a:p>
                      <a:pPr algn="ctr"/>
                      <a:r>
                        <a:rPr lang="en-GB" sz="2000" dirty="0"/>
                        <a:t>1.00</a:t>
                      </a:r>
                    </a:p>
                  </a:txBody>
                  <a:tcPr anchor="ctr"/>
                </a:tc>
                <a:tc>
                  <a:txBody>
                    <a:bodyPr/>
                    <a:lstStyle/>
                    <a:p>
                      <a:pPr algn="ctr"/>
                      <a:r>
                        <a:rPr lang="en-GB" sz="2000" dirty="0"/>
                        <a:t>1.00</a:t>
                      </a:r>
                    </a:p>
                  </a:txBody>
                  <a:tcPr anchor="ctr"/>
                </a:tc>
                <a:tc>
                  <a:txBody>
                    <a:bodyPr/>
                    <a:lstStyle/>
                    <a:p>
                      <a:pPr algn="ctr"/>
                      <a:r>
                        <a:rPr lang="en-GB" sz="2000" dirty="0"/>
                        <a:t>1.00</a:t>
                      </a:r>
                    </a:p>
                  </a:txBody>
                  <a:tcPr anchor="ctr"/>
                </a:tc>
                <a:tc>
                  <a:txBody>
                    <a:bodyPr/>
                    <a:lstStyle/>
                    <a:p>
                      <a:pPr algn="ctr"/>
                      <a:r>
                        <a:rPr lang="en-GB" sz="2000" dirty="0"/>
                        <a:t>1.00</a:t>
                      </a:r>
                    </a:p>
                  </a:txBody>
                  <a:tcPr anchor="ctr"/>
                </a:tc>
                <a:extLst>
                  <a:ext uri="{0D108BD9-81ED-4DB2-BD59-A6C34878D82A}">
                    <a16:rowId xmlns:a16="http://schemas.microsoft.com/office/drawing/2014/main" val="1559112507"/>
                  </a:ext>
                </a:extLst>
              </a:tr>
              <a:tr h="0">
                <a:tc>
                  <a:txBody>
                    <a:bodyPr/>
                    <a:lstStyle/>
                    <a:p>
                      <a:pPr algn="ctr"/>
                      <a:r>
                        <a:rPr lang="en-GB" sz="2000" dirty="0"/>
                        <a:t>4Y</a:t>
                      </a:r>
                    </a:p>
                  </a:txBody>
                  <a:tcPr anchor="ctr"/>
                </a:tc>
                <a:tc>
                  <a:txBody>
                    <a:bodyPr/>
                    <a:lstStyle/>
                    <a:p>
                      <a:pPr algn="ctr"/>
                      <a:r>
                        <a:rPr lang="en-GB" sz="2000" dirty="0"/>
                        <a:t>1.13</a:t>
                      </a:r>
                    </a:p>
                  </a:txBody>
                  <a:tcPr anchor="ctr"/>
                </a:tc>
                <a:tc>
                  <a:txBody>
                    <a:bodyPr/>
                    <a:lstStyle/>
                    <a:p>
                      <a:pPr algn="ctr"/>
                      <a:r>
                        <a:rPr lang="en-GB" sz="2000" dirty="0"/>
                        <a:t>1.15</a:t>
                      </a:r>
                    </a:p>
                  </a:txBody>
                  <a:tcPr anchor="ctr"/>
                </a:tc>
                <a:tc>
                  <a:txBody>
                    <a:bodyPr/>
                    <a:lstStyle/>
                    <a:p>
                      <a:pPr algn="ctr"/>
                      <a:r>
                        <a:rPr lang="en-GB" sz="2000" dirty="0"/>
                        <a:t>1.22</a:t>
                      </a:r>
                    </a:p>
                  </a:txBody>
                  <a:tcPr anchor="ctr"/>
                </a:tc>
                <a:tc>
                  <a:txBody>
                    <a:bodyPr/>
                    <a:lstStyle/>
                    <a:p>
                      <a:pPr algn="ctr"/>
                      <a:r>
                        <a:rPr lang="en-GB" sz="2000" dirty="0"/>
                        <a:t>1.35</a:t>
                      </a:r>
                    </a:p>
                  </a:txBody>
                  <a:tcPr anchor="ctr"/>
                </a:tc>
                <a:extLst>
                  <a:ext uri="{0D108BD9-81ED-4DB2-BD59-A6C34878D82A}">
                    <a16:rowId xmlns:a16="http://schemas.microsoft.com/office/drawing/2014/main" val="3861159966"/>
                  </a:ext>
                </a:extLst>
              </a:tr>
              <a:tr h="0">
                <a:tc>
                  <a:txBody>
                    <a:bodyPr/>
                    <a:lstStyle/>
                    <a:p>
                      <a:pPr algn="ctr"/>
                      <a:r>
                        <a:rPr lang="en-GB" sz="2000" dirty="0"/>
                        <a:t>5Y</a:t>
                      </a:r>
                    </a:p>
                  </a:txBody>
                  <a:tcPr anchor="ctr"/>
                </a:tc>
                <a:tc>
                  <a:txBody>
                    <a:bodyPr/>
                    <a:lstStyle/>
                    <a:p>
                      <a:pPr algn="ctr"/>
                      <a:r>
                        <a:rPr lang="en-GB" sz="2000" dirty="0"/>
                        <a:t>1.23</a:t>
                      </a:r>
                    </a:p>
                  </a:txBody>
                  <a:tcPr anchor="ctr"/>
                </a:tc>
                <a:tc>
                  <a:txBody>
                    <a:bodyPr/>
                    <a:lstStyle/>
                    <a:p>
                      <a:pPr algn="ctr"/>
                      <a:r>
                        <a:rPr lang="en-GB" sz="2000" dirty="0"/>
                        <a:t>1.28</a:t>
                      </a:r>
                    </a:p>
                  </a:txBody>
                  <a:tcPr anchor="ctr"/>
                </a:tc>
                <a:tc>
                  <a:txBody>
                    <a:bodyPr/>
                    <a:lstStyle/>
                    <a:p>
                      <a:pPr algn="ctr"/>
                      <a:r>
                        <a:rPr lang="en-GB" sz="2000" dirty="0"/>
                        <a:t>1.44</a:t>
                      </a:r>
                    </a:p>
                  </a:txBody>
                  <a:tcPr anchor="ctr"/>
                </a:tc>
                <a:tc>
                  <a:txBody>
                    <a:bodyPr/>
                    <a:lstStyle/>
                    <a:p>
                      <a:pPr algn="ctr"/>
                      <a:r>
                        <a:rPr lang="en-GB" sz="2000" dirty="0"/>
                        <a:t>1.74</a:t>
                      </a:r>
                    </a:p>
                  </a:txBody>
                  <a:tcPr anchor="ctr"/>
                </a:tc>
                <a:extLst>
                  <a:ext uri="{0D108BD9-81ED-4DB2-BD59-A6C34878D82A}">
                    <a16:rowId xmlns:a16="http://schemas.microsoft.com/office/drawing/2014/main" val="1188480417"/>
                  </a:ext>
                </a:extLst>
              </a:tr>
            </a:tbl>
          </a:graphicData>
        </a:graphic>
      </p:graphicFrame>
      <p:sp>
        <p:nvSpPr>
          <p:cNvPr id="11" name="TextBox 10">
            <a:extLst>
              <a:ext uri="{FF2B5EF4-FFF2-40B4-BE49-F238E27FC236}">
                <a16:creationId xmlns:a16="http://schemas.microsoft.com/office/drawing/2014/main" id="{901BD152-F9F8-AA2C-6E93-6DC5C2F3B705}"/>
              </a:ext>
            </a:extLst>
          </p:cNvPr>
          <p:cNvSpPr txBox="1"/>
          <p:nvPr/>
        </p:nvSpPr>
        <p:spPr>
          <a:xfrm>
            <a:off x="760608" y="3875962"/>
            <a:ext cx="6094476" cy="369332"/>
          </a:xfrm>
          <a:prstGeom prst="rect">
            <a:avLst/>
          </a:prstGeom>
          <a:noFill/>
        </p:spPr>
        <p:txBody>
          <a:bodyPr wrap="square">
            <a:spAutoFit/>
          </a:bodyPr>
          <a:lstStyle/>
          <a:p>
            <a:r>
              <a:rPr lang="en-GB" b="1"/>
              <a:t>Normalized Multipliers</a:t>
            </a:r>
            <a:endParaRPr lang="en-GB" b="1" i="1"/>
          </a:p>
        </p:txBody>
      </p:sp>
    </p:spTree>
    <p:extLst>
      <p:ext uri="{BB962C8B-B14F-4D97-AF65-F5344CB8AC3E}">
        <p14:creationId xmlns:p14="http://schemas.microsoft.com/office/powerpoint/2010/main" val="1493017269"/>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24746D1-1A5D-B6E6-023A-AE3599971139}"/>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00D62435-6765-B3C2-E20C-3A3C6BAFCC48}"/>
              </a:ext>
            </a:extLst>
          </p:cNvPr>
          <p:cNvGraphicFramePr>
            <a:graphicFrameLocks noChangeAspect="1"/>
          </p:cNvGraphicFramePr>
          <p:nvPr>
            <p:custDataLst>
              <p:tags r:id="rId1"/>
            </p:custDataLst>
          </p:nvPr>
        </p:nvGraphicFramePr>
        <p:xfrm>
          <a:off x="3176" y="1588"/>
          <a:ext cx="1588" cy="1588"/>
        </p:xfrm>
        <a:graphic>
          <a:graphicData uri="http://schemas.openxmlformats.org/presentationml/2006/ole">
            <mc:AlternateContent xmlns:mc="http://schemas.openxmlformats.org/markup-compatibility/2006">
              <mc:Choice xmlns:v="urn:schemas-microsoft-com:vml" Requires="v">
                <p:oleObj name="think-cell Slide" r:id="rId4" imgW="350" imgH="350" progId="TCLayout.ActiveDocument.1">
                  <p:embed/>
                </p:oleObj>
              </mc:Choice>
              <mc:Fallback>
                <p:oleObj name="think-cell Slide" r:id="rId4" imgW="350" imgH="350" progId="TCLayout.ActiveDocument.1">
                  <p:embed/>
                  <p:pic>
                    <p:nvPicPr>
                      <p:cNvPr id="5" name="think-cell data - do not delete" hidden="1">
                        <a:extLst>
                          <a:ext uri="{FF2B5EF4-FFF2-40B4-BE49-F238E27FC236}">
                            <a16:creationId xmlns:a16="http://schemas.microsoft.com/office/drawing/2014/main" id="{00D62435-6765-B3C2-E20C-3A3C6BAFCC48}"/>
                          </a:ext>
                        </a:extLst>
                      </p:cNvPr>
                      <p:cNvPicPr/>
                      <p:nvPr/>
                    </p:nvPicPr>
                    <p:blipFill>
                      <a:blip r:embed="rId5"/>
                      <a:stretch>
                        <a:fillRect/>
                      </a:stretch>
                    </p:blipFill>
                    <p:spPr>
                      <a:xfrm>
                        <a:off x="3176"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4773EC06-8003-F202-3B94-48E507331728}"/>
              </a:ext>
            </a:extLst>
          </p:cNvPr>
          <p:cNvSpPr>
            <a:spLocks noGrp="1"/>
          </p:cNvSpPr>
          <p:nvPr>
            <p:ph type="title"/>
          </p:nvPr>
        </p:nvSpPr>
        <p:spPr/>
        <p:txBody>
          <a:bodyPr vert="horz"/>
          <a:lstStyle/>
          <a:p>
            <a:r>
              <a:rPr lang="en-GB"/>
              <a:t>Term Factors and Multipliers</a:t>
            </a:r>
          </a:p>
        </p:txBody>
      </p:sp>
      <p:sp>
        <p:nvSpPr>
          <p:cNvPr id="7" name="TextBox 6">
            <a:extLst>
              <a:ext uri="{FF2B5EF4-FFF2-40B4-BE49-F238E27FC236}">
                <a16:creationId xmlns:a16="http://schemas.microsoft.com/office/drawing/2014/main" id="{BA7AC6F8-6C9D-8A4C-AF9F-3BDF84DBDDCA}"/>
              </a:ext>
            </a:extLst>
          </p:cNvPr>
          <p:cNvSpPr txBox="1"/>
          <p:nvPr/>
        </p:nvSpPr>
        <p:spPr>
          <a:xfrm>
            <a:off x="760610" y="964798"/>
            <a:ext cx="10120749" cy="369332"/>
          </a:xfrm>
          <a:prstGeom prst="rect">
            <a:avLst/>
          </a:prstGeom>
          <a:noFill/>
        </p:spPr>
        <p:txBody>
          <a:bodyPr wrap="square">
            <a:spAutoFit/>
          </a:bodyPr>
          <a:lstStyle/>
          <a:p>
            <a:r>
              <a:rPr lang="en-GB"/>
              <a:t>Years 4–5 see mild uplift for PSP to preserve margin</a:t>
            </a:r>
            <a:endParaRPr lang="en-GB" b="1" i="1"/>
          </a:p>
        </p:txBody>
      </p:sp>
      <p:graphicFrame>
        <p:nvGraphicFramePr>
          <p:cNvPr id="3" name="Table 2">
            <a:extLst>
              <a:ext uri="{FF2B5EF4-FFF2-40B4-BE49-F238E27FC236}">
                <a16:creationId xmlns:a16="http://schemas.microsoft.com/office/drawing/2014/main" id="{08B76B84-21E7-44F9-4268-22EADDB7D73B}"/>
              </a:ext>
            </a:extLst>
          </p:cNvPr>
          <p:cNvGraphicFramePr>
            <a:graphicFrameLocks noGrp="1"/>
          </p:cNvGraphicFramePr>
          <p:nvPr/>
        </p:nvGraphicFramePr>
        <p:xfrm>
          <a:off x="760608" y="1437824"/>
          <a:ext cx="10670778" cy="2377440"/>
        </p:xfrm>
        <a:graphic>
          <a:graphicData uri="http://schemas.openxmlformats.org/drawingml/2006/table">
            <a:tbl>
              <a:tblPr firstRow="1" bandRow="1">
                <a:tableStyleId>{93296810-A885-4BE3-A3E7-6D5BEEA58F35}</a:tableStyleId>
              </a:tblPr>
              <a:tblGrid>
                <a:gridCol w="1592337">
                  <a:extLst>
                    <a:ext uri="{9D8B030D-6E8A-4147-A177-3AD203B41FA5}">
                      <a16:colId xmlns:a16="http://schemas.microsoft.com/office/drawing/2014/main" val="1666715712"/>
                    </a:ext>
                  </a:extLst>
                </a:gridCol>
                <a:gridCol w="2549073">
                  <a:extLst>
                    <a:ext uri="{9D8B030D-6E8A-4147-A177-3AD203B41FA5}">
                      <a16:colId xmlns:a16="http://schemas.microsoft.com/office/drawing/2014/main" val="113689822"/>
                    </a:ext>
                  </a:extLst>
                </a:gridCol>
                <a:gridCol w="1676777">
                  <a:extLst>
                    <a:ext uri="{9D8B030D-6E8A-4147-A177-3AD203B41FA5}">
                      <a16:colId xmlns:a16="http://schemas.microsoft.com/office/drawing/2014/main" val="2626087330"/>
                    </a:ext>
                  </a:extLst>
                </a:gridCol>
                <a:gridCol w="1794359">
                  <a:extLst>
                    <a:ext uri="{9D8B030D-6E8A-4147-A177-3AD203B41FA5}">
                      <a16:colId xmlns:a16="http://schemas.microsoft.com/office/drawing/2014/main" val="2200393083"/>
                    </a:ext>
                  </a:extLst>
                </a:gridCol>
                <a:gridCol w="1529116">
                  <a:extLst>
                    <a:ext uri="{9D8B030D-6E8A-4147-A177-3AD203B41FA5}">
                      <a16:colId xmlns:a16="http://schemas.microsoft.com/office/drawing/2014/main" val="194313785"/>
                    </a:ext>
                  </a:extLst>
                </a:gridCol>
                <a:gridCol w="1529116">
                  <a:extLst>
                    <a:ext uri="{9D8B030D-6E8A-4147-A177-3AD203B41FA5}">
                      <a16:colId xmlns:a16="http://schemas.microsoft.com/office/drawing/2014/main" val="472182772"/>
                    </a:ext>
                  </a:extLst>
                </a:gridCol>
              </a:tblGrid>
              <a:tr h="0">
                <a:tc>
                  <a:txBody>
                    <a:bodyPr/>
                    <a:lstStyle/>
                    <a:p>
                      <a:pPr algn="ctr"/>
                      <a:r>
                        <a:rPr lang="en-GB" sz="2000"/>
                        <a:t>Term </a:t>
                      </a:r>
                    </a:p>
                  </a:txBody>
                  <a:tcPr anchor="ctr"/>
                </a:tc>
                <a:tc>
                  <a:txBody>
                    <a:bodyPr/>
                    <a:lstStyle/>
                    <a:p>
                      <a:pPr algn="ctr"/>
                      <a:r>
                        <a:rPr lang="en-GB" sz="2000"/>
                        <a:t>Base (log)</a:t>
                      </a:r>
                    </a:p>
                  </a:txBody>
                  <a:tcPr anchor="ctr"/>
                </a:tc>
                <a:tc>
                  <a:txBody>
                    <a:bodyPr/>
                    <a:lstStyle/>
                    <a:p>
                      <a:pPr algn="ctr"/>
                      <a:r>
                        <a:rPr lang="en-GB" sz="2000"/>
                        <a:t>Depot</a:t>
                      </a:r>
                    </a:p>
                  </a:txBody>
                  <a:tcPr anchor="ctr"/>
                </a:tc>
                <a:tc>
                  <a:txBody>
                    <a:bodyPr/>
                    <a:lstStyle/>
                    <a:p>
                      <a:pPr algn="ctr"/>
                      <a:r>
                        <a:rPr lang="en-GB" sz="2000"/>
                        <a:t>Onsite</a:t>
                      </a:r>
                    </a:p>
                  </a:txBody>
                  <a:tcPr anchor="ctr"/>
                </a:tc>
                <a:tc>
                  <a:txBody>
                    <a:bodyPr/>
                    <a:lstStyle/>
                    <a:p>
                      <a:pPr algn="ctr"/>
                      <a:r>
                        <a:rPr lang="en-GB" sz="2000"/>
                        <a:t>PS</a:t>
                      </a:r>
                    </a:p>
                  </a:txBody>
                  <a:tcPr anchor="ctr"/>
                </a:tc>
                <a:tc>
                  <a:txBody>
                    <a:bodyPr/>
                    <a:lstStyle/>
                    <a:p>
                      <a:pPr algn="ctr"/>
                      <a:r>
                        <a:rPr lang="en-GB" sz="2000"/>
                        <a:t>PSP</a:t>
                      </a:r>
                    </a:p>
                  </a:txBody>
                  <a:tcPr anchor="ctr"/>
                </a:tc>
                <a:extLst>
                  <a:ext uri="{0D108BD9-81ED-4DB2-BD59-A6C34878D82A}">
                    <a16:rowId xmlns:a16="http://schemas.microsoft.com/office/drawing/2014/main" val="1363275246"/>
                  </a:ext>
                </a:extLst>
              </a:tr>
              <a:tr h="0">
                <a:tc>
                  <a:txBody>
                    <a:bodyPr/>
                    <a:lstStyle/>
                    <a:p>
                      <a:pPr algn="ctr"/>
                      <a:r>
                        <a:rPr lang="en-GB" sz="2000"/>
                        <a:t>1Y</a:t>
                      </a:r>
                    </a:p>
                  </a:txBody>
                  <a:tcPr anchor="ctr"/>
                </a:tc>
                <a:tc>
                  <a:txBody>
                    <a:bodyPr/>
                    <a:lstStyle/>
                    <a:p>
                      <a:pPr algn="ctr"/>
                      <a:r>
                        <a:rPr lang="en-GB" sz="2000"/>
                        <a:t>0.65</a:t>
                      </a:r>
                    </a:p>
                  </a:txBody>
                  <a:tcPr anchor="ctr"/>
                </a:tc>
                <a:tc>
                  <a:txBody>
                    <a:bodyPr/>
                    <a:lstStyle/>
                    <a:p>
                      <a:pPr algn="ctr"/>
                      <a:r>
                        <a:rPr lang="en-GB" sz="2000"/>
                        <a:t>0.65</a:t>
                      </a:r>
                    </a:p>
                  </a:txBody>
                  <a:tcPr anchor="ctr"/>
                </a:tc>
                <a:tc>
                  <a:txBody>
                    <a:bodyPr/>
                    <a:lstStyle/>
                    <a:p>
                      <a:pPr algn="ctr"/>
                      <a:r>
                        <a:rPr lang="en-GB" sz="2000"/>
                        <a:t>0.65</a:t>
                      </a:r>
                    </a:p>
                  </a:txBody>
                  <a:tcPr anchor="ctr"/>
                </a:tc>
                <a:tc>
                  <a:txBody>
                    <a:bodyPr/>
                    <a:lstStyle/>
                    <a:p>
                      <a:pPr algn="ctr"/>
                      <a:r>
                        <a:rPr lang="en-GB" sz="2000"/>
                        <a:t>0.65</a:t>
                      </a:r>
                    </a:p>
                  </a:txBody>
                  <a:tcPr anchor="ctr"/>
                </a:tc>
                <a:tc>
                  <a:txBody>
                    <a:bodyPr/>
                    <a:lstStyle/>
                    <a:p>
                      <a:pPr algn="ctr"/>
                      <a:r>
                        <a:rPr lang="en-GB" sz="2000"/>
                        <a:t>0.65</a:t>
                      </a:r>
                    </a:p>
                  </a:txBody>
                  <a:tcPr anchor="ctr"/>
                </a:tc>
                <a:extLst>
                  <a:ext uri="{0D108BD9-81ED-4DB2-BD59-A6C34878D82A}">
                    <a16:rowId xmlns:a16="http://schemas.microsoft.com/office/drawing/2014/main" val="2086337682"/>
                  </a:ext>
                </a:extLst>
              </a:tr>
              <a:tr h="0">
                <a:tc>
                  <a:txBody>
                    <a:bodyPr/>
                    <a:lstStyle/>
                    <a:p>
                      <a:pPr algn="ctr"/>
                      <a:r>
                        <a:rPr lang="en-GB" sz="2000"/>
                        <a:t>2Y</a:t>
                      </a:r>
                    </a:p>
                  </a:txBody>
                  <a:tcPr anchor="ctr"/>
                </a:tc>
                <a:tc>
                  <a:txBody>
                    <a:bodyPr/>
                    <a:lstStyle/>
                    <a:p>
                      <a:pPr algn="ctr"/>
                      <a:r>
                        <a:rPr lang="en-GB" sz="2000"/>
                        <a:t>1.03</a:t>
                      </a:r>
                    </a:p>
                  </a:txBody>
                  <a:tcPr anchor="ctr"/>
                </a:tc>
                <a:tc>
                  <a:txBody>
                    <a:bodyPr/>
                    <a:lstStyle/>
                    <a:p>
                      <a:pPr algn="ctr"/>
                      <a:r>
                        <a:rPr lang="en-GB" sz="2000"/>
                        <a:t>1.03</a:t>
                      </a:r>
                    </a:p>
                  </a:txBody>
                  <a:tcPr anchor="ctr"/>
                </a:tc>
                <a:tc>
                  <a:txBody>
                    <a:bodyPr/>
                    <a:lstStyle/>
                    <a:p>
                      <a:pPr algn="ctr"/>
                      <a:r>
                        <a:rPr lang="en-GB" sz="2000"/>
                        <a:t>1.03</a:t>
                      </a:r>
                    </a:p>
                  </a:txBody>
                  <a:tcPr anchor="ctr"/>
                </a:tc>
                <a:tc>
                  <a:txBody>
                    <a:bodyPr/>
                    <a:lstStyle/>
                    <a:p>
                      <a:pPr algn="ctr"/>
                      <a:r>
                        <a:rPr lang="en-GB" sz="2000"/>
                        <a:t>1.03</a:t>
                      </a:r>
                    </a:p>
                  </a:txBody>
                  <a:tcPr anchor="ctr"/>
                </a:tc>
                <a:tc>
                  <a:txBody>
                    <a:bodyPr/>
                    <a:lstStyle/>
                    <a:p>
                      <a:pPr algn="ctr"/>
                      <a:r>
                        <a:rPr lang="en-GB" sz="2000"/>
                        <a:t>1.03</a:t>
                      </a:r>
                    </a:p>
                  </a:txBody>
                  <a:tcPr anchor="ctr"/>
                </a:tc>
                <a:extLst>
                  <a:ext uri="{0D108BD9-81ED-4DB2-BD59-A6C34878D82A}">
                    <a16:rowId xmlns:a16="http://schemas.microsoft.com/office/drawing/2014/main" val="2981559497"/>
                  </a:ext>
                </a:extLst>
              </a:tr>
              <a:tr h="0">
                <a:tc>
                  <a:txBody>
                    <a:bodyPr/>
                    <a:lstStyle/>
                    <a:p>
                      <a:pPr algn="ctr"/>
                      <a:r>
                        <a:rPr lang="en-GB" sz="2000"/>
                        <a:t>3Y</a:t>
                      </a:r>
                    </a:p>
                  </a:txBody>
                  <a:tcPr anchor="ctr"/>
                </a:tc>
                <a:tc>
                  <a:txBody>
                    <a:bodyPr/>
                    <a:lstStyle/>
                    <a:p>
                      <a:pPr algn="ctr"/>
                      <a:r>
                        <a:rPr lang="en-GB" sz="2000"/>
                        <a:t>1.25</a:t>
                      </a:r>
                    </a:p>
                  </a:txBody>
                  <a:tcPr anchor="ctr"/>
                </a:tc>
                <a:tc>
                  <a:txBody>
                    <a:bodyPr/>
                    <a:lstStyle/>
                    <a:p>
                      <a:pPr algn="ctr"/>
                      <a:r>
                        <a:rPr lang="en-GB" sz="2000"/>
                        <a:t>1.25</a:t>
                      </a:r>
                    </a:p>
                  </a:txBody>
                  <a:tcPr anchor="ctr"/>
                </a:tc>
                <a:tc>
                  <a:txBody>
                    <a:bodyPr/>
                    <a:lstStyle/>
                    <a:p>
                      <a:pPr algn="ctr"/>
                      <a:r>
                        <a:rPr lang="en-GB" sz="2000"/>
                        <a:t>1.25</a:t>
                      </a:r>
                    </a:p>
                  </a:txBody>
                  <a:tcPr anchor="ctr"/>
                </a:tc>
                <a:tc>
                  <a:txBody>
                    <a:bodyPr/>
                    <a:lstStyle/>
                    <a:p>
                      <a:pPr algn="ctr"/>
                      <a:r>
                        <a:rPr lang="en-GB" sz="2000"/>
                        <a:t>1.25</a:t>
                      </a:r>
                    </a:p>
                  </a:txBody>
                  <a:tcPr anchor="ctr"/>
                </a:tc>
                <a:tc>
                  <a:txBody>
                    <a:bodyPr/>
                    <a:lstStyle/>
                    <a:p>
                      <a:pPr algn="ctr"/>
                      <a:r>
                        <a:rPr lang="en-GB" sz="2000"/>
                        <a:t>1.25</a:t>
                      </a:r>
                    </a:p>
                  </a:txBody>
                  <a:tcPr anchor="ctr"/>
                </a:tc>
                <a:extLst>
                  <a:ext uri="{0D108BD9-81ED-4DB2-BD59-A6C34878D82A}">
                    <a16:rowId xmlns:a16="http://schemas.microsoft.com/office/drawing/2014/main" val="1559112507"/>
                  </a:ext>
                </a:extLst>
              </a:tr>
              <a:tr h="0">
                <a:tc>
                  <a:txBody>
                    <a:bodyPr/>
                    <a:lstStyle/>
                    <a:p>
                      <a:pPr algn="ctr"/>
                      <a:r>
                        <a:rPr lang="en-GB" sz="2000"/>
                        <a:t>4Y</a:t>
                      </a:r>
                    </a:p>
                  </a:txBody>
                  <a:tcPr anchor="ctr"/>
                </a:tc>
                <a:tc>
                  <a:txBody>
                    <a:bodyPr/>
                    <a:lstStyle/>
                    <a:p>
                      <a:pPr algn="ctr"/>
                      <a:r>
                        <a:rPr lang="en-GB" sz="2000"/>
                        <a:t>1.39</a:t>
                      </a:r>
                    </a:p>
                  </a:txBody>
                  <a:tcPr anchor="ctr"/>
                </a:tc>
                <a:tc>
                  <a:txBody>
                    <a:bodyPr/>
                    <a:lstStyle/>
                    <a:p>
                      <a:pPr algn="ctr"/>
                      <a:r>
                        <a:rPr lang="en-GB" sz="2000"/>
                        <a:t>1.39</a:t>
                      </a:r>
                    </a:p>
                  </a:txBody>
                  <a:tcPr anchor="ctr"/>
                </a:tc>
                <a:tc>
                  <a:txBody>
                    <a:bodyPr/>
                    <a:lstStyle/>
                    <a:p>
                      <a:pPr algn="ctr"/>
                      <a:r>
                        <a:rPr lang="en-GB" sz="2000"/>
                        <a:t>1.42</a:t>
                      </a:r>
                    </a:p>
                  </a:txBody>
                  <a:tcPr anchor="ctr"/>
                </a:tc>
                <a:tc>
                  <a:txBody>
                    <a:bodyPr/>
                    <a:lstStyle/>
                    <a:p>
                      <a:pPr algn="ctr"/>
                      <a:r>
                        <a:rPr lang="en-GB" sz="2000"/>
                        <a:t>1.48</a:t>
                      </a:r>
                    </a:p>
                  </a:txBody>
                  <a:tcPr anchor="ctr"/>
                </a:tc>
                <a:tc>
                  <a:txBody>
                    <a:bodyPr/>
                    <a:lstStyle/>
                    <a:p>
                      <a:pPr algn="ctr"/>
                      <a:r>
                        <a:rPr lang="en-GB" sz="2000"/>
                        <a:t>1.56</a:t>
                      </a:r>
                    </a:p>
                  </a:txBody>
                  <a:tcPr anchor="ctr"/>
                </a:tc>
                <a:extLst>
                  <a:ext uri="{0D108BD9-81ED-4DB2-BD59-A6C34878D82A}">
                    <a16:rowId xmlns:a16="http://schemas.microsoft.com/office/drawing/2014/main" val="3861159966"/>
                  </a:ext>
                </a:extLst>
              </a:tr>
              <a:tr h="0">
                <a:tc>
                  <a:txBody>
                    <a:bodyPr/>
                    <a:lstStyle/>
                    <a:p>
                      <a:pPr algn="ctr"/>
                      <a:r>
                        <a:rPr lang="en-GB" sz="2000"/>
                        <a:t>5Y</a:t>
                      </a:r>
                    </a:p>
                  </a:txBody>
                  <a:tcPr anchor="ctr"/>
                </a:tc>
                <a:tc>
                  <a:txBody>
                    <a:bodyPr/>
                    <a:lstStyle/>
                    <a:p>
                      <a:pPr algn="ctr"/>
                      <a:r>
                        <a:rPr lang="en-GB" sz="2000"/>
                        <a:t>1.50</a:t>
                      </a:r>
                    </a:p>
                  </a:txBody>
                  <a:tcPr anchor="ctr"/>
                </a:tc>
                <a:tc>
                  <a:txBody>
                    <a:bodyPr/>
                    <a:lstStyle/>
                    <a:p>
                      <a:pPr algn="ctr"/>
                      <a:r>
                        <a:rPr lang="en-GB" sz="2000"/>
                        <a:t>1.50</a:t>
                      </a:r>
                    </a:p>
                  </a:txBody>
                  <a:tcPr anchor="ctr"/>
                </a:tc>
                <a:tc>
                  <a:txBody>
                    <a:bodyPr/>
                    <a:lstStyle/>
                    <a:p>
                      <a:pPr algn="ctr"/>
                      <a:r>
                        <a:rPr lang="en-GB" sz="2000"/>
                        <a:t>1.56</a:t>
                      </a:r>
                    </a:p>
                  </a:txBody>
                  <a:tcPr anchor="ctr"/>
                </a:tc>
                <a:tc>
                  <a:txBody>
                    <a:bodyPr/>
                    <a:lstStyle/>
                    <a:p>
                      <a:pPr algn="ctr"/>
                      <a:r>
                        <a:rPr lang="en-GB" sz="2000"/>
                        <a:t>1.69</a:t>
                      </a:r>
                    </a:p>
                  </a:txBody>
                  <a:tcPr anchor="ctr"/>
                </a:tc>
                <a:tc>
                  <a:txBody>
                    <a:bodyPr/>
                    <a:lstStyle/>
                    <a:p>
                      <a:pPr algn="ctr"/>
                      <a:r>
                        <a:rPr lang="en-GB" sz="2000"/>
                        <a:t>1.88</a:t>
                      </a:r>
                    </a:p>
                  </a:txBody>
                  <a:tcPr anchor="ctr"/>
                </a:tc>
                <a:extLst>
                  <a:ext uri="{0D108BD9-81ED-4DB2-BD59-A6C34878D82A}">
                    <a16:rowId xmlns:a16="http://schemas.microsoft.com/office/drawing/2014/main" val="1188480417"/>
                  </a:ext>
                </a:extLst>
              </a:tr>
            </a:tbl>
          </a:graphicData>
        </a:graphic>
      </p:graphicFrame>
      <p:graphicFrame>
        <p:nvGraphicFramePr>
          <p:cNvPr id="9" name="Table 8">
            <a:extLst>
              <a:ext uri="{FF2B5EF4-FFF2-40B4-BE49-F238E27FC236}">
                <a16:creationId xmlns:a16="http://schemas.microsoft.com/office/drawing/2014/main" id="{912C23C1-F9D6-BE43-8363-C53C210B0AAB}"/>
              </a:ext>
            </a:extLst>
          </p:cNvPr>
          <p:cNvGraphicFramePr>
            <a:graphicFrameLocks noGrp="1"/>
          </p:cNvGraphicFramePr>
          <p:nvPr/>
        </p:nvGraphicFramePr>
        <p:xfrm>
          <a:off x="1195641" y="4391984"/>
          <a:ext cx="9800711" cy="2377440"/>
        </p:xfrm>
        <a:graphic>
          <a:graphicData uri="http://schemas.openxmlformats.org/drawingml/2006/table">
            <a:tbl>
              <a:tblPr firstRow="1" bandRow="1">
                <a:tableStyleId>{93296810-A885-4BE3-A3E7-6D5BEEA58F35}</a:tableStyleId>
              </a:tblPr>
              <a:tblGrid>
                <a:gridCol w="1921522">
                  <a:extLst>
                    <a:ext uri="{9D8B030D-6E8A-4147-A177-3AD203B41FA5}">
                      <a16:colId xmlns:a16="http://schemas.microsoft.com/office/drawing/2014/main" val="1666715712"/>
                    </a:ext>
                  </a:extLst>
                </a:gridCol>
                <a:gridCol w="2023419">
                  <a:extLst>
                    <a:ext uri="{9D8B030D-6E8A-4147-A177-3AD203B41FA5}">
                      <a16:colId xmlns:a16="http://schemas.microsoft.com/office/drawing/2014/main" val="2626087330"/>
                    </a:ext>
                  </a:extLst>
                </a:gridCol>
                <a:gridCol w="2165308">
                  <a:extLst>
                    <a:ext uri="{9D8B030D-6E8A-4147-A177-3AD203B41FA5}">
                      <a16:colId xmlns:a16="http://schemas.microsoft.com/office/drawing/2014/main" val="2200393083"/>
                    </a:ext>
                  </a:extLst>
                </a:gridCol>
                <a:gridCol w="1845231">
                  <a:extLst>
                    <a:ext uri="{9D8B030D-6E8A-4147-A177-3AD203B41FA5}">
                      <a16:colId xmlns:a16="http://schemas.microsoft.com/office/drawing/2014/main" val="194313785"/>
                    </a:ext>
                  </a:extLst>
                </a:gridCol>
                <a:gridCol w="1845231">
                  <a:extLst>
                    <a:ext uri="{9D8B030D-6E8A-4147-A177-3AD203B41FA5}">
                      <a16:colId xmlns:a16="http://schemas.microsoft.com/office/drawing/2014/main" val="472182772"/>
                    </a:ext>
                  </a:extLst>
                </a:gridCol>
              </a:tblGrid>
              <a:tr h="0">
                <a:tc>
                  <a:txBody>
                    <a:bodyPr/>
                    <a:lstStyle/>
                    <a:p>
                      <a:pPr algn="ctr"/>
                      <a:r>
                        <a:rPr lang="en-GB" sz="2000"/>
                        <a:t>Term </a:t>
                      </a:r>
                    </a:p>
                  </a:txBody>
                  <a:tcPr anchor="ctr"/>
                </a:tc>
                <a:tc>
                  <a:txBody>
                    <a:bodyPr/>
                    <a:lstStyle/>
                    <a:p>
                      <a:pPr algn="ctr"/>
                      <a:r>
                        <a:rPr lang="en-GB" sz="2000"/>
                        <a:t>Depot</a:t>
                      </a:r>
                    </a:p>
                  </a:txBody>
                  <a:tcPr anchor="ctr"/>
                </a:tc>
                <a:tc>
                  <a:txBody>
                    <a:bodyPr/>
                    <a:lstStyle/>
                    <a:p>
                      <a:pPr algn="ctr"/>
                      <a:r>
                        <a:rPr lang="en-GB" sz="2000"/>
                        <a:t>Onsite</a:t>
                      </a:r>
                    </a:p>
                  </a:txBody>
                  <a:tcPr anchor="ctr"/>
                </a:tc>
                <a:tc>
                  <a:txBody>
                    <a:bodyPr/>
                    <a:lstStyle/>
                    <a:p>
                      <a:pPr algn="ctr"/>
                      <a:r>
                        <a:rPr lang="en-GB" sz="2000"/>
                        <a:t>PS</a:t>
                      </a:r>
                    </a:p>
                  </a:txBody>
                  <a:tcPr anchor="ctr"/>
                </a:tc>
                <a:tc>
                  <a:txBody>
                    <a:bodyPr/>
                    <a:lstStyle/>
                    <a:p>
                      <a:pPr algn="ctr"/>
                      <a:r>
                        <a:rPr lang="en-GB" sz="2000"/>
                        <a:t>PSP</a:t>
                      </a:r>
                    </a:p>
                  </a:txBody>
                  <a:tcPr anchor="ctr"/>
                </a:tc>
                <a:extLst>
                  <a:ext uri="{0D108BD9-81ED-4DB2-BD59-A6C34878D82A}">
                    <a16:rowId xmlns:a16="http://schemas.microsoft.com/office/drawing/2014/main" val="1363275246"/>
                  </a:ext>
                </a:extLst>
              </a:tr>
              <a:tr h="0">
                <a:tc>
                  <a:txBody>
                    <a:bodyPr/>
                    <a:lstStyle/>
                    <a:p>
                      <a:pPr algn="ctr"/>
                      <a:r>
                        <a:rPr lang="en-GB" sz="2000"/>
                        <a:t>1Y</a:t>
                      </a:r>
                    </a:p>
                  </a:txBody>
                  <a:tcPr anchor="ctr"/>
                </a:tc>
                <a:tc>
                  <a:txBody>
                    <a:bodyPr/>
                    <a:lstStyle/>
                    <a:p>
                      <a:pPr algn="ctr"/>
                      <a:r>
                        <a:rPr lang="en-GB" sz="2000"/>
                        <a:t>0.52</a:t>
                      </a:r>
                    </a:p>
                  </a:txBody>
                  <a:tcPr anchor="ctr"/>
                </a:tc>
                <a:tc>
                  <a:txBody>
                    <a:bodyPr/>
                    <a:lstStyle/>
                    <a:p>
                      <a:pPr algn="ctr"/>
                      <a:r>
                        <a:rPr lang="en-GB" sz="2000"/>
                        <a:t>0.52</a:t>
                      </a:r>
                    </a:p>
                  </a:txBody>
                  <a:tcPr anchor="ctr"/>
                </a:tc>
                <a:tc>
                  <a:txBody>
                    <a:bodyPr/>
                    <a:lstStyle/>
                    <a:p>
                      <a:pPr algn="ctr"/>
                      <a:r>
                        <a:rPr lang="en-GB" sz="2000"/>
                        <a:t>0.52</a:t>
                      </a:r>
                    </a:p>
                  </a:txBody>
                  <a:tcPr anchor="ctr"/>
                </a:tc>
                <a:tc>
                  <a:txBody>
                    <a:bodyPr/>
                    <a:lstStyle/>
                    <a:p>
                      <a:pPr algn="ctr"/>
                      <a:r>
                        <a:rPr lang="en-GB" sz="2000"/>
                        <a:t>0.52</a:t>
                      </a:r>
                    </a:p>
                  </a:txBody>
                  <a:tcPr anchor="ctr"/>
                </a:tc>
                <a:extLst>
                  <a:ext uri="{0D108BD9-81ED-4DB2-BD59-A6C34878D82A}">
                    <a16:rowId xmlns:a16="http://schemas.microsoft.com/office/drawing/2014/main" val="2086337682"/>
                  </a:ext>
                </a:extLst>
              </a:tr>
              <a:tr h="0">
                <a:tc>
                  <a:txBody>
                    <a:bodyPr/>
                    <a:lstStyle/>
                    <a:p>
                      <a:pPr algn="ctr"/>
                      <a:r>
                        <a:rPr lang="en-GB" sz="2000"/>
                        <a:t>2Y</a:t>
                      </a:r>
                    </a:p>
                  </a:txBody>
                  <a:tcPr anchor="ctr"/>
                </a:tc>
                <a:tc>
                  <a:txBody>
                    <a:bodyPr/>
                    <a:lstStyle/>
                    <a:p>
                      <a:pPr algn="ctr"/>
                      <a:r>
                        <a:rPr lang="en-GB" sz="2000"/>
                        <a:t>0.82</a:t>
                      </a:r>
                    </a:p>
                  </a:txBody>
                  <a:tcPr anchor="ctr"/>
                </a:tc>
                <a:tc>
                  <a:txBody>
                    <a:bodyPr/>
                    <a:lstStyle/>
                    <a:p>
                      <a:pPr algn="ctr"/>
                      <a:r>
                        <a:rPr lang="en-GB" sz="2000"/>
                        <a:t>0.82</a:t>
                      </a:r>
                    </a:p>
                  </a:txBody>
                  <a:tcPr anchor="ctr"/>
                </a:tc>
                <a:tc>
                  <a:txBody>
                    <a:bodyPr/>
                    <a:lstStyle/>
                    <a:p>
                      <a:pPr algn="ctr"/>
                      <a:r>
                        <a:rPr lang="en-GB" sz="2000"/>
                        <a:t>0.82</a:t>
                      </a:r>
                    </a:p>
                  </a:txBody>
                  <a:tcPr anchor="ctr"/>
                </a:tc>
                <a:tc>
                  <a:txBody>
                    <a:bodyPr/>
                    <a:lstStyle/>
                    <a:p>
                      <a:pPr algn="ctr"/>
                      <a:r>
                        <a:rPr lang="en-GB" sz="2000"/>
                        <a:t>0.82</a:t>
                      </a:r>
                    </a:p>
                  </a:txBody>
                  <a:tcPr anchor="ctr"/>
                </a:tc>
                <a:extLst>
                  <a:ext uri="{0D108BD9-81ED-4DB2-BD59-A6C34878D82A}">
                    <a16:rowId xmlns:a16="http://schemas.microsoft.com/office/drawing/2014/main" val="2981559497"/>
                  </a:ext>
                </a:extLst>
              </a:tr>
              <a:tr h="0">
                <a:tc>
                  <a:txBody>
                    <a:bodyPr/>
                    <a:lstStyle/>
                    <a:p>
                      <a:pPr algn="ctr"/>
                      <a:r>
                        <a:rPr lang="en-GB" sz="2000"/>
                        <a:t>3Y</a:t>
                      </a:r>
                    </a:p>
                  </a:txBody>
                  <a:tcPr anchor="ctr"/>
                </a:tc>
                <a:tc>
                  <a:txBody>
                    <a:bodyPr/>
                    <a:lstStyle/>
                    <a:p>
                      <a:pPr algn="ctr"/>
                      <a:r>
                        <a:rPr lang="en-GB" sz="2000"/>
                        <a:t>1.00</a:t>
                      </a:r>
                    </a:p>
                  </a:txBody>
                  <a:tcPr anchor="ctr"/>
                </a:tc>
                <a:tc>
                  <a:txBody>
                    <a:bodyPr/>
                    <a:lstStyle/>
                    <a:p>
                      <a:pPr algn="ctr"/>
                      <a:r>
                        <a:rPr lang="en-GB" sz="2000"/>
                        <a:t>1.00</a:t>
                      </a:r>
                    </a:p>
                  </a:txBody>
                  <a:tcPr anchor="ctr"/>
                </a:tc>
                <a:tc>
                  <a:txBody>
                    <a:bodyPr/>
                    <a:lstStyle/>
                    <a:p>
                      <a:pPr algn="ctr"/>
                      <a:r>
                        <a:rPr lang="en-GB" sz="2000"/>
                        <a:t>1.00</a:t>
                      </a:r>
                    </a:p>
                  </a:txBody>
                  <a:tcPr anchor="ctr"/>
                </a:tc>
                <a:tc>
                  <a:txBody>
                    <a:bodyPr/>
                    <a:lstStyle/>
                    <a:p>
                      <a:pPr algn="ctr"/>
                      <a:r>
                        <a:rPr lang="en-GB" sz="2000"/>
                        <a:t>1.00</a:t>
                      </a:r>
                    </a:p>
                  </a:txBody>
                  <a:tcPr anchor="ctr"/>
                </a:tc>
                <a:extLst>
                  <a:ext uri="{0D108BD9-81ED-4DB2-BD59-A6C34878D82A}">
                    <a16:rowId xmlns:a16="http://schemas.microsoft.com/office/drawing/2014/main" val="1559112507"/>
                  </a:ext>
                </a:extLst>
              </a:tr>
              <a:tr h="0">
                <a:tc>
                  <a:txBody>
                    <a:bodyPr/>
                    <a:lstStyle/>
                    <a:p>
                      <a:pPr algn="ctr"/>
                      <a:r>
                        <a:rPr lang="en-GB" sz="2000"/>
                        <a:t>4Y</a:t>
                      </a:r>
                    </a:p>
                  </a:txBody>
                  <a:tcPr anchor="ctr"/>
                </a:tc>
                <a:tc>
                  <a:txBody>
                    <a:bodyPr/>
                    <a:lstStyle/>
                    <a:p>
                      <a:pPr algn="ctr"/>
                      <a:r>
                        <a:rPr lang="en-GB" sz="2000"/>
                        <a:t>1.11</a:t>
                      </a:r>
                    </a:p>
                  </a:txBody>
                  <a:tcPr anchor="ctr"/>
                </a:tc>
                <a:tc>
                  <a:txBody>
                    <a:bodyPr/>
                    <a:lstStyle/>
                    <a:p>
                      <a:pPr algn="ctr"/>
                      <a:r>
                        <a:rPr lang="en-GB" sz="2000"/>
                        <a:t>1.14</a:t>
                      </a:r>
                    </a:p>
                  </a:txBody>
                  <a:tcPr anchor="ctr"/>
                </a:tc>
                <a:tc>
                  <a:txBody>
                    <a:bodyPr/>
                    <a:lstStyle/>
                    <a:p>
                      <a:pPr algn="ctr"/>
                      <a:r>
                        <a:rPr lang="en-GB" sz="2000"/>
                        <a:t>1.18</a:t>
                      </a:r>
                    </a:p>
                  </a:txBody>
                  <a:tcPr anchor="ctr"/>
                </a:tc>
                <a:tc>
                  <a:txBody>
                    <a:bodyPr/>
                    <a:lstStyle/>
                    <a:p>
                      <a:pPr algn="ctr"/>
                      <a:r>
                        <a:rPr lang="en-GB" sz="2000"/>
                        <a:t>1.25</a:t>
                      </a:r>
                    </a:p>
                  </a:txBody>
                  <a:tcPr anchor="ctr"/>
                </a:tc>
                <a:extLst>
                  <a:ext uri="{0D108BD9-81ED-4DB2-BD59-A6C34878D82A}">
                    <a16:rowId xmlns:a16="http://schemas.microsoft.com/office/drawing/2014/main" val="3861159966"/>
                  </a:ext>
                </a:extLst>
              </a:tr>
              <a:tr h="0">
                <a:tc>
                  <a:txBody>
                    <a:bodyPr/>
                    <a:lstStyle/>
                    <a:p>
                      <a:pPr algn="ctr"/>
                      <a:r>
                        <a:rPr lang="en-GB" sz="2000"/>
                        <a:t>5Y</a:t>
                      </a:r>
                    </a:p>
                  </a:txBody>
                  <a:tcPr anchor="ctr"/>
                </a:tc>
                <a:tc>
                  <a:txBody>
                    <a:bodyPr/>
                    <a:lstStyle/>
                    <a:p>
                      <a:pPr algn="ctr"/>
                      <a:r>
                        <a:rPr lang="en-GB" sz="2000"/>
                        <a:t>1.20</a:t>
                      </a:r>
                    </a:p>
                  </a:txBody>
                  <a:tcPr anchor="ctr"/>
                </a:tc>
                <a:tc>
                  <a:txBody>
                    <a:bodyPr/>
                    <a:lstStyle/>
                    <a:p>
                      <a:pPr algn="ctr"/>
                      <a:r>
                        <a:rPr lang="en-GB" sz="2000"/>
                        <a:t>1.27</a:t>
                      </a:r>
                    </a:p>
                  </a:txBody>
                  <a:tcPr anchor="ctr"/>
                </a:tc>
                <a:tc>
                  <a:txBody>
                    <a:bodyPr/>
                    <a:lstStyle/>
                    <a:p>
                      <a:pPr algn="ctr"/>
                      <a:r>
                        <a:rPr lang="en-GB" sz="2000"/>
                        <a:t>1.35</a:t>
                      </a:r>
                    </a:p>
                  </a:txBody>
                  <a:tcPr anchor="ctr"/>
                </a:tc>
                <a:tc>
                  <a:txBody>
                    <a:bodyPr/>
                    <a:lstStyle/>
                    <a:p>
                      <a:pPr algn="ctr"/>
                      <a:r>
                        <a:rPr lang="en-GB" sz="2000"/>
                        <a:t>1.5</a:t>
                      </a:r>
                    </a:p>
                  </a:txBody>
                  <a:tcPr anchor="ctr"/>
                </a:tc>
                <a:extLst>
                  <a:ext uri="{0D108BD9-81ED-4DB2-BD59-A6C34878D82A}">
                    <a16:rowId xmlns:a16="http://schemas.microsoft.com/office/drawing/2014/main" val="1188480417"/>
                  </a:ext>
                </a:extLst>
              </a:tr>
            </a:tbl>
          </a:graphicData>
        </a:graphic>
      </p:graphicFrame>
      <p:sp>
        <p:nvSpPr>
          <p:cNvPr id="11" name="TextBox 10">
            <a:extLst>
              <a:ext uri="{FF2B5EF4-FFF2-40B4-BE49-F238E27FC236}">
                <a16:creationId xmlns:a16="http://schemas.microsoft.com/office/drawing/2014/main" id="{9ABB2DB1-E4DC-EFB0-D3B1-9FD5F7CBBB95}"/>
              </a:ext>
            </a:extLst>
          </p:cNvPr>
          <p:cNvSpPr txBox="1"/>
          <p:nvPr/>
        </p:nvSpPr>
        <p:spPr>
          <a:xfrm>
            <a:off x="760608" y="3875962"/>
            <a:ext cx="6094476" cy="369332"/>
          </a:xfrm>
          <a:prstGeom prst="rect">
            <a:avLst/>
          </a:prstGeom>
          <a:noFill/>
        </p:spPr>
        <p:txBody>
          <a:bodyPr wrap="square">
            <a:spAutoFit/>
          </a:bodyPr>
          <a:lstStyle/>
          <a:p>
            <a:r>
              <a:rPr lang="en-GB" b="1"/>
              <a:t>Normalized Multipliers</a:t>
            </a:r>
            <a:endParaRPr lang="en-GB" b="1" i="1"/>
          </a:p>
        </p:txBody>
      </p:sp>
    </p:spTree>
    <p:extLst>
      <p:ext uri="{BB962C8B-B14F-4D97-AF65-F5344CB8AC3E}">
        <p14:creationId xmlns:p14="http://schemas.microsoft.com/office/powerpoint/2010/main" val="19744747"/>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08854F-2D8E-BB69-2EEB-01CAAFD84C5F}"/>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A8872BCD-DAE0-83D9-AAB4-9CED8B241842}"/>
              </a:ext>
            </a:extLst>
          </p:cNvPr>
          <p:cNvGraphicFramePr>
            <a:graphicFrameLocks noChangeAspect="1"/>
          </p:cNvGraphicFramePr>
          <p:nvPr>
            <p:custDataLst>
              <p:tags r:id="rId1"/>
            </p:custDataLst>
            <p:extLst>
              <p:ext uri="{D42A27DB-BD31-4B8C-83A1-F6EECF244321}">
                <p14:modId xmlns:p14="http://schemas.microsoft.com/office/powerpoint/2010/main" val="3748265073"/>
              </p:ext>
            </p:extLst>
          </p:nvPr>
        </p:nvGraphicFramePr>
        <p:xfrm>
          <a:off x="3176" y="1588"/>
          <a:ext cx="1588" cy="1588"/>
        </p:xfrm>
        <a:graphic>
          <a:graphicData uri="http://schemas.openxmlformats.org/presentationml/2006/ole">
            <mc:AlternateContent xmlns:mc="http://schemas.openxmlformats.org/markup-compatibility/2006">
              <mc:Choice xmlns:v="urn:schemas-microsoft-com:vml" Requires="v">
                <p:oleObj name="think-cell Slide" r:id="rId4" imgW="350" imgH="350" progId="TCLayout.ActiveDocument.1">
                  <p:embed/>
                </p:oleObj>
              </mc:Choice>
              <mc:Fallback>
                <p:oleObj name="think-cell Slide" r:id="rId4" imgW="350" imgH="350" progId="TCLayout.ActiveDocument.1">
                  <p:embed/>
                  <p:pic>
                    <p:nvPicPr>
                      <p:cNvPr id="5" name="think-cell data - do not delete" hidden="1">
                        <a:extLst>
                          <a:ext uri="{FF2B5EF4-FFF2-40B4-BE49-F238E27FC236}">
                            <a16:creationId xmlns:a16="http://schemas.microsoft.com/office/drawing/2014/main" id="{A8872BCD-DAE0-83D9-AAB4-9CED8B241842}"/>
                          </a:ext>
                        </a:extLst>
                      </p:cNvPr>
                      <p:cNvPicPr/>
                      <p:nvPr/>
                    </p:nvPicPr>
                    <p:blipFill>
                      <a:blip r:embed="rId5"/>
                      <a:stretch>
                        <a:fillRect/>
                      </a:stretch>
                    </p:blipFill>
                    <p:spPr>
                      <a:xfrm>
                        <a:off x="3176"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2608D954-2231-7AC4-36B4-D75C59D9FA4D}"/>
              </a:ext>
            </a:extLst>
          </p:cNvPr>
          <p:cNvSpPr>
            <a:spLocks noGrp="1"/>
          </p:cNvSpPr>
          <p:nvPr>
            <p:ph type="title"/>
          </p:nvPr>
        </p:nvSpPr>
        <p:spPr/>
        <p:txBody>
          <a:bodyPr vert="horz"/>
          <a:lstStyle/>
          <a:p>
            <a:r>
              <a:rPr lang="en-GB"/>
              <a:t>Example Calculations</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272409AD-2078-BBE3-D55C-9EF7499805CE}"/>
                  </a:ext>
                </a:extLst>
              </p:cNvPr>
              <p:cNvSpPr txBox="1"/>
              <p:nvPr/>
            </p:nvSpPr>
            <p:spPr>
              <a:xfrm>
                <a:off x="760610" y="887590"/>
                <a:ext cx="10742542" cy="2394695"/>
              </a:xfrm>
              <a:prstGeom prst="rect">
                <a:avLst/>
              </a:prstGeom>
              <a:noFill/>
            </p:spPr>
            <p:txBody>
              <a:bodyPr wrap="square">
                <a:spAutoFit/>
              </a:bodyPr>
              <a:lstStyle/>
              <a:p>
                <a:r>
                  <a:rPr lang="en-GB" sz="2400" dirty="0"/>
                  <a:t>Service Price = Base 3Y Band Price x </a:t>
                </a:r>
                <a14:m>
                  <m:oMath xmlns:m="http://schemas.openxmlformats.org/officeDocument/2006/math">
                    <m:f>
                      <m:fPr>
                        <m:ctrlPr>
                          <a:rPr lang="en-GB" sz="2400" b="0" i="1" smtClean="0">
                            <a:latin typeface="Cambria Math" panose="02040503050406030204" pitchFamily="18" charset="0"/>
                          </a:rPr>
                        </m:ctrlPr>
                      </m:fPr>
                      <m:num>
                        <m:r>
                          <a:rPr lang="en-GB" sz="2400" b="0" i="1" smtClean="0">
                            <a:latin typeface="Cambria Math" panose="02040503050406030204" pitchFamily="18" charset="0"/>
                          </a:rPr>
                          <m:t>𝐹𝑖𝑛𝑎𝑙𝑇𝑒𝑟𝑚𝐹𝑎𝑐𝑡𝑜𝑟</m:t>
                        </m:r>
                        <m:r>
                          <a:rPr lang="en-GB" sz="2400" b="0" i="1" smtClean="0">
                            <a:latin typeface="Cambria Math" panose="02040503050406030204" pitchFamily="18" charset="0"/>
                          </a:rPr>
                          <m:t> </m:t>
                        </m:r>
                        <m:d>
                          <m:dPr>
                            <m:ctrlPr>
                              <a:rPr lang="en-GB" sz="2400" b="0" i="1" smtClean="0">
                                <a:latin typeface="Cambria Math" panose="02040503050406030204" pitchFamily="18" charset="0"/>
                              </a:rPr>
                            </m:ctrlPr>
                          </m:dPr>
                          <m:e>
                            <m:r>
                              <a:rPr lang="en-GB" sz="2400" b="0" i="1" smtClean="0">
                                <a:latin typeface="Cambria Math" panose="02040503050406030204" pitchFamily="18" charset="0"/>
                              </a:rPr>
                              <m:t>𝑇𝑒𝑟𝑚</m:t>
                            </m:r>
                            <m:r>
                              <a:rPr lang="en-GB" sz="2400" b="0" i="1" smtClean="0">
                                <a:latin typeface="Cambria Math" panose="02040503050406030204" pitchFamily="18" charset="0"/>
                              </a:rPr>
                              <m:t>,</m:t>
                            </m:r>
                            <m:r>
                              <m:rPr>
                                <m:nor/>
                              </m:rPr>
                              <a:rPr lang="en-GB" sz="2400" dirty="0"/>
                              <m:t>α</m:t>
                            </m:r>
                            <m:r>
                              <m:rPr>
                                <m:nor/>
                              </m:rPr>
                              <a:rPr lang="en-GB" sz="2400" b="0" i="0" dirty="0" smtClean="0"/>
                              <m:t>,</m:t>
                            </m:r>
                            <m:r>
                              <m:rPr>
                                <m:nor/>
                              </m:rPr>
                              <a:rPr lang="en-GB" sz="2400" dirty="0"/>
                              <m:t>γ</m:t>
                            </m:r>
                          </m:e>
                        </m:d>
                        <m:r>
                          <a:rPr lang="en-GB" sz="2400" b="0" i="1" smtClean="0">
                            <a:latin typeface="Cambria Math" panose="02040503050406030204" pitchFamily="18" charset="0"/>
                          </a:rPr>
                          <m:t> </m:t>
                        </m:r>
                      </m:num>
                      <m:den>
                        <m:r>
                          <a:rPr lang="en-GB" sz="2400" b="0" i="1" smtClean="0">
                            <a:latin typeface="Cambria Math" panose="02040503050406030204" pitchFamily="18" charset="0"/>
                          </a:rPr>
                          <m:t>𝐹𝑖𝑛𝑎𝑙𝑇𝑒𝑟𝑚𝐹𝑎𝑐𝑡𝑜𝑟</m:t>
                        </m:r>
                        <m:r>
                          <a:rPr lang="en-GB" sz="2400" b="0" i="1" smtClean="0">
                            <a:latin typeface="Cambria Math" panose="02040503050406030204" pitchFamily="18" charset="0"/>
                          </a:rPr>
                          <m:t> (3</m:t>
                        </m:r>
                        <m:r>
                          <a:rPr lang="en-GB" sz="2400" b="0" i="1" smtClean="0">
                            <a:latin typeface="Cambria Math" panose="02040503050406030204" pitchFamily="18" charset="0"/>
                          </a:rPr>
                          <m:t>𝑌</m:t>
                        </m:r>
                        <m:r>
                          <a:rPr lang="en-GB" sz="2400" b="0" i="1" smtClean="0">
                            <a:latin typeface="Cambria Math" panose="02040503050406030204" pitchFamily="18" charset="0"/>
                          </a:rPr>
                          <m:t>,</m:t>
                        </m:r>
                        <m:r>
                          <m:rPr>
                            <m:nor/>
                          </m:rPr>
                          <a:rPr lang="en-GB" sz="2400" dirty="0"/>
                          <m:t>α</m:t>
                        </m:r>
                        <m:r>
                          <m:rPr>
                            <m:nor/>
                          </m:rPr>
                          <a:rPr lang="en-GB" sz="2400" dirty="0"/>
                          <m:t>,</m:t>
                        </m:r>
                        <m:r>
                          <m:rPr>
                            <m:nor/>
                          </m:rPr>
                          <a:rPr lang="en-GB" sz="2400" dirty="0"/>
                          <m:t>γ</m:t>
                        </m:r>
                        <m:r>
                          <a:rPr lang="en-GB" sz="2400" b="0" i="1" smtClean="0">
                            <a:latin typeface="Cambria Math" panose="02040503050406030204" pitchFamily="18" charset="0"/>
                          </a:rPr>
                          <m:t>)</m:t>
                        </m:r>
                      </m:den>
                    </m:f>
                  </m:oMath>
                </a14:m>
                <a:r>
                  <a:rPr lang="en-GB" sz="2400" b="0" dirty="0"/>
                  <a:t> x </a:t>
                </a:r>
                <a:r>
                  <a:rPr lang="en-GB" sz="2400" b="0" dirty="0" err="1"/>
                  <a:t>TierFactor</a:t>
                </a:r>
                <a:endParaRPr lang="en-GB" sz="2400" b="0" dirty="0"/>
              </a:p>
              <a:p>
                <a:r>
                  <a:rPr lang="en-GB" sz="1600" b="1" dirty="0"/>
                  <a:t>Tier Factors: Depot 0.55 Onsite 0.75 PS 1.00 PSP 1.4</a:t>
                </a:r>
              </a:p>
              <a:p>
                <a:endParaRPr lang="en-GB" sz="2000" b="1" dirty="0"/>
              </a:p>
              <a:p>
                <a:r>
                  <a:rPr lang="en-GB" sz="2000" b="1" dirty="0"/>
                  <a:t>Example (NA TP Halo)</a:t>
                </a:r>
              </a:p>
              <a:p>
                <a:pPr marL="285750" indent="-285750">
                  <a:buFont typeface="Arial" panose="020B0604020202020204" pitchFamily="34" charset="0"/>
                  <a:buChar char="•"/>
                </a:pPr>
                <a:r>
                  <a:rPr lang="en-GB" dirty="0"/>
                  <a:t>Band E -&gt; HW AUR $1700</a:t>
                </a:r>
              </a:p>
              <a:p>
                <a:pPr marL="285750" indent="-285750">
                  <a:buFont typeface="Arial" panose="020B0604020202020204" pitchFamily="34" charset="0"/>
                  <a:buChar char="•"/>
                </a:pPr>
                <a:r>
                  <a:rPr lang="en-GB" dirty="0"/>
                  <a:t>3Y PS Price: $280</a:t>
                </a:r>
              </a:p>
              <a:p>
                <a:endParaRPr lang="en-GB" dirty="0"/>
              </a:p>
            </p:txBody>
          </p:sp>
        </mc:Choice>
        <mc:Fallback xmlns="">
          <p:sp>
            <p:nvSpPr>
              <p:cNvPr id="10" name="TextBox 9">
                <a:extLst>
                  <a:ext uri="{FF2B5EF4-FFF2-40B4-BE49-F238E27FC236}">
                    <a16:creationId xmlns:a16="http://schemas.microsoft.com/office/drawing/2014/main" id="{272409AD-2078-BBE3-D55C-9EF7499805CE}"/>
                  </a:ext>
                </a:extLst>
              </p:cNvPr>
              <p:cNvSpPr txBox="1">
                <a:spLocks noRot="1" noChangeAspect="1" noMove="1" noResize="1" noEditPoints="1" noAdjustHandles="1" noChangeArrowheads="1" noChangeShapeType="1" noTextEdit="1"/>
              </p:cNvSpPr>
              <p:nvPr/>
            </p:nvSpPr>
            <p:spPr>
              <a:xfrm>
                <a:off x="760610" y="887590"/>
                <a:ext cx="10742542" cy="2394695"/>
              </a:xfrm>
              <a:prstGeom prst="rect">
                <a:avLst/>
              </a:prstGeom>
              <a:blipFill>
                <a:blip r:embed="rId6"/>
                <a:stretch>
                  <a:fillRect l="-908"/>
                </a:stretch>
              </a:blipFill>
            </p:spPr>
            <p:txBody>
              <a:bodyPr/>
              <a:lstStyle/>
              <a:p>
                <a:r>
                  <a:rPr lang="en-GB">
                    <a:noFill/>
                  </a:rPr>
                  <a:t> </a:t>
                </a:r>
              </a:p>
            </p:txBody>
          </p:sp>
        </mc:Fallback>
      </mc:AlternateContent>
      <p:graphicFrame>
        <p:nvGraphicFramePr>
          <p:cNvPr id="13" name="Table 12">
            <a:extLst>
              <a:ext uri="{FF2B5EF4-FFF2-40B4-BE49-F238E27FC236}">
                <a16:creationId xmlns:a16="http://schemas.microsoft.com/office/drawing/2014/main" id="{49CE6A51-5885-A0C5-8C76-2F3C24E65164}"/>
              </a:ext>
            </a:extLst>
          </p:cNvPr>
          <p:cNvGraphicFramePr>
            <a:graphicFrameLocks noGrp="1"/>
          </p:cNvGraphicFramePr>
          <p:nvPr>
            <p:extLst>
              <p:ext uri="{D42A27DB-BD31-4B8C-83A1-F6EECF244321}">
                <p14:modId xmlns:p14="http://schemas.microsoft.com/office/powerpoint/2010/main" val="3799726484"/>
              </p:ext>
            </p:extLst>
          </p:nvPr>
        </p:nvGraphicFramePr>
        <p:xfrm>
          <a:off x="760608" y="3172703"/>
          <a:ext cx="10670778" cy="2698707"/>
        </p:xfrm>
        <a:graphic>
          <a:graphicData uri="http://schemas.openxmlformats.org/drawingml/2006/table">
            <a:tbl>
              <a:tblPr firstRow="1" bandRow="1">
                <a:tableStyleId>{93296810-A885-4BE3-A3E7-6D5BEEA58F35}</a:tableStyleId>
              </a:tblPr>
              <a:tblGrid>
                <a:gridCol w="1365084">
                  <a:extLst>
                    <a:ext uri="{9D8B030D-6E8A-4147-A177-3AD203B41FA5}">
                      <a16:colId xmlns:a16="http://schemas.microsoft.com/office/drawing/2014/main" val="1666715712"/>
                    </a:ext>
                  </a:extLst>
                </a:gridCol>
                <a:gridCol w="1416978">
                  <a:extLst>
                    <a:ext uri="{9D8B030D-6E8A-4147-A177-3AD203B41FA5}">
                      <a16:colId xmlns:a16="http://schemas.microsoft.com/office/drawing/2014/main" val="2685092813"/>
                    </a:ext>
                  </a:extLst>
                </a:gridCol>
                <a:gridCol w="1416978">
                  <a:extLst>
                    <a:ext uri="{9D8B030D-6E8A-4147-A177-3AD203B41FA5}">
                      <a16:colId xmlns:a16="http://schemas.microsoft.com/office/drawing/2014/main" val="1718740649"/>
                    </a:ext>
                  </a:extLst>
                </a:gridCol>
                <a:gridCol w="1416978">
                  <a:extLst>
                    <a:ext uri="{9D8B030D-6E8A-4147-A177-3AD203B41FA5}">
                      <a16:colId xmlns:a16="http://schemas.microsoft.com/office/drawing/2014/main" val="194313785"/>
                    </a:ext>
                  </a:extLst>
                </a:gridCol>
                <a:gridCol w="1684920">
                  <a:extLst>
                    <a:ext uri="{9D8B030D-6E8A-4147-A177-3AD203B41FA5}">
                      <a16:colId xmlns:a16="http://schemas.microsoft.com/office/drawing/2014/main" val="4128419088"/>
                    </a:ext>
                  </a:extLst>
                </a:gridCol>
                <a:gridCol w="1684920">
                  <a:extLst>
                    <a:ext uri="{9D8B030D-6E8A-4147-A177-3AD203B41FA5}">
                      <a16:colId xmlns:a16="http://schemas.microsoft.com/office/drawing/2014/main" val="3480854187"/>
                    </a:ext>
                  </a:extLst>
                </a:gridCol>
                <a:gridCol w="1684920">
                  <a:extLst>
                    <a:ext uri="{9D8B030D-6E8A-4147-A177-3AD203B41FA5}">
                      <a16:colId xmlns:a16="http://schemas.microsoft.com/office/drawing/2014/main" val="572188954"/>
                    </a:ext>
                  </a:extLst>
                </a:gridCol>
              </a:tblGrid>
              <a:tr h="522182">
                <a:tc>
                  <a:txBody>
                    <a:bodyPr/>
                    <a:lstStyle/>
                    <a:p>
                      <a:pPr algn="ctr"/>
                      <a:r>
                        <a:rPr lang="en-GB" sz="1200" dirty="0"/>
                        <a:t>Term (Years)</a:t>
                      </a:r>
                    </a:p>
                  </a:txBody>
                  <a:tcPr anchor="ctr"/>
                </a:tc>
                <a:tc>
                  <a:txBody>
                    <a:bodyPr/>
                    <a:lstStyle/>
                    <a:p>
                      <a:pPr marL="0" marR="0" lvl="0" indent="0" algn="ctr" defTabSz="1218987" rtl="0" eaLnBrk="1" fontAlgn="auto" latinLnBrk="0" hangingPunct="1">
                        <a:lnSpc>
                          <a:spcPct val="100000"/>
                        </a:lnSpc>
                        <a:spcBef>
                          <a:spcPts val="0"/>
                        </a:spcBef>
                        <a:spcAft>
                          <a:spcPts val="0"/>
                        </a:spcAft>
                        <a:buClrTx/>
                        <a:buSzTx/>
                        <a:buFontTx/>
                        <a:buNone/>
                        <a:tabLst/>
                        <a:defRPr/>
                      </a:pPr>
                      <a:r>
                        <a:rPr lang="en-GB" sz="1200" dirty="0"/>
                        <a:t>Depot (0.55x)</a:t>
                      </a:r>
                    </a:p>
                  </a:txBody>
                  <a:tcPr anchor="ctr"/>
                </a:tc>
                <a:tc>
                  <a:txBody>
                    <a:bodyPr/>
                    <a:lstStyle/>
                    <a:p>
                      <a:pPr marL="0" marR="0" lvl="0" indent="0" algn="ctr" defTabSz="1218987" rtl="0" eaLnBrk="1" fontAlgn="auto" latinLnBrk="0" hangingPunct="1">
                        <a:lnSpc>
                          <a:spcPct val="100000"/>
                        </a:lnSpc>
                        <a:spcBef>
                          <a:spcPts val="0"/>
                        </a:spcBef>
                        <a:spcAft>
                          <a:spcPts val="0"/>
                        </a:spcAft>
                        <a:buClrTx/>
                        <a:buSzTx/>
                        <a:buFontTx/>
                        <a:buNone/>
                        <a:tabLst/>
                        <a:defRPr/>
                      </a:pPr>
                      <a:r>
                        <a:rPr lang="en-GB" sz="1200" dirty="0"/>
                        <a:t>Onsite (0.75x)</a:t>
                      </a:r>
                    </a:p>
                  </a:txBody>
                  <a:tcPr anchor="ctr"/>
                </a:tc>
                <a:tc>
                  <a:txBody>
                    <a:bodyPr/>
                    <a:lstStyle/>
                    <a:p>
                      <a:pPr algn="ctr"/>
                      <a:r>
                        <a:rPr lang="en-GB" sz="1200" dirty="0"/>
                        <a:t>Premier Support</a:t>
                      </a:r>
                    </a:p>
                  </a:txBody>
                  <a:tcPr anchor="ctr"/>
                </a:tc>
                <a:tc>
                  <a:txBody>
                    <a:bodyPr/>
                    <a:lstStyle/>
                    <a:p>
                      <a:pPr algn="ctr"/>
                      <a:r>
                        <a:rPr lang="en-GB" sz="1200" dirty="0"/>
                        <a:t>Premier Support Plus (+40%)</a:t>
                      </a:r>
                    </a:p>
                  </a:txBody>
                  <a:tcPr anchor="ctr"/>
                </a:tc>
                <a:tc>
                  <a:txBody>
                    <a:bodyPr/>
                    <a:lstStyle/>
                    <a:p>
                      <a:pPr marL="0" marR="0" lvl="0" indent="0" algn="ctr" defTabSz="1218987" rtl="0" eaLnBrk="1" fontAlgn="auto" latinLnBrk="0" hangingPunct="1">
                        <a:lnSpc>
                          <a:spcPct val="100000"/>
                        </a:lnSpc>
                        <a:spcBef>
                          <a:spcPts val="0"/>
                        </a:spcBef>
                        <a:spcAft>
                          <a:spcPts val="0"/>
                        </a:spcAft>
                        <a:buClrTx/>
                        <a:buSzTx/>
                        <a:buFontTx/>
                        <a:buNone/>
                        <a:tabLst/>
                        <a:defRPr/>
                      </a:pPr>
                      <a:r>
                        <a:rPr lang="en-GB" sz="1200" dirty="0"/>
                        <a:t>PS today as % of list</a:t>
                      </a:r>
                    </a:p>
                  </a:txBody>
                  <a:tcPr anchor="ctr"/>
                </a:tc>
                <a:tc>
                  <a:txBody>
                    <a:bodyPr/>
                    <a:lstStyle/>
                    <a:p>
                      <a:pPr marL="0" marR="0" lvl="0" indent="0" algn="ctr" defTabSz="1218987" rtl="0" eaLnBrk="1" fontAlgn="auto" latinLnBrk="0" hangingPunct="1">
                        <a:lnSpc>
                          <a:spcPct val="100000"/>
                        </a:lnSpc>
                        <a:spcBef>
                          <a:spcPts val="0"/>
                        </a:spcBef>
                        <a:spcAft>
                          <a:spcPts val="0"/>
                        </a:spcAft>
                        <a:buClrTx/>
                        <a:buSzTx/>
                        <a:buFontTx/>
                        <a:buNone/>
                        <a:tabLst/>
                        <a:defRPr/>
                      </a:pPr>
                      <a:r>
                        <a:rPr lang="en-GB" sz="1200" dirty="0"/>
                        <a:t>PSP today as % of list</a:t>
                      </a:r>
                    </a:p>
                  </a:txBody>
                  <a:tcPr anchor="ctr"/>
                </a:tc>
                <a:extLst>
                  <a:ext uri="{0D108BD9-81ED-4DB2-BD59-A6C34878D82A}">
                    <a16:rowId xmlns:a16="http://schemas.microsoft.com/office/drawing/2014/main" val="1363275246"/>
                  </a:ext>
                </a:extLst>
              </a:tr>
              <a:tr h="435305">
                <a:tc>
                  <a:txBody>
                    <a:bodyPr/>
                    <a:lstStyle/>
                    <a:p>
                      <a:pPr algn="ctr"/>
                      <a:r>
                        <a:rPr lang="en-GB" sz="1200">
                          <a:latin typeface="+mn-lt"/>
                        </a:rPr>
                        <a:t>1Y</a:t>
                      </a:r>
                    </a:p>
                  </a:txBody>
                  <a:tcPr anchor="ctr"/>
                </a:tc>
                <a:tc>
                  <a:txBody>
                    <a:bodyPr/>
                    <a:lstStyle/>
                    <a:p>
                      <a:pPr algn="ctr" fontAlgn="b">
                        <a:buNone/>
                      </a:pPr>
                      <a:endParaRPr lang="en-GB" sz="1200" b="0" i="0" u="none" strike="noStrike" dirty="0">
                        <a:solidFill>
                          <a:srgbClr val="000000"/>
                        </a:solidFill>
                        <a:effectLst/>
                        <a:latin typeface="Aptos Narrow" panose="020B0004020202020204" pitchFamily="34" charset="0"/>
                      </a:endParaRPr>
                    </a:p>
                  </a:txBody>
                  <a:tcPr marL="6350" marR="6350" marT="6350" marB="0" anchor="ctr"/>
                </a:tc>
                <a:tc>
                  <a:txBody>
                    <a:bodyPr/>
                    <a:lstStyle/>
                    <a:p>
                      <a:pPr algn="ctr" fontAlgn="b">
                        <a:buNone/>
                      </a:pPr>
                      <a:r>
                        <a:rPr lang="en-GB" sz="1200" b="0" i="0" u="none" strike="noStrike" dirty="0">
                          <a:solidFill>
                            <a:srgbClr val="000000"/>
                          </a:solidFill>
                          <a:effectLst/>
                          <a:latin typeface="Aptos Narrow" panose="020B0004020202020204" pitchFamily="34" charset="0"/>
                        </a:rPr>
                        <a:t>$109 (6%)</a:t>
                      </a:r>
                    </a:p>
                  </a:txBody>
                  <a:tcPr marL="6350" marR="6350" marT="6350" marB="0" anchor="ctr"/>
                </a:tc>
                <a:tc>
                  <a:txBody>
                    <a:bodyPr/>
                    <a:lstStyle/>
                    <a:p>
                      <a:pPr algn="ctr" fontAlgn="b">
                        <a:buNone/>
                      </a:pPr>
                      <a:r>
                        <a:rPr lang="en-GB" sz="1200" b="0" i="0" u="none" strike="noStrike" dirty="0">
                          <a:solidFill>
                            <a:srgbClr val="000000"/>
                          </a:solidFill>
                          <a:effectLst/>
                          <a:latin typeface="Aptos Narrow" panose="020B0004020202020204" pitchFamily="34" charset="0"/>
                        </a:rPr>
                        <a:t>$146 (9%)</a:t>
                      </a:r>
                    </a:p>
                  </a:txBody>
                  <a:tcPr marL="6350" marR="6350" marT="6350" marB="0" anchor="ctr"/>
                </a:tc>
                <a:tc>
                  <a:txBody>
                    <a:bodyPr/>
                    <a:lstStyle/>
                    <a:p>
                      <a:pPr algn="ctr" fontAlgn="b">
                        <a:buNone/>
                      </a:pPr>
                      <a:r>
                        <a:rPr lang="en-GB" sz="1200" b="0" i="0" u="none" strike="noStrike" dirty="0">
                          <a:solidFill>
                            <a:srgbClr val="000000"/>
                          </a:solidFill>
                          <a:effectLst/>
                          <a:latin typeface="Aptos Narrow" panose="020B0004020202020204" pitchFamily="34" charset="0"/>
                        </a:rPr>
                        <a:t>$204 (12%)</a:t>
                      </a:r>
                    </a:p>
                  </a:txBody>
                  <a:tcPr marL="6350" marR="6350" marT="6350" marB="0" anchor="ctr"/>
                </a:tc>
                <a:tc>
                  <a:txBody>
                    <a:bodyPr/>
                    <a:lstStyle/>
                    <a:p>
                      <a:pPr algn="ctr" fontAlgn="b">
                        <a:buNone/>
                      </a:pPr>
                      <a:r>
                        <a:rPr lang="en-GB" sz="1200" b="0" i="0" u="none" strike="noStrike" dirty="0">
                          <a:solidFill>
                            <a:srgbClr val="000000"/>
                          </a:solidFill>
                          <a:effectLst/>
                          <a:latin typeface="Aptos Narrow" panose="020B0004020202020204" pitchFamily="34" charset="0"/>
                        </a:rPr>
                        <a:t>3%</a:t>
                      </a:r>
                    </a:p>
                  </a:txBody>
                  <a:tcPr marL="6350" marR="6350" marT="6350" marB="0" anchor="ctr"/>
                </a:tc>
                <a:tc>
                  <a:txBody>
                    <a:bodyPr/>
                    <a:lstStyle/>
                    <a:p>
                      <a:pPr algn="ctr" fontAlgn="b">
                        <a:buNone/>
                      </a:pPr>
                      <a:r>
                        <a:rPr lang="en-GB" sz="1200" b="0" i="0" u="none" strike="noStrike" dirty="0">
                          <a:solidFill>
                            <a:srgbClr val="000000"/>
                          </a:solidFill>
                          <a:effectLst/>
                          <a:latin typeface="Aptos Narrow" panose="020B0004020202020204" pitchFamily="34" charset="0"/>
                        </a:rPr>
                        <a:t>7%</a:t>
                      </a:r>
                    </a:p>
                  </a:txBody>
                  <a:tcPr marL="6350" marR="6350" marT="6350" marB="0" anchor="ctr"/>
                </a:tc>
                <a:extLst>
                  <a:ext uri="{0D108BD9-81ED-4DB2-BD59-A6C34878D82A}">
                    <a16:rowId xmlns:a16="http://schemas.microsoft.com/office/drawing/2014/main" val="2086337682"/>
                  </a:ext>
                </a:extLst>
              </a:tr>
              <a:tr h="435305">
                <a:tc>
                  <a:txBody>
                    <a:bodyPr/>
                    <a:lstStyle/>
                    <a:p>
                      <a:pPr algn="ctr"/>
                      <a:r>
                        <a:rPr lang="en-GB" sz="1200">
                          <a:latin typeface="+mn-lt"/>
                        </a:rPr>
                        <a:t>2Y</a:t>
                      </a:r>
                    </a:p>
                  </a:txBody>
                  <a:tcPr anchor="ctr"/>
                </a:tc>
                <a:tc>
                  <a:txBody>
                    <a:bodyPr/>
                    <a:lstStyle/>
                    <a:p>
                      <a:pPr algn="ctr" fontAlgn="b">
                        <a:buNone/>
                      </a:pPr>
                      <a:r>
                        <a:rPr lang="en-GB" sz="1200" b="0" i="0" u="none" strike="noStrike" dirty="0">
                          <a:solidFill>
                            <a:srgbClr val="000000"/>
                          </a:solidFill>
                          <a:effectLst/>
                          <a:latin typeface="Aptos Narrow" panose="020B0004020202020204" pitchFamily="34" charset="0"/>
                        </a:rPr>
                        <a:t>$127 (5%)</a:t>
                      </a:r>
                    </a:p>
                  </a:txBody>
                  <a:tcPr marL="6350" marR="6350" marT="6350" marB="0" anchor="ctr"/>
                </a:tc>
                <a:tc>
                  <a:txBody>
                    <a:bodyPr/>
                    <a:lstStyle/>
                    <a:p>
                      <a:pPr algn="ctr" fontAlgn="b">
                        <a:buNone/>
                      </a:pPr>
                      <a:r>
                        <a:rPr lang="en-GB" sz="1200" b="0" i="0" u="none" strike="noStrike" dirty="0">
                          <a:solidFill>
                            <a:srgbClr val="000000"/>
                          </a:solidFill>
                          <a:effectLst/>
                          <a:latin typeface="Aptos Narrow" panose="020B0004020202020204" pitchFamily="34" charset="0"/>
                        </a:rPr>
                        <a:t>$173 (10%)</a:t>
                      </a:r>
                    </a:p>
                  </a:txBody>
                  <a:tcPr marL="6350" marR="6350" marT="6350" marB="0" anchor="ctr"/>
                </a:tc>
                <a:tc>
                  <a:txBody>
                    <a:bodyPr/>
                    <a:lstStyle/>
                    <a:p>
                      <a:pPr algn="ctr" fontAlgn="b">
                        <a:buNone/>
                      </a:pPr>
                      <a:r>
                        <a:rPr lang="en-GB" sz="1200" b="0" i="0" u="none" strike="noStrike" dirty="0">
                          <a:solidFill>
                            <a:srgbClr val="000000"/>
                          </a:solidFill>
                          <a:effectLst/>
                          <a:latin typeface="Aptos Narrow" panose="020B0004020202020204" pitchFamily="34" charset="0"/>
                        </a:rPr>
                        <a:t>$231 (14%)</a:t>
                      </a:r>
                    </a:p>
                  </a:txBody>
                  <a:tcPr marL="6350" marR="6350" marT="6350" marB="0" anchor="ctr"/>
                </a:tc>
                <a:tc>
                  <a:txBody>
                    <a:bodyPr/>
                    <a:lstStyle/>
                    <a:p>
                      <a:pPr algn="ctr" fontAlgn="b">
                        <a:buNone/>
                      </a:pPr>
                      <a:r>
                        <a:rPr lang="en-GB" sz="1200" b="0" i="0" u="none" strike="noStrike" dirty="0">
                          <a:solidFill>
                            <a:srgbClr val="000000"/>
                          </a:solidFill>
                          <a:effectLst/>
                          <a:latin typeface="Aptos Narrow" panose="020B0004020202020204" pitchFamily="34" charset="0"/>
                        </a:rPr>
                        <a:t>$323 (19%)</a:t>
                      </a:r>
                    </a:p>
                  </a:txBody>
                  <a:tcPr marL="6350" marR="6350" marT="6350" marB="0" anchor="ctr"/>
                </a:tc>
                <a:tc>
                  <a:txBody>
                    <a:bodyPr/>
                    <a:lstStyle/>
                    <a:p>
                      <a:pPr algn="ctr" fontAlgn="b">
                        <a:buNone/>
                      </a:pPr>
                      <a:r>
                        <a:rPr lang="en-GB" sz="1200" b="0" i="0" u="none" strike="noStrike" dirty="0">
                          <a:solidFill>
                            <a:srgbClr val="000000"/>
                          </a:solidFill>
                          <a:effectLst/>
                          <a:latin typeface="Aptos Narrow" panose="020B0004020202020204" pitchFamily="34" charset="0"/>
                        </a:rPr>
                        <a:t>9%</a:t>
                      </a:r>
                    </a:p>
                  </a:txBody>
                  <a:tcPr marL="6350" marR="6350" marT="6350" marB="0" anchor="ctr"/>
                </a:tc>
                <a:tc>
                  <a:txBody>
                    <a:bodyPr/>
                    <a:lstStyle/>
                    <a:p>
                      <a:pPr algn="ctr" fontAlgn="b">
                        <a:buNone/>
                      </a:pPr>
                      <a:r>
                        <a:rPr lang="en-GB" sz="1200" b="0" i="0" u="none" strike="noStrike" dirty="0">
                          <a:solidFill>
                            <a:srgbClr val="000000"/>
                          </a:solidFill>
                          <a:effectLst/>
                          <a:latin typeface="Aptos Narrow" panose="020B0004020202020204" pitchFamily="34" charset="0"/>
                        </a:rPr>
                        <a:t>15%</a:t>
                      </a:r>
                    </a:p>
                  </a:txBody>
                  <a:tcPr marL="6350" marR="6350" marT="6350" marB="0" anchor="ctr"/>
                </a:tc>
                <a:extLst>
                  <a:ext uri="{0D108BD9-81ED-4DB2-BD59-A6C34878D82A}">
                    <a16:rowId xmlns:a16="http://schemas.microsoft.com/office/drawing/2014/main" val="2981559497"/>
                  </a:ext>
                </a:extLst>
              </a:tr>
              <a:tr h="435305">
                <a:tc>
                  <a:txBody>
                    <a:bodyPr/>
                    <a:lstStyle/>
                    <a:p>
                      <a:pPr algn="ctr"/>
                      <a:r>
                        <a:rPr lang="en-GB" sz="1200">
                          <a:latin typeface="+mn-lt"/>
                        </a:rPr>
                        <a:t>3Y</a:t>
                      </a:r>
                    </a:p>
                  </a:txBody>
                  <a:tcPr anchor="ctr"/>
                </a:tc>
                <a:tc>
                  <a:txBody>
                    <a:bodyPr/>
                    <a:lstStyle/>
                    <a:p>
                      <a:pPr algn="ctr" fontAlgn="b">
                        <a:buNone/>
                      </a:pPr>
                      <a:r>
                        <a:rPr lang="en-GB" sz="1200" b="0" i="0" u="none" strike="noStrike" dirty="0">
                          <a:solidFill>
                            <a:srgbClr val="000000"/>
                          </a:solidFill>
                          <a:effectLst/>
                          <a:latin typeface="Aptos Narrow" panose="020B0004020202020204" pitchFamily="34" charset="0"/>
                        </a:rPr>
                        <a:t>$155 (7%)</a:t>
                      </a:r>
                    </a:p>
                  </a:txBody>
                  <a:tcPr marL="6350" marR="6350" marT="6350" marB="0" anchor="ctr"/>
                </a:tc>
                <a:tc>
                  <a:txBody>
                    <a:bodyPr/>
                    <a:lstStyle/>
                    <a:p>
                      <a:pPr algn="ctr" fontAlgn="b">
                        <a:buNone/>
                      </a:pPr>
                      <a:r>
                        <a:rPr lang="en-GB" sz="1200" b="0" i="0" u="none" strike="noStrike" dirty="0">
                          <a:solidFill>
                            <a:srgbClr val="000000"/>
                          </a:solidFill>
                          <a:effectLst/>
                          <a:latin typeface="Aptos Narrow" panose="020B0004020202020204" pitchFamily="34" charset="0"/>
                        </a:rPr>
                        <a:t>$210 (12%)</a:t>
                      </a:r>
                    </a:p>
                  </a:txBody>
                  <a:tcPr marL="6350" marR="6350" marT="6350" marB="0" anchor="ctr"/>
                </a:tc>
                <a:tc>
                  <a:txBody>
                    <a:bodyPr/>
                    <a:lstStyle/>
                    <a:p>
                      <a:pPr algn="ctr" fontAlgn="b">
                        <a:buNone/>
                      </a:pPr>
                      <a:r>
                        <a:rPr lang="en-GB" sz="1200" b="0" i="0" u="none" strike="noStrike" dirty="0">
                          <a:solidFill>
                            <a:srgbClr val="000000"/>
                          </a:solidFill>
                          <a:effectLst/>
                          <a:latin typeface="Aptos Narrow" panose="020B0004020202020204" pitchFamily="34" charset="0"/>
                        </a:rPr>
                        <a:t>$280 (16%)</a:t>
                      </a:r>
                    </a:p>
                  </a:txBody>
                  <a:tcPr marL="6350" marR="6350" marT="6350" marB="0" anchor="ctr"/>
                </a:tc>
                <a:tc>
                  <a:txBody>
                    <a:bodyPr/>
                    <a:lstStyle/>
                    <a:p>
                      <a:pPr algn="ctr" fontAlgn="b">
                        <a:buNone/>
                      </a:pPr>
                      <a:r>
                        <a:rPr lang="en-GB" sz="1200" b="0" i="0" u="none" strike="noStrike" dirty="0">
                          <a:solidFill>
                            <a:srgbClr val="000000"/>
                          </a:solidFill>
                          <a:effectLst/>
                          <a:latin typeface="Aptos Narrow" panose="020B0004020202020204" pitchFamily="34" charset="0"/>
                        </a:rPr>
                        <a:t>$392 (23%)</a:t>
                      </a:r>
                    </a:p>
                  </a:txBody>
                  <a:tcPr marL="6350" marR="6350" marT="6350" marB="0" anchor="ctr"/>
                </a:tc>
                <a:tc>
                  <a:txBody>
                    <a:bodyPr/>
                    <a:lstStyle/>
                    <a:p>
                      <a:pPr algn="ctr" fontAlgn="b">
                        <a:buNone/>
                      </a:pPr>
                      <a:r>
                        <a:rPr lang="en-GB" sz="1200" b="0" i="0" u="none" strike="noStrike" dirty="0">
                          <a:solidFill>
                            <a:srgbClr val="000000"/>
                          </a:solidFill>
                          <a:effectLst/>
                          <a:latin typeface="Aptos Narrow" panose="020B0004020202020204" pitchFamily="34" charset="0"/>
                        </a:rPr>
                        <a:t>16%</a:t>
                      </a:r>
                    </a:p>
                  </a:txBody>
                  <a:tcPr marL="6350" marR="6350" marT="6350" marB="0" anchor="ctr"/>
                </a:tc>
                <a:tc>
                  <a:txBody>
                    <a:bodyPr/>
                    <a:lstStyle/>
                    <a:p>
                      <a:pPr algn="ctr" fontAlgn="b">
                        <a:buNone/>
                      </a:pPr>
                      <a:r>
                        <a:rPr lang="en-GB" sz="1200" b="0" i="0" u="none" strike="noStrike" dirty="0">
                          <a:solidFill>
                            <a:srgbClr val="000000"/>
                          </a:solidFill>
                          <a:effectLst/>
                          <a:latin typeface="Aptos Narrow" panose="020B0004020202020204" pitchFamily="34" charset="0"/>
                        </a:rPr>
                        <a:t>22%</a:t>
                      </a:r>
                    </a:p>
                  </a:txBody>
                  <a:tcPr marL="6350" marR="6350" marT="6350" marB="0" anchor="ctr"/>
                </a:tc>
                <a:extLst>
                  <a:ext uri="{0D108BD9-81ED-4DB2-BD59-A6C34878D82A}">
                    <a16:rowId xmlns:a16="http://schemas.microsoft.com/office/drawing/2014/main" val="1559112507"/>
                  </a:ext>
                </a:extLst>
              </a:tr>
              <a:tr h="435305">
                <a:tc>
                  <a:txBody>
                    <a:bodyPr/>
                    <a:lstStyle/>
                    <a:p>
                      <a:pPr algn="ctr"/>
                      <a:r>
                        <a:rPr lang="en-GB" sz="1200">
                          <a:latin typeface="+mn-lt"/>
                        </a:rPr>
                        <a:t>4Y</a:t>
                      </a:r>
                    </a:p>
                  </a:txBody>
                  <a:tcPr anchor="ctr"/>
                </a:tc>
                <a:tc>
                  <a:txBody>
                    <a:bodyPr/>
                    <a:lstStyle/>
                    <a:p>
                      <a:pPr algn="ctr" fontAlgn="b">
                        <a:buNone/>
                      </a:pPr>
                      <a:r>
                        <a:rPr lang="en-GB" sz="1200" b="0" i="0" u="none" strike="noStrike" dirty="0">
                          <a:solidFill>
                            <a:srgbClr val="000000"/>
                          </a:solidFill>
                          <a:effectLst/>
                          <a:latin typeface="Aptos Narrow" panose="020B0004020202020204" pitchFamily="34" charset="0"/>
                        </a:rPr>
                        <a:t>$174 (9%)</a:t>
                      </a:r>
                    </a:p>
                  </a:txBody>
                  <a:tcPr marL="6350" marR="6350" marT="6350" marB="0" anchor="ctr"/>
                </a:tc>
                <a:tc>
                  <a:txBody>
                    <a:bodyPr/>
                    <a:lstStyle/>
                    <a:p>
                      <a:pPr algn="ctr" fontAlgn="b">
                        <a:buNone/>
                      </a:pPr>
                      <a:r>
                        <a:rPr lang="en-GB" sz="1200" b="0" i="0" u="none" strike="noStrike" dirty="0">
                          <a:solidFill>
                            <a:srgbClr val="000000"/>
                          </a:solidFill>
                          <a:effectLst/>
                          <a:latin typeface="Aptos Narrow" panose="020B0004020202020204" pitchFamily="34" charset="0"/>
                        </a:rPr>
                        <a:t>$242 (14%)</a:t>
                      </a:r>
                    </a:p>
                  </a:txBody>
                  <a:tcPr marL="6350" marR="6350" marT="6350" marB="0" anchor="ctr"/>
                </a:tc>
                <a:tc>
                  <a:txBody>
                    <a:bodyPr/>
                    <a:lstStyle/>
                    <a:p>
                      <a:pPr algn="ctr" fontAlgn="b">
                        <a:buNone/>
                      </a:pPr>
                      <a:r>
                        <a:rPr lang="en-GB" sz="1200" b="0" i="0" u="none" strike="noStrike" dirty="0">
                          <a:solidFill>
                            <a:srgbClr val="000000"/>
                          </a:solidFill>
                          <a:effectLst/>
                          <a:latin typeface="Aptos Narrow" panose="020B0004020202020204" pitchFamily="34" charset="0"/>
                        </a:rPr>
                        <a:t>$343 (20%)</a:t>
                      </a:r>
                    </a:p>
                  </a:txBody>
                  <a:tcPr marL="6350" marR="6350" marT="6350" marB="0" anchor="ctr"/>
                </a:tc>
                <a:tc>
                  <a:txBody>
                    <a:bodyPr/>
                    <a:lstStyle/>
                    <a:p>
                      <a:pPr algn="ctr" fontAlgn="b">
                        <a:buNone/>
                      </a:pPr>
                      <a:r>
                        <a:rPr lang="en-GB" sz="1200" b="0" i="0" u="none" strike="noStrike" dirty="0">
                          <a:solidFill>
                            <a:srgbClr val="000000"/>
                          </a:solidFill>
                          <a:effectLst/>
                          <a:latin typeface="Aptos Narrow" panose="020B0004020202020204" pitchFamily="34" charset="0"/>
                        </a:rPr>
                        <a:t>$530 (31%)</a:t>
                      </a:r>
                    </a:p>
                  </a:txBody>
                  <a:tcPr marL="6350" marR="6350" marT="6350" marB="0" anchor="ctr"/>
                </a:tc>
                <a:tc>
                  <a:txBody>
                    <a:bodyPr/>
                    <a:lstStyle/>
                    <a:p>
                      <a:pPr algn="ctr" fontAlgn="b">
                        <a:buNone/>
                      </a:pPr>
                      <a:r>
                        <a:rPr lang="en-GB" sz="1200" b="0" i="0" u="none" strike="noStrike" dirty="0">
                          <a:solidFill>
                            <a:srgbClr val="000000"/>
                          </a:solidFill>
                          <a:effectLst/>
                          <a:latin typeface="Aptos Narrow" panose="020B0004020202020204" pitchFamily="34" charset="0"/>
                        </a:rPr>
                        <a:t>26%</a:t>
                      </a:r>
                    </a:p>
                  </a:txBody>
                  <a:tcPr marL="6350" marR="6350" marT="6350" marB="0" anchor="ctr"/>
                </a:tc>
                <a:tc>
                  <a:txBody>
                    <a:bodyPr/>
                    <a:lstStyle/>
                    <a:p>
                      <a:pPr algn="ctr" fontAlgn="b">
                        <a:buNone/>
                      </a:pPr>
                      <a:r>
                        <a:rPr lang="en-GB" sz="1200" b="0" i="0" u="none" strike="noStrike" dirty="0">
                          <a:solidFill>
                            <a:srgbClr val="000000"/>
                          </a:solidFill>
                          <a:effectLst/>
                          <a:latin typeface="Aptos Narrow" panose="020B0004020202020204" pitchFamily="34" charset="0"/>
                        </a:rPr>
                        <a:t>36%</a:t>
                      </a:r>
                    </a:p>
                  </a:txBody>
                  <a:tcPr marL="6350" marR="6350" marT="6350" marB="0" anchor="ctr"/>
                </a:tc>
                <a:extLst>
                  <a:ext uri="{0D108BD9-81ED-4DB2-BD59-A6C34878D82A}">
                    <a16:rowId xmlns:a16="http://schemas.microsoft.com/office/drawing/2014/main" val="3861159966"/>
                  </a:ext>
                </a:extLst>
              </a:tr>
              <a:tr h="435305">
                <a:tc>
                  <a:txBody>
                    <a:bodyPr/>
                    <a:lstStyle/>
                    <a:p>
                      <a:pPr algn="ctr"/>
                      <a:r>
                        <a:rPr lang="en-GB" sz="1200">
                          <a:latin typeface="+mn-lt"/>
                        </a:rPr>
                        <a:t>5Y</a:t>
                      </a:r>
                    </a:p>
                  </a:txBody>
                  <a:tcPr anchor="ctr"/>
                </a:tc>
                <a:tc>
                  <a:txBody>
                    <a:bodyPr/>
                    <a:lstStyle/>
                    <a:p>
                      <a:pPr algn="ctr" fontAlgn="b">
                        <a:buNone/>
                      </a:pPr>
                      <a:r>
                        <a:rPr lang="en-GB" sz="1200" b="0" i="0" u="none" strike="noStrike" dirty="0">
                          <a:solidFill>
                            <a:srgbClr val="000000"/>
                          </a:solidFill>
                          <a:effectLst/>
                          <a:latin typeface="Aptos Narrow" panose="020B0004020202020204" pitchFamily="34" charset="0"/>
                        </a:rPr>
                        <a:t>$188 (11%)</a:t>
                      </a:r>
                    </a:p>
                  </a:txBody>
                  <a:tcPr marL="6350" marR="6350" marT="6350" marB="0" anchor="ctr"/>
                </a:tc>
                <a:tc>
                  <a:txBody>
                    <a:bodyPr/>
                    <a:lstStyle/>
                    <a:p>
                      <a:pPr algn="ctr" fontAlgn="b">
                        <a:buNone/>
                      </a:pPr>
                      <a:r>
                        <a:rPr lang="en-GB" sz="1200" b="0" i="0" u="none" strike="noStrike" dirty="0">
                          <a:solidFill>
                            <a:srgbClr val="000000"/>
                          </a:solidFill>
                          <a:effectLst/>
                          <a:latin typeface="Aptos Narrow" panose="020B0004020202020204" pitchFamily="34" charset="0"/>
                        </a:rPr>
                        <a:t>$269 (16%)</a:t>
                      </a:r>
                    </a:p>
                  </a:txBody>
                  <a:tcPr marL="6350" marR="6350" marT="6350" marB="0" anchor="ctr"/>
                </a:tc>
                <a:tc>
                  <a:txBody>
                    <a:bodyPr/>
                    <a:lstStyle/>
                    <a:p>
                      <a:pPr algn="ctr" fontAlgn="b">
                        <a:buNone/>
                      </a:pPr>
                      <a:r>
                        <a:rPr lang="en-GB" sz="1200" b="0" i="0" u="none" strike="noStrike" dirty="0">
                          <a:solidFill>
                            <a:srgbClr val="000000"/>
                          </a:solidFill>
                          <a:effectLst/>
                          <a:latin typeface="Aptos Narrow" panose="020B0004020202020204" pitchFamily="34" charset="0"/>
                        </a:rPr>
                        <a:t>$404 (24%)</a:t>
                      </a:r>
                    </a:p>
                  </a:txBody>
                  <a:tcPr marL="6350" marR="6350" marT="6350" marB="0" anchor="ctr"/>
                </a:tc>
                <a:tc>
                  <a:txBody>
                    <a:bodyPr/>
                    <a:lstStyle/>
                    <a:p>
                      <a:pPr algn="ctr" fontAlgn="b">
                        <a:buNone/>
                      </a:pPr>
                      <a:r>
                        <a:rPr lang="en-GB" sz="1200" b="0" i="0" u="none" strike="noStrike" dirty="0">
                          <a:solidFill>
                            <a:srgbClr val="000000"/>
                          </a:solidFill>
                          <a:effectLst/>
                          <a:latin typeface="Aptos Narrow" panose="020B0004020202020204" pitchFamily="34" charset="0"/>
                        </a:rPr>
                        <a:t>$684 (40%)</a:t>
                      </a:r>
                    </a:p>
                  </a:txBody>
                  <a:tcPr marL="6350" marR="6350" marT="6350" marB="0" anchor="ctr"/>
                </a:tc>
                <a:tc>
                  <a:txBody>
                    <a:bodyPr/>
                    <a:lstStyle/>
                    <a:p>
                      <a:pPr algn="ctr" fontAlgn="b">
                        <a:buNone/>
                      </a:pPr>
                      <a:r>
                        <a:rPr lang="en-GB" sz="1200" b="0" i="0" u="none" strike="noStrike" dirty="0">
                          <a:solidFill>
                            <a:srgbClr val="000000"/>
                          </a:solidFill>
                          <a:effectLst/>
                          <a:latin typeface="Aptos Narrow" panose="020B0004020202020204" pitchFamily="34" charset="0"/>
                        </a:rPr>
                        <a:t>34%</a:t>
                      </a:r>
                    </a:p>
                  </a:txBody>
                  <a:tcPr marL="6350" marR="6350" marT="6350" marB="0" anchor="ctr"/>
                </a:tc>
                <a:tc>
                  <a:txBody>
                    <a:bodyPr/>
                    <a:lstStyle/>
                    <a:p>
                      <a:pPr algn="ctr" fontAlgn="b">
                        <a:buNone/>
                      </a:pPr>
                      <a:r>
                        <a:rPr lang="en-GB" sz="1200" b="0" i="0" u="none" strike="noStrike" dirty="0">
                          <a:solidFill>
                            <a:srgbClr val="000000"/>
                          </a:solidFill>
                          <a:effectLst/>
                          <a:latin typeface="Aptos Narrow" panose="020B0004020202020204" pitchFamily="34" charset="0"/>
                        </a:rPr>
                        <a:t>45%</a:t>
                      </a:r>
                    </a:p>
                  </a:txBody>
                  <a:tcPr marL="6350" marR="6350" marT="6350" marB="0" anchor="ctr"/>
                </a:tc>
                <a:extLst>
                  <a:ext uri="{0D108BD9-81ED-4DB2-BD59-A6C34878D82A}">
                    <a16:rowId xmlns:a16="http://schemas.microsoft.com/office/drawing/2014/main" val="1188480417"/>
                  </a:ext>
                </a:extLst>
              </a:tr>
            </a:tbl>
          </a:graphicData>
        </a:graphic>
      </p:graphicFrame>
      <p:sp>
        <p:nvSpPr>
          <p:cNvPr id="6" name="TextBox 5">
            <a:extLst>
              <a:ext uri="{FF2B5EF4-FFF2-40B4-BE49-F238E27FC236}">
                <a16:creationId xmlns:a16="http://schemas.microsoft.com/office/drawing/2014/main" id="{C035382E-3795-FF01-53E8-73BA40D1AF0C}"/>
              </a:ext>
            </a:extLst>
          </p:cNvPr>
          <p:cNvSpPr txBox="1"/>
          <p:nvPr/>
        </p:nvSpPr>
        <p:spPr>
          <a:xfrm>
            <a:off x="760609" y="6046140"/>
            <a:ext cx="10670779" cy="369332"/>
          </a:xfrm>
          <a:prstGeom prst="rect">
            <a:avLst/>
          </a:prstGeom>
          <a:noFill/>
        </p:spPr>
        <p:txBody>
          <a:bodyPr wrap="square">
            <a:spAutoFit/>
          </a:bodyPr>
          <a:lstStyle/>
          <a:p>
            <a:r>
              <a:rPr lang="en-GB"/>
              <a:t>Prices scale smoothly with both device value and term length - no dependence on list price cables</a:t>
            </a:r>
          </a:p>
        </p:txBody>
      </p:sp>
    </p:spTree>
    <p:extLst>
      <p:ext uri="{BB962C8B-B14F-4D97-AF65-F5344CB8AC3E}">
        <p14:creationId xmlns:p14="http://schemas.microsoft.com/office/powerpoint/2010/main" val="3327502555"/>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6F0C86-D371-89B5-3E08-4317C6F413DC}"/>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77618F26-906D-9F81-DBC5-542BC6EC9498}"/>
              </a:ext>
            </a:extLst>
          </p:cNvPr>
          <p:cNvGraphicFramePr>
            <a:graphicFrameLocks noChangeAspect="1"/>
          </p:cNvGraphicFramePr>
          <p:nvPr>
            <p:custDataLst>
              <p:tags r:id="rId1"/>
            </p:custDataLst>
          </p:nvPr>
        </p:nvGraphicFramePr>
        <p:xfrm>
          <a:off x="3176" y="1588"/>
          <a:ext cx="1588" cy="1588"/>
        </p:xfrm>
        <a:graphic>
          <a:graphicData uri="http://schemas.openxmlformats.org/presentationml/2006/ole">
            <mc:AlternateContent xmlns:mc="http://schemas.openxmlformats.org/markup-compatibility/2006">
              <mc:Choice xmlns:v="urn:schemas-microsoft-com:vml" Requires="v">
                <p:oleObj name="think-cell Slide" r:id="rId4" imgW="350" imgH="350" progId="TCLayout.ActiveDocument.1">
                  <p:embed/>
                </p:oleObj>
              </mc:Choice>
              <mc:Fallback>
                <p:oleObj name="think-cell Slide" r:id="rId4" imgW="350" imgH="350" progId="TCLayout.ActiveDocument.1">
                  <p:embed/>
                  <p:pic>
                    <p:nvPicPr>
                      <p:cNvPr id="5" name="think-cell data - do not delete" hidden="1">
                        <a:extLst>
                          <a:ext uri="{FF2B5EF4-FFF2-40B4-BE49-F238E27FC236}">
                            <a16:creationId xmlns:a16="http://schemas.microsoft.com/office/drawing/2014/main" id="{77618F26-906D-9F81-DBC5-542BC6EC9498}"/>
                          </a:ext>
                        </a:extLst>
                      </p:cNvPr>
                      <p:cNvPicPr/>
                      <p:nvPr/>
                    </p:nvPicPr>
                    <p:blipFill>
                      <a:blip r:embed="rId5"/>
                      <a:stretch>
                        <a:fillRect/>
                      </a:stretch>
                    </p:blipFill>
                    <p:spPr>
                      <a:xfrm>
                        <a:off x="3176"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29B308B4-C37D-B2FB-B1E3-65BA7AA8D54E}"/>
              </a:ext>
            </a:extLst>
          </p:cNvPr>
          <p:cNvSpPr>
            <a:spLocks noGrp="1"/>
          </p:cNvSpPr>
          <p:nvPr>
            <p:ph type="title"/>
          </p:nvPr>
        </p:nvSpPr>
        <p:spPr/>
        <p:txBody>
          <a:bodyPr vert="horz"/>
          <a:lstStyle/>
          <a:p>
            <a:r>
              <a:rPr lang="en-GB"/>
              <a:t>Example Calculations</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645AA608-7D07-C4FA-8914-ACF729981A61}"/>
                  </a:ext>
                </a:extLst>
              </p:cNvPr>
              <p:cNvSpPr txBox="1"/>
              <p:nvPr/>
            </p:nvSpPr>
            <p:spPr>
              <a:xfrm>
                <a:off x="760610" y="887590"/>
                <a:ext cx="10742542" cy="2394695"/>
              </a:xfrm>
              <a:prstGeom prst="rect">
                <a:avLst/>
              </a:prstGeom>
              <a:noFill/>
            </p:spPr>
            <p:txBody>
              <a:bodyPr wrap="square">
                <a:spAutoFit/>
              </a:bodyPr>
              <a:lstStyle/>
              <a:p>
                <a:r>
                  <a:rPr lang="en-GB" sz="2400" dirty="0"/>
                  <a:t>Service Price = Base 3Y Band Price x </a:t>
                </a:r>
                <a14:m>
                  <m:oMath xmlns:m="http://schemas.openxmlformats.org/officeDocument/2006/math">
                    <m:f>
                      <m:fPr>
                        <m:ctrlPr>
                          <a:rPr lang="en-GB" sz="2400" b="0" i="1" smtClean="0">
                            <a:latin typeface="Cambria Math" panose="02040503050406030204" pitchFamily="18" charset="0"/>
                          </a:rPr>
                        </m:ctrlPr>
                      </m:fPr>
                      <m:num>
                        <m:r>
                          <a:rPr lang="en-GB" sz="2400" b="0" i="1" smtClean="0">
                            <a:latin typeface="Cambria Math" panose="02040503050406030204" pitchFamily="18" charset="0"/>
                          </a:rPr>
                          <m:t>𝐹𝑖𝑛𝑎𝑙𝑇𝑒𝑟𝑚𝐹𝑎𝑐𝑡𝑜𝑟</m:t>
                        </m:r>
                        <m:r>
                          <a:rPr lang="en-GB" sz="2400" b="0" i="1" smtClean="0">
                            <a:latin typeface="Cambria Math" panose="02040503050406030204" pitchFamily="18" charset="0"/>
                          </a:rPr>
                          <m:t> </m:t>
                        </m:r>
                        <m:d>
                          <m:dPr>
                            <m:ctrlPr>
                              <a:rPr lang="en-GB" sz="2400" b="0" i="1" smtClean="0">
                                <a:latin typeface="Cambria Math" panose="02040503050406030204" pitchFamily="18" charset="0"/>
                              </a:rPr>
                            </m:ctrlPr>
                          </m:dPr>
                          <m:e>
                            <m:r>
                              <a:rPr lang="en-GB" sz="2400" b="0" i="1" smtClean="0">
                                <a:latin typeface="Cambria Math" panose="02040503050406030204" pitchFamily="18" charset="0"/>
                              </a:rPr>
                              <m:t>𝑇𝑒𝑟𝑚</m:t>
                            </m:r>
                            <m:r>
                              <a:rPr lang="en-GB" sz="2400" b="0" i="1" smtClean="0">
                                <a:latin typeface="Cambria Math" panose="02040503050406030204" pitchFamily="18" charset="0"/>
                              </a:rPr>
                              <m:t>,</m:t>
                            </m:r>
                            <m:r>
                              <m:rPr>
                                <m:nor/>
                              </m:rPr>
                              <a:rPr lang="en-GB" sz="2400" dirty="0"/>
                              <m:t>α</m:t>
                            </m:r>
                            <m:r>
                              <m:rPr>
                                <m:nor/>
                              </m:rPr>
                              <a:rPr lang="en-GB" sz="2400" b="0" i="0" dirty="0" smtClean="0"/>
                              <m:t>,</m:t>
                            </m:r>
                            <m:r>
                              <m:rPr>
                                <m:nor/>
                              </m:rPr>
                              <a:rPr lang="en-GB" sz="2400" dirty="0"/>
                              <m:t>γ</m:t>
                            </m:r>
                          </m:e>
                        </m:d>
                        <m:r>
                          <a:rPr lang="en-GB" sz="2400" b="0" i="1" smtClean="0">
                            <a:latin typeface="Cambria Math" panose="02040503050406030204" pitchFamily="18" charset="0"/>
                          </a:rPr>
                          <m:t> </m:t>
                        </m:r>
                      </m:num>
                      <m:den>
                        <m:r>
                          <a:rPr lang="en-GB" sz="2400" b="0" i="1" smtClean="0">
                            <a:latin typeface="Cambria Math" panose="02040503050406030204" pitchFamily="18" charset="0"/>
                          </a:rPr>
                          <m:t>𝐹𝑖𝑛𝑎𝑙𝑇𝑒𝑟𝑚𝐹𝑎𝑐𝑡𝑜𝑟</m:t>
                        </m:r>
                        <m:r>
                          <a:rPr lang="en-GB" sz="2400" b="0" i="1" smtClean="0">
                            <a:latin typeface="Cambria Math" panose="02040503050406030204" pitchFamily="18" charset="0"/>
                          </a:rPr>
                          <m:t> (3</m:t>
                        </m:r>
                        <m:r>
                          <a:rPr lang="en-GB" sz="2400" b="0" i="1" smtClean="0">
                            <a:latin typeface="Cambria Math" panose="02040503050406030204" pitchFamily="18" charset="0"/>
                          </a:rPr>
                          <m:t>𝑌</m:t>
                        </m:r>
                        <m:r>
                          <a:rPr lang="en-GB" sz="2400" b="0" i="1" smtClean="0">
                            <a:latin typeface="Cambria Math" panose="02040503050406030204" pitchFamily="18" charset="0"/>
                          </a:rPr>
                          <m:t>,</m:t>
                        </m:r>
                        <m:r>
                          <m:rPr>
                            <m:nor/>
                          </m:rPr>
                          <a:rPr lang="en-GB" sz="2400" dirty="0"/>
                          <m:t>α</m:t>
                        </m:r>
                        <m:r>
                          <m:rPr>
                            <m:nor/>
                          </m:rPr>
                          <a:rPr lang="en-GB" sz="2400" dirty="0"/>
                          <m:t>,</m:t>
                        </m:r>
                        <m:r>
                          <m:rPr>
                            <m:nor/>
                          </m:rPr>
                          <a:rPr lang="en-GB" sz="2400" dirty="0"/>
                          <m:t>γ</m:t>
                        </m:r>
                        <m:r>
                          <a:rPr lang="en-GB" sz="2400" b="0" i="1" smtClean="0">
                            <a:latin typeface="Cambria Math" panose="02040503050406030204" pitchFamily="18" charset="0"/>
                          </a:rPr>
                          <m:t>)</m:t>
                        </m:r>
                      </m:den>
                    </m:f>
                  </m:oMath>
                </a14:m>
                <a:r>
                  <a:rPr lang="en-GB" sz="2400" b="0" dirty="0"/>
                  <a:t> x </a:t>
                </a:r>
                <a:r>
                  <a:rPr lang="en-GB" sz="2400" b="0" dirty="0" err="1"/>
                  <a:t>TierFactor</a:t>
                </a:r>
                <a:endParaRPr lang="en-GB" sz="2400" b="0" dirty="0"/>
              </a:p>
              <a:p>
                <a:r>
                  <a:rPr lang="en-GB" sz="1600" b="1" dirty="0"/>
                  <a:t>Tier Factors: Depot 0.55 Onsite 0.75 PS 1.00 PSP 1.4</a:t>
                </a:r>
              </a:p>
              <a:p>
                <a:endParaRPr lang="en-GB" sz="2000" b="1" dirty="0"/>
              </a:p>
              <a:p>
                <a:r>
                  <a:rPr lang="en-GB" sz="2000" b="1" dirty="0"/>
                  <a:t>Example (NA TP Halo)</a:t>
                </a:r>
              </a:p>
              <a:p>
                <a:pPr marL="285750" indent="-285750">
                  <a:buFont typeface="Arial" panose="020B0604020202020204" pitchFamily="34" charset="0"/>
                  <a:buChar char="•"/>
                </a:pPr>
                <a:r>
                  <a:rPr lang="en-GB" dirty="0"/>
                  <a:t>Band G -&gt; HW AUR $2800</a:t>
                </a:r>
              </a:p>
              <a:p>
                <a:pPr marL="285750" indent="-285750">
                  <a:buFont typeface="Arial" panose="020B0604020202020204" pitchFamily="34" charset="0"/>
                  <a:buChar char="•"/>
                </a:pPr>
                <a:r>
                  <a:rPr lang="en-GB" dirty="0"/>
                  <a:t>3Y PS Price: $400</a:t>
                </a:r>
              </a:p>
              <a:p>
                <a:endParaRPr lang="en-GB" dirty="0"/>
              </a:p>
            </p:txBody>
          </p:sp>
        </mc:Choice>
        <mc:Fallback xmlns="">
          <p:sp>
            <p:nvSpPr>
              <p:cNvPr id="10" name="TextBox 9">
                <a:extLst>
                  <a:ext uri="{FF2B5EF4-FFF2-40B4-BE49-F238E27FC236}">
                    <a16:creationId xmlns:a16="http://schemas.microsoft.com/office/drawing/2014/main" id="{645AA608-7D07-C4FA-8914-ACF729981A61}"/>
                  </a:ext>
                </a:extLst>
              </p:cNvPr>
              <p:cNvSpPr txBox="1">
                <a:spLocks noRot="1" noChangeAspect="1" noMove="1" noResize="1" noEditPoints="1" noAdjustHandles="1" noChangeArrowheads="1" noChangeShapeType="1" noTextEdit="1"/>
              </p:cNvSpPr>
              <p:nvPr/>
            </p:nvSpPr>
            <p:spPr>
              <a:xfrm>
                <a:off x="760610" y="887590"/>
                <a:ext cx="10742542" cy="2394695"/>
              </a:xfrm>
              <a:prstGeom prst="rect">
                <a:avLst/>
              </a:prstGeom>
              <a:blipFill>
                <a:blip r:embed="rId6"/>
                <a:stretch>
                  <a:fillRect l="-908"/>
                </a:stretch>
              </a:blipFill>
            </p:spPr>
            <p:txBody>
              <a:bodyPr/>
              <a:lstStyle/>
              <a:p>
                <a:r>
                  <a:rPr lang="en-GB">
                    <a:noFill/>
                  </a:rPr>
                  <a:t> </a:t>
                </a:r>
              </a:p>
            </p:txBody>
          </p:sp>
        </mc:Fallback>
      </mc:AlternateContent>
      <p:graphicFrame>
        <p:nvGraphicFramePr>
          <p:cNvPr id="13" name="Table 12">
            <a:extLst>
              <a:ext uri="{FF2B5EF4-FFF2-40B4-BE49-F238E27FC236}">
                <a16:creationId xmlns:a16="http://schemas.microsoft.com/office/drawing/2014/main" id="{5F8F51E8-03BD-E211-4184-6B7C2558D674}"/>
              </a:ext>
            </a:extLst>
          </p:cNvPr>
          <p:cNvGraphicFramePr>
            <a:graphicFrameLocks noGrp="1"/>
          </p:cNvGraphicFramePr>
          <p:nvPr>
            <p:extLst>
              <p:ext uri="{D42A27DB-BD31-4B8C-83A1-F6EECF244321}">
                <p14:modId xmlns:p14="http://schemas.microsoft.com/office/powerpoint/2010/main" val="676177148"/>
              </p:ext>
            </p:extLst>
          </p:nvPr>
        </p:nvGraphicFramePr>
        <p:xfrm>
          <a:off x="1014097" y="3482472"/>
          <a:ext cx="10417293" cy="2581442"/>
        </p:xfrm>
        <a:graphic>
          <a:graphicData uri="http://schemas.openxmlformats.org/drawingml/2006/table">
            <a:tbl>
              <a:tblPr firstRow="1" bandRow="1">
                <a:tableStyleId>{93296810-A885-4BE3-A3E7-6D5BEEA58F35}</a:tableStyleId>
              </a:tblPr>
              <a:tblGrid>
                <a:gridCol w="1332657">
                  <a:extLst>
                    <a:ext uri="{9D8B030D-6E8A-4147-A177-3AD203B41FA5}">
                      <a16:colId xmlns:a16="http://schemas.microsoft.com/office/drawing/2014/main" val="1666715712"/>
                    </a:ext>
                  </a:extLst>
                </a:gridCol>
                <a:gridCol w="1383317">
                  <a:extLst>
                    <a:ext uri="{9D8B030D-6E8A-4147-A177-3AD203B41FA5}">
                      <a16:colId xmlns:a16="http://schemas.microsoft.com/office/drawing/2014/main" val="2685092813"/>
                    </a:ext>
                  </a:extLst>
                </a:gridCol>
                <a:gridCol w="1383317">
                  <a:extLst>
                    <a:ext uri="{9D8B030D-6E8A-4147-A177-3AD203B41FA5}">
                      <a16:colId xmlns:a16="http://schemas.microsoft.com/office/drawing/2014/main" val="1718740649"/>
                    </a:ext>
                  </a:extLst>
                </a:gridCol>
                <a:gridCol w="1383317">
                  <a:extLst>
                    <a:ext uri="{9D8B030D-6E8A-4147-A177-3AD203B41FA5}">
                      <a16:colId xmlns:a16="http://schemas.microsoft.com/office/drawing/2014/main" val="194313785"/>
                    </a:ext>
                  </a:extLst>
                </a:gridCol>
                <a:gridCol w="1644895">
                  <a:extLst>
                    <a:ext uri="{9D8B030D-6E8A-4147-A177-3AD203B41FA5}">
                      <a16:colId xmlns:a16="http://schemas.microsoft.com/office/drawing/2014/main" val="4128419088"/>
                    </a:ext>
                  </a:extLst>
                </a:gridCol>
                <a:gridCol w="1644895">
                  <a:extLst>
                    <a:ext uri="{9D8B030D-6E8A-4147-A177-3AD203B41FA5}">
                      <a16:colId xmlns:a16="http://schemas.microsoft.com/office/drawing/2014/main" val="2263385704"/>
                    </a:ext>
                  </a:extLst>
                </a:gridCol>
                <a:gridCol w="1644895">
                  <a:extLst>
                    <a:ext uri="{9D8B030D-6E8A-4147-A177-3AD203B41FA5}">
                      <a16:colId xmlns:a16="http://schemas.microsoft.com/office/drawing/2014/main" val="1724409202"/>
                    </a:ext>
                  </a:extLst>
                </a:gridCol>
              </a:tblGrid>
              <a:tr h="499492">
                <a:tc>
                  <a:txBody>
                    <a:bodyPr/>
                    <a:lstStyle/>
                    <a:p>
                      <a:pPr algn="ctr"/>
                      <a:r>
                        <a:rPr lang="en-GB" sz="1200"/>
                        <a:t>Term (Years)</a:t>
                      </a:r>
                    </a:p>
                  </a:txBody>
                  <a:tcPr anchor="ctr"/>
                </a:tc>
                <a:tc>
                  <a:txBody>
                    <a:bodyPr/>
                    <a:lstStyle/>
                    <a:p>
                      <a:pPr marL="0" marR="0" lvl="0" indent="0" algn="ctr" defTabSz="1218987" rtl="0" eaLnBrk="1" fontAlgn="auto" latinLnBrk="0" hangingPunct="1">
                        <a:lnSpc>
                          <a:spcPct val="100000"/>
                        </a:lnSpc>
                        <a:spcBef>
                          <a:spcPts val="0"/>
                        </a:spcBef>
                        <a:spcAft>
                          <a:spcPts val="0"/>
                        </a:spcAft>
                        <a:buClrTx/>
                        <a:buSzTx/>
                        <a:buFontTx/>
                        <a:buNone/>
                        <a:tabLst/>
                        <a:defRPr/>
                      </a:pPr>
                      <a:r>
                        <a:rPr lang="en-GB" sz="1200" dirty="0"/>
                        <a:t>Depot (0.55x)</a:t>
                      </a:r>
                    </a:p>
                  </a:txBody>
                  <a:tcPr anchor="ctr"/>
                </a:tc>
                <a:tc>
                  <a:txBody>
                    <a:bodyPr/>
                    <a:lstStyle/>
                    <a:p>
                      <a:pPr marL="0" marR="0" lvl="0" indent="0" algn="ctr" defTabSz="1218987" rtl="0" eaLnBrk="1" fontAlgn="auto" latinLnBrk="0" hangingPunct="1">
                        <a:lnSpc>
                          <a:spcPct val="100000"/>
                        </a:lnSpc>
                        <a:spcBef>
                          <a:spcPts val="0"/>
                        </a:spcBef>
                        <a:spcAft>
                          <a:spcPts val="0"/>
                        </a:spcAft>
                        <a:buClrTx/>
                        <a:buSzTx/>
                        <a:buFontTx/>
                        <a:buNone/>
                        <a:tabLst/>
                        <a:defRPr/>
                      </a:pPr>
                      <a:r>
                        <a:rPr lang="en-GB" sz="1200" dirty="0"/>
                        <a:t>Onsite (0.75x)</a:t>
                      </a:r>
                    </a:p>
                  </a:txBody>
                  <a:tcPr anchor="ctr"/>
                </a:tc>
                <a:tc>
                  <a:txBody>
                    <a:bodyPr/>
                    <a:lstStyle/>
                    <a:p>
                      <a:pPr algn="ctr"/>
                      <a:r>
                        <a:rPr lang="en-GB" sz="1200" dirty="0"/>
                        <a:t>Premier Support</a:t>
                      </a:r>
                    </a:p>
                  </a:txBody>
                  <a:tcPr anchor="ctr"/>
                </a:tc>
                <a:tc>
                  <a:txBody>
                    <a:bodyPr/>
                    <a:lstStyle/>
                    <a:p>
                      <a:pPr algn="ctr"/>
                      <a:r>
                        <a:rPr lang="en-GB" sz="1200" dirty="0"/>
                        <a:t>Premier Support Plus (1.4x)</a:t>
                      </a:r>
                    </a:p>
                  </a:txBody>
                  <a:tcPr anchor="ctr"/>
                </a:tc>
                <a:tc>
                  <a:txBody>
                    <a:bodyPr/>
                    <a:lstStyle/>
                    <a:p>
                      <a:pPr marL="0" marR="0" lvl="0" indent="0" algn="ctr" defTabSz="1218987" rtl="0" eaLnBrk="1" fontAlgn="auto" latinLnBrk="0" hangingPunct="1">
                        <a:lnSpc>
                          <a:spcPct val="100000"/>
                        </a:lnSpc>
                        <a:spcBef>
                          <a:spcPts val="0"/>
                        </a:spcBef>
                        <a:spcAft>
                          <a:spcPts val="0"/>
                        </a:spcAft>
                        <a:buClrTx/>
                        <a:buSzTx/>
                        <a:buFontTx/>
                        <a:buNone/>
                        <a:tabLst/>
                        <a:defRPr/>
                      </a:pPr>
                      <a:r>
                        <a:rPr lang="en-GB" sz="1200" dirty="0"/>
                        <a:t>PS today as % of list</a:t>
                      </a:r>
                    </a:p>
                  </a:txBody>
                  <a:tcPr anchor="ctr"/>
                </a:tc>
                <a:tc>
                  <a:txBody>
                    <a:bodyPr/>
                    <a:lstStyle/>
                    <a:p>
                      <a:pPr marL="0" marR="0" lvl="0" indent="0" algn="ctr" defTabSz="1218987" rtl="0" eaLnBrk="1" fontAlgn="auto" latinLnBrk="0" hangingPunct="1">
                        <a:lnSpc>
                          <a:spcPct val="100000"/>
                        </a:lnSpc>
                        <a:spcBef>
                          <a:spcPts val="0"/>
                        </a:spcBef>
                        <a:spcAft>
                          <a:spcPts val="0"/>
                        </a:spcAft>
                        <a:buClrTx/>
                        <a:buSzTx/>
                        <a:buFontTx/>
                        <a:buNone/>
                        <a:tabLst/>
                        <a:defRPr/>
                      </a:pPr>
                      <a:r>
                        <a:rPr lang="en-GB" sz="1200" dirty="0"/>
                        <a:t>PS today as % of list</a:t>
                      </a:r>
                    </a:p>
                  </a:txBody>
                  <a:tcPr anchor="ctr"/>
                </a:tc>
                <a:extLst>
                  <a:ext uri="{0D108BD9-81ED-4DB2-BD59-A6C34878D82A}">
                    <a16:rowId xmlns:a16="http://schemas.microsoft.com/office/drawing/2014/main" val="1363275246"/>
                  </a:ext>
                </a:extLst>
              </a:tr>
              <a:tr h="416390">
                <a:tc>
                  <a:txBody>
                    <a:bodyPr/>
                    <a:lstStyle/>
                    <a:p>
                      <a:pPr algn="ctr"/>
                      <a:r>
                        <a:rPr lang="en-GB" sz="1200">
                          <a:latin typeface="+mn-lt"/>
                        </a:rPr>
                        <a:t>1Y</a:t>
                      </a:r>
                    </a:p>
                  </a:txBody>
                  <a:tcPr anchor="ctr"/>
                </a:tc>
                <a:tc>
                  <a:txBody>
                    <a:bodyPr/>
                    <a:lstStyle/>
                    <a:p>
                      <a:pPr algn="ctr" fontAlgn="b">
                        <a:buNone/>
                      </a:pPr>
                      <a:endParaRPr lang="en-GB" sz="1200" b="0" i="0" u="none" strike="noStrike" dirty="0">
                        <a:solidFill>
                          <a:srgbClr val="000000"/>
                        </a:solidFill>
                        <a:effectLst/>
                        <a:latin typeface="Aptos Narrow" panose="020B0004020202020204" pitchFamily="34" charset="0"/>
                      </a:endParaRPr>
                    </a:p>
                  </a:txBody>
                  <a:tcPr marL="6350" marR="6350" marT="6350" marB="0" anchor="ctr"/>
                </a:tc>
                <a:tc>
                  <a:txBody>
                    <a:bodyPr/>
                    <a:lstStyle/>
                    <a:p>
                      <a:pPr algn="ctr" fontAlgn="b">
                        <a:buNone/>
                      </a:pPr>
                      <a:r>
                        <a:rPr lang="en-GB" sz="1200" b="0" i="0" u="none" strike="noStrike" dirty="0">
                          <a:solidFill>
                            <a:srgbClr val="000000"/>
                          </a:solidFill>
                          <a:effectLst/>
                          <a:latin typeface="Aptos Narrow" panose="020B0004020202020204" pitchFamily="34" charset="0"/>
                        </a:rPr>
                        <a:t>$156 (6%)</a:t>
                      </a:r>
                    </a:p>
                  </a:txBody>
                  <a:tcPr marL="6350" marR="6350" marT="6350" marB="0" anchor="ctr"/>
                </a:tc>
                <a:tc>
                  <a:txBody>
                    <a:bodyPr/>
                    <a:lstStyle/>
                    <a:p>
                      <a:pPr algn="ctr" fontAlgn="b">
                        <a:buNone/>
                      </a:pPr>
                      <a:r>
                        <a:rPr lang="en-GB" sz="1200" b="0" i="0" u="none" strike="noStrike" dirty="0">
                          <a:solidFill>
                            <a:srgbClr val="000000"/>
                          </a:solidFill>
                          <a:effectLst/>
                          <a:latin typeface="Aptos Narrow" panose="020B0004020202020204" pitchFamily="34" charset="0"/>
                        </a:rPr>
                        <a:t>$208 (7%)</a:t>
                      </a:r>
                    </a:p>
                  </a:txBody>
                  <a:tcPr marL="6350" marR="6350" marT="6350" marB="0" anchor="ctr"/>
                </a:tc>
                <a:tc>
                  <a:txBody>
                    <a:bodyPr/>
                    <a:lstStyle/>
                    <a:p>
                      <a:pPr algn="ctr" fontAlgn="b">
                        <a:buNone/>
                      </a:pPr>
                      <a:r>
                        <a:rPr lang="en-GB" sz="1200" b="0" i="0" u="none" strike="noStrike" dirty="0">
                          <a:solidFill>
                            <a:srgbClr val="000000"/>
                          </a:solidFill>
                          <a:effectLst/>
                          <a:latin typeface="Aptos Narrow" panose="020B0004020202020204" pitchFamily="34" charset="0"/>
                        </a:rPr>
                        <a:t>$291 (10%)</a:t>
                      </a:r>
                    </a:p>
                  </a:txBody>
                  <a:tcPr marL="6350" marR="6350" marT="6350" marB="0" anchor="ctr"/>
                </a:tc>
                <a:tc>
                  <a:txBody>
                    <a:bodyPr/>
                    <a:lstStyle/>
                    <a:p>
                      <a:pPr algn="ctr" fontAlgn="b">
                        <a:buNone/>
                      </a:pPr>
                      <a:r>
                        <a:rPr lang="en-GB" sz="1200" b="0" i="0" u="none" strike="noStrike" dirty="0">
                          <a:solidFill>
                            <a:srgbClr val="000000"/>
                          </a:solidFill>
                          <a:effectLst/>
                          <a:latin typeface="Aptos Narrow" panose="020B0004020202020204" pitchFamily="34" charset="0"/>
                        </a:rPr>
                        <a:t>2%</a:t>
                      </a:r>
                    </a:p>
                  </a:txBody>
                  <a:tcPr marL="6350" marR="6350" marT="6350" marB="0" anchor="ctr"/>
                </a:tc>
                <a:tc>
                  <a:txBody>
                    <a:bodyPr/>
                    <a:lstStyle/>
                    <a:p>
                      <a:pPr algn="ctr" fontAlgn="b">
                        <a:buNone/>
                      </a:pPr>
                      <a:r>
                        <a:rPr lang="en-GB" sz="1200" b="0" i="0" u="none" strike="noStrike" dirty="0">
                          <a:solidFill>
                            <a:srgbClr val="000000"/>
                          </a:solidFill>
                          <a:effectLst/>
                          <a:latin typeface="Aptos Narrow" panose="020B0004020202020204" pitchFamily="34" charset="0"/>
                        </a:rPr>
                        <a:t>5%</a:t>
                      </a:r>
                    </a:p>
                  </a:txBody>
                  <a:tcPr marL="6350" marR="6350" marT="6350" marB="0" anchor="ctr"/>
                </a:tc>
                <a:extLst>
                  <a:ext uri="{0D108BD9-81ED-4DB2-BD59-A6C34878D82A}">
                    <a16:rowId xmlns:a16="http://schemas.microsoft.com/office/drawing/2014/main" val="2086337682"/>
                  </a:ext>
                </a:extLst>
              </a:tr>
              <a:tr h="416390">
                <a:tc>
                  <a:txBody>
                    <a:bodyPr/>
                    <a:lstStyle/>
                    <a:p>
                      <a:pPr algn="ctr"/>
                      <a:r>
                        <a:rPr lang="en-GB" sz="1200">
                          <a:latin typeface="+mn-lt"/>
                        </a:rPr>
                        <a:t>2Y</a:t>
                      </a:r>
                    </a:p>
                  </a:txBody>
                  <a:tcPr anchor="ctr"/>
                </a:tc>
                <a:tc>
                  <a:txBody>
                    <a:bodyPr/>
                    <a:lstStyle/>
                    <a:p>
                      <a:pPr algn="ctr" fontAlgn="b">
                        <a:buNone/>
                      </a:pPr>
                      <a:r>
                        <a:rPr lang="en-GB" sz="1200" b="0" i="0" u="none" strike="noStrike" dirty="0">
                          <a:solidFill>
                            <a:srgbClr val="000000"/>
                          </a:solidFill>
                          <a:effectLst/>
                          <a:latin typeface="Aptos Narrow" panose="020B0004020202020204" pitchFamily="34" charset="0"/>
                        </a:rPr>
                        <a:t>$181 (6%)</a:t>
                      </a:r>
                    </a:p>
                  </a:txBody>
                  <a:tcPr marL="6350" marR="6350" marT="6350" marB="0" anchor="ctr"/>
                </a:tc>
                <a:tc>
                  <a:txBody>
                    <a:bodyPr/>
                    <a:lstStyle/>
                    <a:p>
                      <a:pPr algn="ctr" fontAlgn="b">
                        <a:buNone/>
                      </a:pPr>
                      <a:r>
                        <a:rPr lang="en-GB" sz="1200" b="0" i="0" u="none" strike="noStrike" dirty="0">
                          <a:solidFill>
                            <a:srgbClr val="000000"/>
                          </a:solidFill>
                          <a:effectLst/>
                          <a:latin typeface="Aptos Narrow" panose="020B0004020202020204" pitchFamily="34" charset="0"/>
                        </a:rPr>
                        <a:t>$247 (9%)</a:t>
                      </a:r>
                    </a:p>
                  </a:txBody>
                  <a:tcPr marL="6350" marR="6350" marT="6350" marB="0" anchor="ctr"/>
                </a:tc>
                <a:tc>
                  <a:txBody>
                    <a:bodyPr/>
                    <a:lstStyle/>
                    <a:p>
                      <a:pPr algn="ctr" fontAlgn="b">
                        <a:buNone/>
                      </a:pPr>
                      <a:r>
                        <a:rPr lang="en-GB" sz="1200" b="0" i="0" u="none" strike="noStrike" dirty="0">
                          <a:solidFill>
                            <a:srgbClr val="000000"/>
                          </a:solidFill>
                          <a:effectLst/>
                          <a:latin typeface="Aptos Narrow" panose="020B0004020202020204" pitchFamily="34" charset="0"/>
                        </a:rPr>
                        <a:t>$330 (12%)</a:t>
                      </a:r>
                    </a:p>
                  </a:txBody>
                  <a:tcPr marL="6350" marR="6350" marT="6350" marB="0" anchor="ctr"/>
                </a:tc>
                <a:tc>
                  <a:txBody>
                    <a:bodyPr/>
                    <a:lstStyle/>
                    <a:p>
                      <a:pPr algn="ctr" fontAlgn="b">
                        <a:buNone/>
                      </a:pPr>
                      <a:r>
                        <a:rPr lang="en-GB" sz="1200" b="0" i="0" u="none" strike="noStrike" dirty="0">
                          <a:solidFill>
                            <a:srgbClr val="000000"/>
                          </a:solidFill>
                          <a:effectLst/>
                          <a:latin typeface="Aptos Narrow" panose="020B0004020202020204" pitchFamily="34" charset="0"/>
                        </a:rPr>
                        <a:t>$461 (16%)</a:t>
                      </a:r>
                    </a:p>
                  </a:txBody>
                  <a:tcPr marL="6350" marR="6350" marT="6350" marB="0" anchor="ctr"/>
                </a:tc>
                <a:tc>
                  <a:txBody>
                    <a:bodyPr/>
                    <a:lstStyle/>
                    <a:p>
                      <a:pPr algn="ctr" fontAlgn="b">
                        <a:buNone/>
                      </a:pPr>
                      <a:r>
                        <a:rPr lang="en-GB" sz="1200" b="0" i="0" u="none" strike="noStrike" dirty="0">
                          <a:solidFill>
                            <a:srgbClr val="000000"/>
                          </a:solidFill>
                          <a:effectLst/>
                          <a:latin typeface="Aptos Narrow" panose="020B0004020202020204" pitchFamily="34" charset="0"/>
                        </a:rPr>
                        <a:t>6%</a:t>
                      </a:r>
                    </a:p>
                  </a:txBody>
                  <a:tcPr marL="6350" marR="6350" marT="6350" marB="0" anchor="ctr"/>
                </a:tc>
                <a:tc>
                  <a:txBody>
                    <a:bodyPr/>
                    <a:lstStyle/>
                    <a:p>
                      <a:pPr algn="ctr" fontAlgn="b">
                        <a:buNone/>
                      </a:pPr>
                      <a:r>
                        <a:rPr lang="en-GB" sz="1200" b="0" i="0" u="none" strike="noStrike" dirty="0">
                          <a:solidFill>
                            <a:srgbClr val="000000"/>
                          </a:solidFill>
                          <a:effectLst/>
                          <a:latin typeface="Aptos Narrow" panose="020B0004020202020204" pitchFamily="34" charset="0"/>
                        </a:rPr>
                        <a:t>9%</a:t>
                      </a:r>
                    </a:p>
                  </a:txBody>
                  <a:tcPr marL="6350" marR="6350" marT="6350" marB="0" anchor="ctr"/>
                </a:tc>
                <a:extLst>
                  <a:ext uri="{0D108BD9-81ED-4DB2-BD59-A6C34878D82A}">
                    <a16:rowId xmlns:a16="http://schemas.microsoft.com/office/drawing/2014/main" val="2981559497"/>
                  </a:ext>
                </a:extLst>
              </a:tr>
              <a:tr h="416390">
                <a:tc>
                  <a:txBody>
                    <a:bodyPr/>
                    <a:lstStyle/>
                    <a:p>
                      <a:pPr algn="ctr"/>
                      <a:r>
                        <a:rPr lang="en-GB" sz="1200">
                          <a:latin typeface="+mn-lt"/>
                        </a:rPr>
                        <a:t>3Y</a:t>
                      </a:r>
                    </a:p>
                  </a:txBody>
                  <a:tcPr anchor="ctr"/>
                </a:tc>
                <a:tc>
                  <a:txBody>
                    <a:bodyPr/>
                    <a:lstStyle/>
                    <a:p>
                      <a:pPr algn="ctr" fontAlgn="b">
                        <a:buNone/>
                      </a:pPr>
                      <a:r>
                        <a:rPr lang="en-GB" sz="1200" b="0" i="0" u="none" strike="noStrike" dirty="0">
                          <a:solidFill>
                            <a:srgbClr val="000000"/>
                          </a:solidFill>
                          <a:effectLst/>
                          <a:latin typeface="Aptos Narrow" panose="020B0004020202020204" pitchFamily="34" charset="0"/>
                        </a:rPr>
                        <a:t>$221 (8%)</a:t>
                      </a:r>
                    </a:p>
                  </a:txBody>
                  <a:tcPr marL="6350" marR="6350" marT="6350" marB="0" anchor="ctr"/>
                </a:tc>
                <a:tc>
                  <a:txBody>
                    <a:bodyPr/>
                    <a:lstStyle/>
                    <a:p>
                      <a:pPr algn="ctr" fontAlgn="b">
                        <a:buNone/>
                      </a:pPr>
                      <a:r>
                        <a:rPr lang="en-GB" sz="1200" b="0" i="0" u="none" strike="noStrike" dirty="0">
                          <a:solidFill>
                            <a:srgbClr val="000000"/>
                          </a:solidFill>
                          <a:effectLst/>
                          <a:latin typeface="Aptos Narrow" panose="020B0004020202020204" pitchFamily="34" charset="0"/>
                        </a:rPr>
                        <a:t>$300 (11%)</a:t>
                      </a:r>
                    </a:p>
                  </a:txBody>
                  <a:tcPr marL="6350" marR="6350" marT="6350" marB="0" anchor="ctr"/>
                </a:tc>
                <a:tc>
                  <a:txBody>
                    <a:bodyPr/>
                    <a:lstStyle/>
                    <a:p>
                      <a:pPr algn="ctr" fontAlgn="b">
                        <a:buNone/>
                      </a:pPr>
                      <a:r>
                        <a:rPr lang="en-GB" sz="1200" b="0" i="0" u="none" strike="noStrike" dirty="0">
                          <a:solidFill>
                            <a:srgbClr val="000000"/>
                          </a:solidFill>
                          <a:effectLst/>
                          <a:latin typeface="Aptos Narrow" panose="020B0004020202020204" pitchFamily="34" charset="0"/>
                        </a:rPr>
                        <a:t>$400 (14%)</a:t>
                      </a:r>
                    </a:p>
                  </a:txBody>
                  <a:tcPr marL="6350" marR="6350" marT="6350" marB="0" anchor="ctr"/>
                </a:tc>
                <a:tc>
                  <a:txBody>
                    <a:bodyPr/>
                    <a:lstStyle/>
                    <a:p>
                      <a:pPr algn="ctr" fontAlgn="b">
                        <a:buNone/>
                      </a:pPr>
                      <a:r>
                        <a:rPr lang="en-GB" sz="1200" b="0" i="0" u="none" strike="noStrike" dirty="0">
                          <a:solidFill>
                            <a:srgbClr val="000000"/>
                          </a:solidFill>
                          <a:effectLst/>
                          <a:latin typeface="Aptos Narrow" panose="020B0004020202020204" pitchFamily="34" charset="0"/>
                        </a:rPr>
                        <a:t>$560 (20%)</a:t>
                      </a:r>
                    </a:p>
                  </a:txBody>
                  <a:tcPr marL="6350" marR="6350" marT="6350" marB="0" anchor="ctr"/>
                </a:tc>
                <a:tc>
                  <a:txBody>
                    <a:bodyPr/>
                    <a:lstStyle/>
                    <a:p>
                      <a:pPr algn="ctr" fontAlgn="b">
                        <a:buNone/>
                      </a:pPr>
                      <a:r>
                        <a:rPr lang="en-GB" sz="1200" b="0" i="0" u="none" strike="noStrike" dirty="0">
                          <a:solidFill>
                            <a:srgbClr val="000000"/>
                          </a:solidFill>
                          <a:effectLst/>
                          <a:latin typeface="Aptos Narrow" panose="020B0004020202020204" pitchFamily="34" charset="0"/>
                        </a:rPr>
                        <a:t>10%</a:t>
                      </a:r>
                    </a:p>
                  </a:txBody>
                  <a:tcPr marL="6350" marR="6350" marT="6350" marB="0" anchor="ctr"/>
                </a:tc>
                <a:tc>
                  <a:txBody>
                    <a:bodyPr/>
                    <a:lstStyle/>
                    <a:p>
                      <a:pPr algn="ctr" fontAlgn="b">
                        <a:buNone/>
                      </a:pPr>
                      <a:r>
                        <a:rPr lang="en-GB" sz="1200" b="0" i="0" u="none" strike="noStrike" dirty="0">
                          <a:solidFill>
                            <a:srgbClr val="000000"/>
                          </a:solidFill>
                          <a:effectLst/>
                          <a:latin typeface="Aptos Narrow" panose="020B0004020202020204" pitchFamily="34" charset="0"/>
                        </a:rPr>
                        <a:t>14%</a:t>
                      </a:r>
                    </a:p>
                  </a:txBody>
                  <a:tcPr marL="6350" marR="6350" marT="6350" marB="0" anchor="ctr"/>
                </a:tc>
                <a:extLst>
                  <a:ext uri="{0D108BD9-81ED-4DB2-BD59-A6C34878D82A}">
                    <a16:rowId xmlns:a16="http://schemas.microsoft.com/office/drawing/2014/main" val="1559112507"/>
                  </a:ext>
                </a:extLst>
              </a:tr>
              <a:tr h="416390">
                <a:tc>
                  <a:txBody>
                    <a:bodyPr/>
                    <a:lstStyle/>
                    <a:p>
                      <a:pPr algn="ctr"/>
                      <a:r>
                        <a:rPr lang="en-GB" sz="1200">
                          <a:latin typeface="+mn-lt"/>
                        </a:rPr>
                        <a:t>4Y</a:t>
                      </a:r>
                    </a:p>
                  </a:txBody>
                  <a:tcPr anchor="ctr"/>
                </a:tc>
                <a:tc>
                  <a:txBody>
                    <a:bodyPr/>
                    <a:lstStyle/>
                    <a:p>
                      <a:pPr algn="ctr" fontAlgn="b">
                        <a:buNone/>
                      </a:pPr>
                      <a:r>
                        <a:rPr lang="en-GB" sz="1200" b="0" i="0" u="none" strike="noStrike" dirty="0">
                          <a:solidFill>
                            <a:srgbClr val="000000"/>
                          </a:solidFill>
                          <a:effectLst/>
                          <a:latin typeface="Aptos Narrow" panose="020B0004020202020204" pitchFamily="34" charset="0"/>
                        </a:rPr>
                        <a:t>$249 (9%)</a:t>
                      </a:r>
                    </a:p>
                  </a:txBody>
                  <a:tcPr marL="6350" marR="6350" marT="6350" marB="0" anchor="ctr"/>
                </a:tc>
                <a:tc>
                  <a:txBody>
                    <a:bodyPr/>
                    <a:lstStyle/>
                    <a:p>
                      <a:pPr algn="ctr" fontAlgn="b">
                        <a:buNone/>
                      </a:pPr>
                      <a:r>
                        <a:rPr lang="en-GB" sz="1200" b="0" i="0" u="none" strike="noStrike" dirty="0">
                          <a:solidFill>
                            <a:srgbClr val="000000"/>
                          </a:solidFill>
                          <a:effectLst/>
                          <a:latin typeface="Aptos Narrow" panose="020B0004020202020204" pitchFamily="34" charset="0"/>
                        </a:rPr>
                        <a:t>$346 (12%)</a:t>
                      </a:r>
                    </a:p>
                  </a:txBody>
                  <a:tcPr marL="6350" marR="6350" marT="6350" marB="0" anchor="ctr"/>
                </a:tc>
                <a:tc>
                  <a:txBody>
                    <a:bodyPr/>
                    <a:lstStyle/>
                    <a:p>
                      <a:pPr algn="ctr" fontAlgn="b">
                        <a:buNone/>
                      </a:pPr>
                      <a:r>
                        <a:rPr lang="en-GB" sz="1200" b="0" i="0" u="none" strike="noStrike" dirty="0">
                          <a:solidFill>
                            <a:srgbClr val="000000"/>
                          </a:solidFill>
                          <a:effectLst/>
                          <a:latin typeface="Aptos Narrow" panose="020B0004020202020204" pitchFamily="34" charset="0"/>
                        </a:rPr>
                        <a:t>$490 (17%)</a:t>
                      </a:r>
                    </a:p>
                  </a:txBody>
                  <a:tcPr marL="6350" marR="6350" marT="6350" marB="0" anchor="ctr"/>
                </a:tc>
                <a:tc>
                  <a:txBody>
                    <a:bodyPr/>
                    <a:lstStyle/>
                    <a:p>
                      <a:pPr algn="ctr" fontAlgn="b">
                        <a:buNone/>
                      </a:pPr>
                      <a:r>
                        <a:rPr lang="en-GB" sz="1200" b="0" i="0" u="none" strike="noStrike" dirty="0">
                          <a:solidFill>
                            <a:srgbClr val="000000"/>
                          </a:solidFill>
                          <a:effectLst/>
                          <a:latin typeface="Aptos Narrow" panose="020B0004020202020204" pitchFamily="34" charset="0"/>
                        </a:rPr>
                        <a:t>$757 (27%)</a:t>
                      </a:r>
                    </a:p>
                  </a:txBody>
                  <a:tcPr marL="6350" marR="6350" marT="6350" marB="0" anchor="ctr"/>
                </a:tc>
                <a:tc>
                  <a:txBody>
                    <a:bodyPr/>
                    <a:lstStyle/>
                    <a:p>
                      <a:pPr algn="ctr" fontAlgn="b">
                        <a:buNone/>
                      </a:pPr>
                      <a:r>
                        <a:rPr lang="en-GB" sz="1200" b="0" i="0" u="none" strike="noStrike" dirty="0">
                          <a:solidFill>
                            <a:srgbClr val="000000"/>
                          </a:solidFill>
                          <a:effectLst/>
                          <a:latin typeface="Aptos Narrow" panose="020B0004020202020204" pitchFamily="34" charset="0"/>
                        </a:rPr>
                        <a:t>16%</a:t>
                      </a:r>
                    </a:p>
                  </a:txBody>
                  <a:tcPr marL="6350" marR="6350" marT="6350" marB="0" anchor="ctr"/>
                </a:tc>
                <a:tc>
                  <a:txBody>
                    <a:bodyPr/>
                    <a:lstStyle/>
                    <a:p>
                      <a:pPr algn="ctr" fontAlgn="b">
                        <a:buNone/>
                      </a:pPr>
                      <a:r>
                        <a:rPr lang="en-GB" sz="1200" b="0" i="0" u="none" strike="noStrike" dirty="0">
                          <a:solidFill>
                            <a:srgbClr val="000000"/>
                          </a:solidFill>
                          <a:effectLst/>
                          <a:latin typeface="Aptos Narrow" panose="020B0004020202020204" pitchFamily="34" charset="0"/>
                        </a:rPr>
                        <a:t>22%</a:t>
                      </a:r>
                    </a:p>
                  </a:txBody>
                  <a:tcPr marL="6350" marR="6350" marT="6350" marB="0" anchor="ctr"/>
                </a:tc>
                <a:extLst>
                  <a:ext uri="{0D108BD9-81ED-4DB2-BD59-A6C34878D82A}">
                    <a16:rowId xmlns:a16="http://schemas.microsoft.com/office/drawing/2014/main" val="3861159966"/>
                  </a:ext>
                </a:extLst>
              </a:tr>
              <a:tr h="416390">
                <a:tc>
                  <a:txBody>
                    <a:bodyPr/>
                    <a:lstStyle/>
                    <a:p>
                      <a:pPr algn="ctr"/>
                      <a:r>
                        <a:rPr lang="en-GB" sz="1200">
                          <a:latin typeface="+mn-lt"/>
                        </a:rPr>
                        <a:t>5Y</a:t>
                      </a:r>
                    </a:p>
                  </a:txBody>
                  <a:tcPr anchor="ctr"/>
                </a:tc>
                <a:tc>
                  <a:txBody>
                    <a:bodyPr/>
                    <a:lstStyle/>
                    <a:p>
                      <a:pPr algn="ctr" fontAlgn="b">
                        <a:buNone/>
                      </a:pPr>
                      <a:r>
                        <a:rPr lang="en-GB" sz="1200" b="0" i="0" u="none" strike="noStrike" dirty="0">
                          <a:solidFill>
                            <a:srgbClr val="000000"/>
                          </a:solidFill>
                          <a:effectLst/>
                          <a:latin typeface="Aptos Narrow" panose="020B0004020202020204" pitchFamily="34" charset="0"/>
                        </a:rPr>
                        <a:t>$270 (10%)</a:t>
                      </a:r>
                    </a:p>
                  </a:txBody>
                  <a:tcPr marL="6350" marR="6350" marT="6350" marB="0" anchor="ctr"/>
                </a:tc>
                <a:tc>
                  <a:txBody>
                    <a:bodyPr/>
                    <a:lstStyle/>
                    <a:p>
                      <a:pPr algn="ctr" fontAlgn="b">
                        <a:buNone/>
                      </a:pPr>
                      <a:r>
                        <a:rPr lang="en-GB" sz="1200" b="0" i="0" u="none" strike="noStrike" dirty="0">
                          <a:solidFill>
                            <a:srgbClr val="000000"/>
                          </a:solidFill>
                          <a:effectLst/>
                          <a:latin typeface="Aptos Narrow" panose="020B0004020202020204" pitchFamily="34" charset="0"/>
                        </a:rPr>
                        <a:t>$384 (14%)</a:t>
                      </a:r>
                    </a:p>
                  </a:txBody>
                  <a:tcPr marL="6350" marR="6350" marT="6350" marB="0" anchor="ctr"/>
                </a:tc>
                <a:tc>
                  <a:txBody>
                    <a:bodyPr/>
                    <a:lstStyle/>
                    <a:p>
                      <a:pPr algn="ctr" fontAlgn="b">
                        <a:buNone/>
                      </a:pPr>
                      <a:r>
                        <a:rPr lang="en-GB" sz="1200" b="0" i="0" u="none" strike="noStrike" dirty="0">
                          <a:solidFill>
                            <a:srgbClr val="000000"/>
                          </a:solidFill>
                          <a:effectLst/>
                          <a:latin typeface="Aptos Narrow" panose="020B0004020202020204" pitchFamily="34" charset="0"/>
                        </a:rPr>
                        <a:t>$576 (21%)</a:t>
                      </a:r>
                    </a:p>
                  </a:txBody>
                  <a:tcPr marL="6350" marR="6350" marT="6350" marB="0" anchor="ctr"/>
                </a:tc>
                <a:tc>
                  <a:txBody>
                    <a:bodyPr/>
                    <a:lstStyle/>
                    <a:p>
                      <a:pPr algn="ctr" fontAlgn="b">
                        <a:buNone/>
                      </a:pPr>
                      <a:r>
                        <a:rPr lang="en-GB" sz="1200" b="0" i="0" u="none" strike="noStrike" dirty="0">
                          <a:solidFill>
                            <a:srgbClr val="000000"/>
                          </a:solidFill>
                          <a:effectLst/>
                          <a:latin typeface="Aptos Narrow" panose="020B0004020202020204" pitchFamily="34" charset="0"/>
                        </a:rPr>
                        <a:t>$977 (35%)</a:t>
                      </a:r>
                    </a:p>
                  </a:txBody>
                  <a:tcPr marL="6350" marR="6350" marT="6350" marB="0" anchor="ctr"/>
                </a:tc>
                <a:tc>
                  <a:txBody>
                    <a:bodyPr/>
                    <a:lstStyle/>
                    <a:p>
                      <a:pPr algn="ctr" fontAlgn="b">
                        <a:buNone/>
                      </a:pPr>
                      <a:r>
                        <a:rPr lang="en-GB" sz="1200" b="0" i="0" u="none" strike="noStrike" dirty="0">
                          <a:solidFill>
                            <a:srgbClr val="000000"/>
                          </a:solidFill>
                          <a:effectLst/>
                          <a:latin typeface="Aptos Narrow" panose="020B0004020202020204" pitchFamily="34" charset="0"/>
                        </a:rPr>
                        <a:t>21%</a:t>
                      </a:r>
                    </a:p>
                  </a:txBody>
                  <a:tcPr marL="6350" marR="6350" marT="6350" marB="0" anchor="ctr"/>
                </a:tc>
                <a:tc>
                  <a:txBody>
                    <a:bodyPr/>
                    <a:lstStyle/>
                    <a:p>
                      <a:pPr algn="ctr" fontAlgn="b">
                        <a:buNone/>
                      </a:pPr>
                      <a:r>
                        <a:rPr lang="en-GB" sz="1200" b="0" i="0" u="none" strike="noStrike" dirty="0">
                          <a:solidFill>
                            <a:srgbClr val="000000"/>
                          </a:solidFill>
                          <a:effectLst/>
                          <a:latin typeface="Aptos Narrow" panose="020B0004020202020204" pitchFamily="34" charset="0"/>
                        </a:rPr>
                        <a:t>27%</a:t>
                      </a:r>
                    </a:p>
                  </a:txBody>
                  <a:tcPr marL="6350" marR="6350" marT="6350" marB="0" anchor="ctr"/>
                </a:tc>
                <a:extLst>
                  <a:ext uri="{0D108BD9-81ED-4DB2-BD59-A6C34878D82A}">
                    <a16:rowId xmlns:a16="http://schemas.microsoft.com/office/drawing/2014/main" val="1188480417"/>
                  </a:ext>
                </a:extLst>
              </a:tr>
            </a:tbl>
          </a:graphicData>
        </a:graphic>
      </p:graphicFrame>
    </p:spTree>
    <p:extLst>
      <p:ext uri="{BB962C8B-B14F-4D97-AF65-F5344CB8AC3E}">
        <p14:creationId xmlns:p14="http://schemas.microsoft.com/office/powerpoint/2010/main" val="2300232272"/>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D2EE12F0-2C6C-6ED6-6BCC-143711D22274}"/>
              </a:ext>
            </a:extLst>
          </p:cNvPr>
          <p:cNvGraphicFramePr>
            <a:graphicFrameLocks noChangeAspect="1"/>
          </p:cNvGraphicFramePr>
          <p:nvPr>
            <p:custDataLst>
              <p:tags r:id="rId1"/>
            </p:custDataLst>
            <p:extLst>
              <p:ext uri="{D42A27DB-BD31-4B8C-83A1-F6EECF244321}">
                <p14:modId xmlns:p14="http://schemas.microsoft.com/office/powerpoint/2010/main" val="330469477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50" imgH="350" progId="TCLayout.ActiveDocument.1">
                  <p:embed/>
                </p:oleObj>
              </mc:Choice>
              <mc:Fallback>
                <p:oleObj name="think-cell Slide" r:id="rId4" imgW="350" imgH="350" progId="TCLayout.ActiveDocument.1">
                  <p:embed/>
                  <p:pic>
                    <p:nvPicPr>
                      <p:cNvPr id="5" name="think-cell data - do not delete" hidden="1">
                        <a:extLst>
                          <a:ext uri="{FF2B5EF4-FFF2-40B4-BE49-F238E27FC236}">
                            <a16:creationId xmlns:a16="http://schemas.microsoft.com/office/drawing/2014/main" id="{D2EE12F0-2C6C-6ED6-6BCC-143711D2227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8B5C6E2E-DBD4-0B1D-9A14-D35EAEBCB6CB}"/>
              </a:ext>
            </a:extLst>
          </p:cNvPr>
          <p:cNvSpPr>
            <a:spLocks noGrp="1"/>
          </p:cNvSpPr>
          <p:nvPr>
            <p:ph type="title"/>
          </p:nvPr>
        </p:nvSpPr>
        <p:spPr/>
        <p:txBody>
          <a:bodyPr vert="horz"/>
          <a:lstStyle/>
          <a:p>
            <a:r>
              <a:rPr lang="en-GB" dirty="0"/>
              <a:t>Business Incremental </a:t>
            </a:r>
          </a:p>
        </p:txBody>
      </p:sp>
      <p:sp>
        <p:nvSpPr>
          <p:cNvPr id="3" name="Slide Number Placeholder 2">
            <a:extLst>
              <a:ext uri="{FF2B5EF4-FFF2-40B4-BE49-F238E27FC236}">
                <a16:creationId xmlns:a16="http://schemas.microsoft.com/office/drawing/2014/main" id="{EF7F255B-B6E9-B5A7-8868-27B11581FF9F}"/>
              </a:ext>
            </a:extLst>
          </p:cNvPr>
          <p:cNvSpPr>
            <a:spLocks noGrp="1"/>
          </p:cNvSpPr>
          <p:nvPr>
            <p:ph type="sldNum" sz="quarter" idx="10"/>
          </p:nvPr>
        </p:nvSpPr>
        <p:spPr/>
        <p:txBody>
          <a:bodyPr/>
          <a:lstStyle/>
          <a:p>
            <a:fld id="{6D22F896-40B5-4ADD-8801-0D06FADFA095}" type="slidenum">
              <a:rPr lang="en-US" smtClean="0"/>
              <a:pPr/>
              <a:t>17</a:t>
            </a:fld>
            <a:endParaRPr lang="en-US"/>
          </a:p>
        </p:txBody>
      </p:sp>
      <p:graphicFrame>
        <p:nvGraphicFramePr>
          <p:cNvPr id="7" name="Table 6">
            <a:extLst>
              <a:ext uri="{FF2B5EF4-FFF2-40B4-BE49-F238E27FC236}">
                <a16:creationId xmlns:a16="http://schemas.microsoft.com/office/drawing/2014/main" id="{F63F5A09-9CBA-DB0E-D6BF-00D049921987}"/>
              </a:ext>
            </a:extLst>
          </p:cNvPr>
          <p:cNvGraphicFramePr>
            <a:graphicFrameLocks noGrp="1"/>
          </p:cNvGraphicFramePr>
          <p:nvPr>
            <p:extLst>
              <p:ext uri="{D42A27DB-BD31-4B8C-83A1-F6EECF244321}">
                <p14:modId xmlns:p14="http://schemas.microsoft.com/office/powerpoint/2010/main" val="3742119351"/>
              </p:ext>
            </p:extLst>
          </p:nvPr>
        </p:nvGraphicFramePr>
        <p:xfrm>
          <a:off x="760610" y="1022703"/>
          <a:ext cx="10670781" cy="1929216"/>
        </p:xfrm>
        <a:graphic>
          <a:graphicData uri="http://schemas.openxmlformats.org/drawingml/2006/table">
            <a:tbl>
              <a:tblPr/>
              <a:tblGrid>
                <a:gridCol w="1500168">
                  <a:extLst>
                    <a:ext uri="{9D8B030D-6E8A-4147-A177-3AD203B41FA5}">
                      <a16:colId xmlns:a16="http://schemas.microsoft.com/office/drawing/2014/main" val="1042978275"/>
                    </a:ext>
                  </a:extLst>
                </a:gridCol>
                <a:gridCol w="542462">
                  <a:extLst>
                    <a:ext uri="{9D8B030D-6E8A-4147-A177-3AD203B41FA5}">
                      <a16:colId xmlns:a16="http://schemas.microsoft.com/office/drawing/2014/main" val="37339371"/>
                    </a:ext>
                  </a:extLst>
                </a:gridCol>
                <a:gridCol w="726131">
                  <a:extLst>
                    <a:ext uri="{9D8B030D-6E8A-4147-A177-3AD203B41FA5}">
                      <a16:colId xmlns:a16="http://schemas.microsoft.com/office/drawing/2014/main" val="3200577428"/>
                    </a:ext>
                  </a:extLst>
                </a:gridCol>
                <a:gridCol w="767362">
                  <a:extLst>
                    <a:ext uri="{9D8B030D-6E8A-4147-A177-3AD203B41FA5}">
                      <a16:colId xmlns:a16="http://schemas.microsoft.com/office/drawing/2014/main" val="2128595059"/>
                    </a:ext>
                  </a:extLst>
                </a:gridCol>
                <a:gridCol w="506851">
                  <a:extLst>
                    <a:ext uri="{9D8B030D-6E8A-4147-A177-3AD203B41FA5}">
                      <a16:colId xmlns:a16="http://schemas.microsoft.com/office/drawing/2014/main" val="4187498790"/>
                    </a:ext>
                  </a:extLst>
                </a:gridCol>
                <a:gridCol w="508751">
                  <a:extLst>
                    <a:ext uri="{9D8B030D-6E8A-4147-A177-3AD203B41FA5}">
                      <a16:colId xmlns:a16="http://schemas.microsoft.com/office/drawing/2014/main" val="2071249016"/>
                    </a:ext>
                  </a:extLst>
                </a:gridCol>
                <a:gridCol w="283954">
                  <a:extLst>
                    <a:ext uri="{9D8B030D-6E8A-4147-A177-3AD203B41FA5}">
                      <a16:colId xmlns:a16="http://schemas.microsoft.com/office/drawing/2014/main" val="2677858258"/>
                    </a:ext>
                  </a:extLst>
                </a:gridCol>
                <a:gridCol w="461425">
                  <a:extLst>
                    <a:ext uri="{9D8B030D-6E8A-4147-A177-3AD203B41FA5}">
                      <a16:colId xmlns:a16="http://schemas.microsoft.com/office/drawing/2014/main" val="907176723"/>
                    </a:ext>
                  </a:extLst>
                </a:gridCol>
                <a:gridCol w="354943">
                  <a:extLst>
                    <a:ext uri="{9D8B030D-6E8A-4147-A177-3AD203B41FA5}">
                      <a16:colId xmlns:a16="http://schemas.microsoft.com/office/drawing/2014/main" val="1043375296"/>
                    </a:ext>
                  </a:extLst>
                </a:gridCol>
                <a:gridCol w="308188">
                  <a:extLst>
                    <a:ext uri="{9D8B030D-6E8A-4147-A177-3AD203B41FA5}">
                      <a16:colId xmlns:a16="http://schemas.microsoft.com/office/drawing/2014/main" val="3631973315"/>
                    </a:ext>
                  </a:extLst>
                </a:gridCol>
                <a:gridCol w="907926">
                  <a:extLst>
                    <a:ext uri="{9D8B030D-6E8A-4147-A177-3AD203B41FA5}">
                      <a16:colId xmlns:a16="http://schemas.microsoft.com/office/drawing/2014/main" val="1719465442"/>
                    </a:ext>
                  </a:extLst>
                </a:gridCol>
                <a:gridCol w="40180">
                  <a:extLst>
                    <a:ext uri="{9D8B030D-6E8A-4147-A177-3AD203B41FA5}">
                      <a16:colId xmlns:a16="http://schemas.microsoft.com/office/drawing/2014/main" val="1704353162"/>
                    </a:ext>
                  </a:extLst>
                </a:gridCol>
                <a:gridCol w="540587">
                  <a:extLst>
                    <a:ext uri="{9D8B030D-6E8A-4147-A177-3AD203B41FA5}">
                      <a16:colId xmlns:a16="http://schemas.microsoft.com/office/drawing/2014/main" val="275537050"/>
                    </a:ext>
                  </a:extLst>
                </a:gridCol>
                <a:gridCol w="340049">
                  <a:extLst>
                    <a:ext uri="{9D8B030D-6E8A-4147-A177-3AD203B41FA5}">
                      <a16:colId xmlns:a16="http://schemas.microsoft.com/office/drawing/2014/main" val="4178636986"/>
                    </a:ext>
                  </a:extLst>
                </a:gridCol>
                <a:gridCol w="270706">
                  <a:extLst>
                    <a:ext uri="{9D8B030D-6E8A-4147-A177-3AD203B41FA5}">
                      <a16:colId xmlns:a16="http://schemas.microsoft.com/office/drawing/2014/main" val="3597657182"/>
                    </a:ext>
                  </a:extLst>
                </a:gridCol>
                <a:gridCol w="313810">
                  <a:extLst>
                    <a:ext uri="{9D8B030D-6E8A-4147-A177-3AD203B41FA5}">
                      <a16:colId xmlns:a16="http://schemas.microsoft.com/office/drawing/2014/main" val="1745129612"/>
                    </a:ext>
                  </a:extLst>
                </a:gridCol>
                <a:gridCol w="407520">
                  <a:extLst>
                    <a:ext uri="{9D8B030D-6E8A-4147-A177-3AD203B41FA5}">
                      <a16:colId xmlns:a16="http://schemas.microsoft.com/office/drawing/2014/main" val="2156696530"/>
                    </a:ext>
                  </a:extLst>
                </a:gridCol>
                <a:gridCol w="332553">
                  <a:extLst>
                    <a:ext uri="{9D8B030D-6E8A-4147-A177-3AD203B41FA5}">
                      <a16:colId xmlns:a16="http://schemas.microsoft.com/office/drawing/2014/main" val="2025775015"/>
                    </a:ext>
                  </a:extLst>
                </a:gridCol>
                <a:gridCol w="838581">
                  <a:extLst>
                    <a:ext uri="{9D8B030D-6E8A-4147-A177-3AD203B41FA5}">
                      <a16:colId xmlns:a16="http://schemas.microsoft.com/office/drawing/2014/main" val="1418320559"/>
                    </a:ext>
                  </a:extLst>
                </a:gridCol>
                <a:gridCol w="718634">
                  <a:extLst>
                    <a:ext uri="{9D8B030D-6E8A-4147-A177-3AD203B41FA5}">
                      <a16:colId xmlns:a16="http://schemas.microsoft.com/office/drawing/2014/main" val="2581577467"/>
                    </a:ext>
                  </a:extLst>
                </a:gridCol>
              </a:tblGrid>
              <a:tr h="241152">
                <a:tc>
                  <a:txBody>
                    <a:bodyPr/>
                    <a:lstStyle/>
                    <a:p>
                      <a:pPr algn="ctr" fontAlgn="ctr">
                        <a:buNone/>
                      </a:pPr>
                      <a:r>
                        <a:rPr lang="en-GB" sz="900" b="1" i="0" u="none" strike="noStrike" dirty="0">
                          <a:solidFill>
                            <a:srgbClr val="000000"/>
                          </a:solidFill>
                          <a:effectLst/>
                          <a:latin typeface="Aptos Narrow" panose="020B0004020202020204" pitchFamily="34" charset="0"/>
                        </a:rPr>
                        <a:t>SMB (Last 4 quarters)</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E6F5"/>
                    </a:solidFill>
                  </a:tcPr>
                </a:tc>
                <a:tc>
                  <a:txBody>
                    <a:bodyPr/>
                    <a:lstStyle/>
                    <a:p>
                      <a:pPr algn="ctr" fontAlgn="ctr">
                        <a:buNone/>
                      </a:pPr>
                      <a:r>
                        <a:rPr lang="en-GB" sz="900" b="1" i="0" u="none" strike="noStrike">
                          <a:solidFill>
                            <a:srgbClr val="000000"/>
                          </a:solidFill>
                          <a:effectLst/>
                          <a:latin typeface="Aptos Narrow" panose="020B0004020202020204" pitchFamily="34" charset="0"/>
                        </a:rPr>
                        <a:t>Bookings</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E6F5"/>
                    </a:solidFill>
                  </a:tcPr>
                </a:tc>
                <a:tc>
                  <a:txBody>
                    <a:bodyPr/>
                    <a:lstStyle/>
                    <a:p>
                      <a:pPr algn="ctr" fontAlgn="ctr">
                        <a:buNone/>
                      </a:pPr>
                      <a:r>
                        <a:rPr lang="en-GB" sz="900" b="1" i="0" u="none" strike="noStrike">
                          <a:solidFill>
                            <a:srgbClr val="000000"/>
                          </a:solidFill>
                          <a:effectLst/>
                          <a:latin typeface="Aptos Narrow" panose="020B0004020202020204" pitchFamily="34" charset="0"/>
                        </a:rPr>
                        <a:t>Services Qty</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E6F5"/>
                    </a:solidFill>
                  </a:tcPr>
                </a:tc>
                <a:tc>
                  <a:txBody>
                    <a:bodyPr/>
                    <a:lstStyle/>
                    <a:p>
                      <a:pPr algn="ctr" fontAlgn="ctr">
                        <a:buNone/>
                      </a:pPr>
                      <a:r>
                        <a:rPr lang="en-GB" sz="900" b="1" i="0" u="none" strike="noStrike">
                          <a:solidFill>
                            <a:srgbClr val="000000"/>
                          </a:solidFill>
                          <a:effectLst/>
                          <a:latin typeface="Aptos Narrow" panose="020B0004020202020204" pitchFamily="34" charset="0"/>
                        </a:rPr>
                        <a:t>HW Bookings</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E6F5"/>
                    </a:solidFill>
                  </a:tcPr>
                </a:tc>
                <a:tc>
                  <a:txBody>
                    <a:bodyPr/>
                    <a:lstStyle/>
                    <a:p>
                      <a:pPr algn="ctr" fontAlgn="ctr">
                        <a:buNone/>
                      </a:pPr>
                      <a:r>
                        <a:rPr lang="en-GB" sz="900" b="1" i="0" u="none" strike="noStrike">
                          <a:solidFill>
                            <a:srgbClr val="000000"/>
                          </a:solidFill>
                          <a:effectLst/>
                          <a:latin typeface="Aptos Narrow" panose="020B0004020202020204" pitchFamily="34" charset="0"/>
                        </a:rPr>
                        <a:t>HW Qty</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E6F5"/>
                    </a:solidFill>
                  </a:tcPr>
                </a:tc>
                <a:tc>
                  <a:txBody>
                    <a:bodyPr/>
                    <a:lstStyle/>
                    <a:p>
                      <a:pPr algn="ctr" fontAlgn="ctr">
                        <a:buNone/>
                      </a:pPr>
                      <a:r>
                        <a:rPr lang="en-GB" sz="900" b="1" i="0" u="none" strike="noStrike" dirty="0">
                          <a:solidFill>
                            <a:srgbClr val="000000"/>
                          </a:solidFill>
                          <a:effectLst/>
                          <a:latin typeface="Aptos Narrow" panose="020B0004020202020204" pitchFamily="34" charset="0"/>
                        </a:rPr>
                        <a:t>HW AUR</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E6F5"/>
                    </a:solidFill>
                  </a:tcPr>
                </a:tc>
                <a:tc>
                  <a:txBody>
                    <a:bodyPr/>
                    <a:lstStyle/>
                    <a:p>
                      <a:pPr algn="ctr" fontAlgn="ctr">
                        <a:buNone/>
                      </a:pPr>
                      <a:r>
                        <a:rPr lang="en-GB" sz="900" b="1" i="0" u="none" strike="noStrike">
                          <a:solidFill>
                            <a:srgbClr val="000000"/>
                          </a:solidFill>
                          <a:effectLst/>
                          <a:latin typeface="Aptos Narrow" panose="020B0004020202020204" pitchFamily="34" charset="0"/>
                        </a:rPr>
                        <a:t>AUR</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E6F5"/>
                    </a:solidFill>
                  </a:tcPr>
                </a:tc>
                <a:tc>
                  <a:txBody>
                    <a:bodyPr/>
                    <a:lstStyle/>
                    <a:p>
                      <a:pPr algn="ctr" fontAlgn="ctr">
                        <a:buNone/>
                      </a:pPr>
                      <a:r>
                        <a:rPr lang="en-GB" sz="900" b="1" i="0" u="none" strike="noStrike">
                          <a:solidFill>
                            <a:srgbClr val="000000"/>
                          </a:solidFill>
                          <a:effectLst/>
                          <a:latin typeface="Aptos Narrow" panose="020B0004020202020204" pitchFamily="34" charset="0"/>
                        </a:rPr>
                        <a:t>AR</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E6F5"/>
                    </a:solidFill>
                  </a:tcPr>
                </a:tc>
                <a:tc>
                  <a:txBody>
                    <a:bodyPr/>
                    <a:lstStyle/>
                    <a:p>
                      <a:pPr algn="ctr" fontAlgn="ctr">
                        <a:buNone/>
                      </a:pPr>
                      <a:r>
                        <a:rPr lang="en-GB" sz="900" b="1" i="0" u="none" strike="noStrike">
                          <a:solidFill>
                            <a:srgbClr val="000000"/>
                          </a:solidFill>
                          <a:effectLst/>
                          <a:latin typeface="Aptos Narrow" panose="020B0004020202020204" pitchFamily="34" charset="0"/>
                        </a:rPr>
                        <a:t>$CA</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E6F5"/>
                    </a:solidFill>
                  </a:tcPr>
                </a:tc>
                <a:tc>
                  <a:txBody>
                    <a:bodyPr/>
                    <a:lstStyle/>
                    <a:p>
                      <a:pPr algn="ctr" fontAlgn="ctr">
                        <a:buNone/>
                      </a:pPr>
                      <a:r>
                        <a:rPr lang="en-GB" sz="900" b="1" i="0" u="none" strike="noStrike">
                          <a:solidFill>
                            <a:srgbClr val="000000"/>
                          </a:solidFill>
                          <a:effectLst/>
                          <a:latin typeface="Aptos Narrow" panose="020B0004020202020204" pitchFamily="34" charset="0"/>
                        </a:rPr>
                        <a:t>PR</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E6F5"/>
                    </a:solidFill>
                  </a:tcPr>
                </a:tc>
                <a:tc>
                  <a:txBody>
                    <a:bodyPr/>
                    <a:lstStyle/>
                    <a:p>
                      <a:pPr algn="ctr" fontAlgn="ctr">
                        <a:buNone/>
                      </a:pPr>
                      <a:r>
                        <a:rPr lang="en-GB" sz="900" b="1" i="0" u="none" strike="noStrike">
                          <a:solidFill>
                            <a:srgbClr val="000000"/>
                          </a:solidFill>
                          <a:effectLst/>
                          <a:latin typeface="Aptos Narrow" panose="020B0004020202020204" pitchFamily="34" charset="0"/>
                        </a:rPr>
                        <a:t>AUR as % of HW</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E6F5"/>
                    </a:solidFill>
                  </a:tcPr>
                </a:tc>
                <a:tc>
                  <a:txBody>
                    <a:bodyPr/>
                    <a:lstStyle/>
                    <a:p>
                      <a:pPr algn="l" fontAlgn="b">
                        <a:buNone/>
                      </a:pPr>
                      <a:endParaRPr lang="en-GB" sz="900" b="0" i="0" u="none" strike="noStrike">
                        <a:solidFill>
                          <a:srgbClr val="000000"/>
                        </a:solidFill>
                        <a:effectLst/>
                        <a:latin typeface="Aptos Narrow" panose="020B0004020202020204" pitchFamily="34" charset="0"/>
                      </a:endParaRPr>
                    </a:p>
                  </a:txBody>
                  <a:tcPr marL="4317" marR="4317" marT="4317"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GB" sz="900" b="1" i="0" u="none" strike="noStrike">
                          <a:solidFill>
                            <a:srgbClr val="000000"/>
                          </a:solidFill>
                          <a:effectLst/>
                          <a:latin typeface="Aptos Narrow" panose="020B0004020202020204" pitchFamily="34" charset="0"/>
                        </a:rPr>
                        <a:t>New AUR</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AE9F8"/>
                    </a:solidFill>
                  </a:tcPr>
                </a:tc>
                <a:tc>
                  <a:txBody>
                    <a:bodyPr/>
                    <a:lstStyle/>
                    <a:p>
                      <a:pPr algn="ctr" fontAlgn="ctr">
                        <a:buNone/>
                      </a:pPr>
                      <a:r>
                        <a:rPr lang="el-GR" sz="900" b="1" i="0" u="none" strike="noStrike">
                          <a:solidFill>
                            <a:srgbClr val="000000"/>
                          </a:solidFill>
                          <a:effectLst/>
                          <a:latin typeface="Aptos Narrow" panose="020B0004020202020204" pitchFamily="34" charset="0"/>
                        </a:rPr>
                        <a:t>δ</a:t>
                      </a:r>
                      <a:r>
                        <a:rPr lang="en-GB" sz="900" b="1" i="0" u="none" strike="noStrike">
                          <a:solidFill>
                            <a:srgbClr val="000000"/>
                          </a:solidFill>
                          <a:effectLst/>
                          <a:latin typeface="Aptos Narrow" panose="020B0004020202020204" pitchFamily="34" charset="0"/>
                        </a:rPr>
                        <a:t>AUR</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AE9F8"/>
                    </a:solidFill>
                  </a:tcPr>
                </a:tc>
                <a:tc>
                  <a:txBody>
                    <a:bodyPr/>
                    <a:lstStyle/>
                    <a:p>
                      <a:pPr algn="ctr" fontAlgn="ctr">
                        <a:buNone/>
                      </a:pPr>
                      <a:r>
                        <a:rPr lang="en-GB" sz="900" b="1" i="0" u="none" strike="noStrike">
                          <a:solidFill>
                            <a:srgbClr val="000000"/>
                          </a:solidFill>
                          <a:effectLst/>
                          <a:latin typeface="Aptos Narrow" panose="020B0004020202020204" pitchFamily="34" charset="0"/>
                        </a:rPr>
                        <a:t>AR</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AE9F8"/>
                    </a:solidFill>
                  </a:tcPr>
                </a:tc>
                <a:tc>
                  <a:txBody>
                    <a:bodyPr/>
                    <a:lstStyle/>
                    <a:p>
                      <a:pPr algn="ctr" fontAlgn="ctr">
                        <a:buNone/>
                      </a:pPr>
                      <a:r>
                        <a:rPr lang="el-GR" sz="900" b="1" i="0" u="none" strike="noStrike">
                          <a:solidFill>
                            <a:srgbClr val="000000"/>
                          </a:solidFill>
                          <a:effectLst/>
                          <a:latin typeface="Aptos Narrow" panose="020B0004020202020204" pitchFamily="34" charset="0"/>
                        </a:rPr>
                        <a:t>δ</a:t>
                      </a:r>
                      <a:r>
                        <a:rPr lang="en-GB" sz="900" b="1" i="0" u="none" strike="noStrike">
                          <a:solidFill>
                            <a:srgbClr val="000000"/>
                          </a:solidFill>
                          <a:effectLst/>
                          <a:latin typeface="Aptos Narrow" panose="020B0004020202020204" pitchFamily="34" charset="0"/>
                        </a:rPr>
                        <a:t>AR</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AE9F8"/>
                    </a:solidFill>
                  </a:tcPr>
                </a:tc>
                <a:tc>
                  <a:txBody>
                    <a:bodyPr/>
                    <a:lstStyle/>
                    <a:p>
                      <a:pPr algn="ctr" fontAlgn="ctr">
                        <a:buNone/>
                      </a:pPr>
                      <a:r>
                        <a:rPr lang="en-GB" sz="900" b="1" i="0" u="none" strike="noStrike">
                          <a:solidFill>
                            <a:srgbClr val="000000"/>
                          </a:solidFill>
                          <a:effectLst/>
                          <a:latin typeface="Aptos Narrow" panose="020B0004020202020204" pitchFamily="34" charset="0"/>
                        </a:rPr>
                        <a:t>$CA</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AE9F8"/>
                    </a:solidFill>
                  </a:tcPr>
                </a:tc>
                <a:tc>
                  <a:txBody>
                    <a:bodyPr/>
                    <a:lstStyle/>
                    <a:p>
                      <a:pPr algn="ctr" fontAlgn="ctr">
                        <a:buNone/>
                      </a:pPr>
                      <a:r>
                        <a:rPr lang="el-GR" sz="900" b="1" i="0" u="none" strike="noStrike">
                          <a:solidFill>
                            <a:srgbClr val="000000"/>
                          </a:solidFill>
                          <a:effectLst/>
                          <a:latin typeface="Aptos Narrow" panose="020B0004020202020204" pitchFamily="34" charset="0"/>
                        </a:rPr>
                        <a:t>δ$</a:t>
                      </a:r>
                      <a:r>
                        <a:rPr lang="en-GB" sz="900" b="1" i="0" u="none" strike="noStrike">
                          <a:solidFill>
                            <a:srgbClr val="000000"/>
                          </a:solidFill>
                          <a:effectLst/>
                          <a:latin typeface="Aptos Narrow" panose="020B0004020202020204" pitchFamily="34" charset="0"/>
                        </a:rPr>
                        <a:t>CA</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AE9F8"/>
                    </a:solidFill>
                  </a:tcPr>
                </a:tc>
                <a:tc>
                  <a:txBody>
                    <a:bodyPr/>
                    <a:lstStyle/>
                    <a:p>
                      <a:pPr algn="ctr" fontAlgn="ctr">
                        <a:buNone/>
                      </a:pPr>
                      <a:r>
                        <a:rPr lang="en-GB" sz="900" b="1" i="0" u="none" strike="noStrike">
                          <a:solidFill>
                            <a:srgbClr val="000000"/>
                          </a:solidFill>
                          <a:effectLst/>
                          <a:latin typeface="Aptos Narrow" panose="020B0004020202020204" pitchFamily="34" charset="0"/>
                        </a:rPr>
                        <a:t>New Bookings </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AE9F8"/>
                    </a:solidFill>
                  </a:tcPr>
                </a:tc>
                <a:tc>
                  <a:txBody>
                    <a:bodyPr/>
                    <a:lstStyle/>
                    <a:p>
                      <a:pPr algn="ctr" fontAlgn="ctr">
                        <a:buNone/>
                      </a:pPr>
                      <a:r>
                        <a:rPr lang="en-GB" sz="900" b="1" i="0" u="none" strike="noStrike">
                          <a:solidFill>
                            <a:srgbClr val="000000"/>
                          </a:solidFill>
                          <a:effectLst/>
                          <a:latin typeface="Aptos Narrow" panose="020B0004020202020204" pitchFamily="34" charset="0"/>
                        </a:rPr>
                        <a:t>Incremental</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AE9F8"/>
                    </a:solidFill>
                  </a:tcPr>
                </a:tc>
                <a:extLst>
                  <a:ext uri="{0D108BD9-81ED-4DB2-BD59-A6C34878D82A}">
                    <a16:rowId xmlns:a16="http://schemas.microsoft.com/office/drawing/2014/main" val="306818019"/>
                  </a:ext>
                </a:extLst>
              </a:tr>
              <a:tr h="241152">
                <a:tc>
                  <a:txBody>
                    <a:bodyPr/>
                    <a:lstStyle/>
                    <a:p>
                      <a:pPr algn="ctr" fontAlgn="ctr">
                        <a:buNone/>
                      </a:pPr>
                      <a:r>
                        <a:rPr lang="en-GB" sz="900" b="1" i="0" u="none" strike="noStrike">
                          <a:solidFill>
                            <a:srgbClr val="000000"/>
                          </a:solidFill>
                          <a:effectLst/>
                          <a:latin typeface="Aptos Narrow" panose="020B0004020202020204" pitchFamily="34" charset="0"/>
                        </a:rPr>
                        <a:t>SMB Entry Total</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GB" sz="900" b="1" i="0" u="none" strike="noStrike">
                          <a:solidFill>
                            <a:srgbClr val="000000"/>
                          </a:solidFill>
                          <a:effectLst/>
                          <a:latin typeface="Aptos Narrow" panose="020B0004020202020204" pitchFamily="34" charset="0"/>
                        </a:rPr>
                        <a:t>$1.8m</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GB" sz="900" b="1" i="0" u="none" strike="noStrike">
                          <a:solidFill>
                            <a:srgbClr val="000000"/>
                          </a:solidFill>
                          <a:effectLst/>
                          <a:latin typeface="Aptos Narrow" panose="020B0004020202020204" pitchFamily="34" charset="0"/>
                        </a:rPr>
                        <a:t>76350</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GB" sz="900" b="1" i="0" u="none" strike="noStrike" dirty="0">
                          <a:solidFill>
                            <a:srgbClr val="000000"/>
                          </a:solidFill>
                          <a:effectLst/>
                          <a:latin typeface="Aptos Narrow" panose="020B0004020202020204" pitchFamily="34" charset="0"/>
                        </a:rPr>
                        <a:t>$48.0m</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GB" sz="900" b="1" i="0" u="none" strike="noStrike">
                          <a:solidFill>
                            <a:srgbClr val="000000"/>
                          </a:solidFill>
                          <a:effectLst/>
                          <a:latin typeface="Aptos Narrow" panose="020B0004020202020204" pitchFamily="34" charset="0"/>
                        </a:rPr>
                        <a:t>117794</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GB" sz="900" b="0" i="0" u="none" strike="noStrike">
                          <a:solidFill>
                            <a:srgbClr val="000000"/>
                          </a:solidFill>
                          <a:effectLst/>
                          <a:latin typeface="Aptos Narrow" panose="020B0004020202020204" pitchFamily="34" charset="0"/>
                        </a:rPr>
                        <a:t>408</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GB" sz="900" b="0" i="0" u="none" strike="noStrike">
                          <a:solidFill>
                            <a:srgbClr val="000000"/>
                          </a:solidFill>
                          <a:effectLst/>
                          <a:latin typeface="Aptos Narrow" panose="020B0004020202020204" pitchFamily="34" charset="0"/>
                        </a:rPr>
                        <a:t>24</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GB" sz="900" b="0" i="0" u="none" strike="noStrike">
                          <a:solidFill>
                            <a:srgbClr val="000000"/>
                          </a:solidFill>
                          <a:effectLst/>
                          <a:latin typeface="Aptos Narrow" panose="020B0004020202020204" pitchFamily="34" charset="0"/>
                        </a:rPr>
                        <a:t>64.8%</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GB" sz="900" b="0" i="0" u="none" strike="noStrike">
                          <a:solidFill>
                            <a:srgbClr val="000000"/>
                          </a:solidFill>
                          <a:effectLst/>
                          <a:latin typeface="Aptos Narrow" panose="020B0004020202020204" pitchFamily="34" charset="0"/>
                        </a:rPr>
                        <a:t>15.29</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GB" sz="900" b="0" i="0" u="none" strike="noStrike">
                          <a:solidFill>
                            <a:srgbClr val="000000"/>
                          </a:solidFill>
                          <a:effectLst/>
                          <a:latin typeface="Aptos Narrow" panose="020B0004020202020204" pitchFamily="34" charset="0"/>
                        </a:rPr>
                        <a:t>3.8%</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GB" sz="900" b="0" i="0" u="none" strike="noStrike">
                          <a:solidFill>
                            <a:srgbClr val="000000"/>
                          </a:solidFill>
                          <a:effectLst/>
                          <a:latin typeface="Aptos Narrow" panose="020B0004020202020204" pitchFamily="34" charset="0"/>
                        </a:rPr>
                        <a:t>6%</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b">
                        <a:buNone/>
                      </a:pPr>
                      <a:endParaRPr lang="en-GB" sz="900" b="0" i="0" u="none" strike="noStrike">
                        <a:solidFill>
                          <a:srgbClr val="000000"/>
                        </a:solidFill>
                        <a:effectLst/>
                        <a:latin typeface="Aptos Narrow" panose="020B0004020202020204" pitchFamily="34" charset="0"/>
                      </a:endParaRPr>
                    </a:p>
                  </a:txBody>
                  <a:tcPr marL="4317" marR="4317" marT="4317"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GB" sz="900" b="1" i="0" u="none" strike="noStrike">
                          <a:solidFill>
                            <a:srgbClr val="000000"/>
                          </a:solidFill>
                          <a:effectLst/>
                          <a:latin typeface="Aptos Narrow" panose="020B0004020202020204" pitchFamily="34" charset="0"/>
                        </a:rPr>
                        <a:t>27</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GB" sz="900" b="0" i="0" u="none" strike="noStrike">
                          <a:solidFill>
                            <a:srgbClr val="006100"/>
                          </a:solidFill>
                          <a:effectLst/>
                          <a:latin typeface="Aptos Narrow" panose="020B0004020202020204" pitchFamily="34" charset="0"/>
                        </a:rPr>
                        <a:t>16%</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6EFCE"/>
                    </a:solidFill>
                  </a:tcPr>
                </a:tc>
                <a:tc>
                  <a:txBody>
                    <a:bodyPr/>
                    <a:lstStyle/>
                    <a:p>
                      <a:pPr algn="ctr" fontAlgn="ctr">
                        <a:buNone/>
                      </a:pPr>
                      <a:r>
                        <a:rPr lang="en-GB" sz="900" b="1" i="0" u="none" strike="noStrike" dirty="0">
                          <a:solidFill>
                            <a:srgbClr val="000000"/>
                          </a:solidFill>
                          <a:effectLst/>
                          <a:latin typeface="Aptos Narrow" panose="020B0004020202020204" pitchFamily="34" charset="0"/>
                        </a:rPr>
                        <a:t>57%</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GB" sz="900" b="0" i="0" u="none" strike="noStrike">
                          <a:solidFill>
                            <a:srgbClr val="9C0006"/>
                          </a:solidFill>
                          <a:effectLst/>
                          <a:latin typeface="Aptos Narrow" panose="020B0004020202020204" pitchFamily="34" charset="0"/>
                        </a:rPr>
                        <a:t>-7%</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7CE"/>
                    </a:solidFill>
                  </a:tcPr>
                </a:tc>
                <a:tc>
                  <a:txBody>
                    <a:bodyPr/>
                    <a:lstStyle/>
                    <a:p>
                      <a:pPr algn="ctr" fontAlgn="ctr">
                        <a:buNone/>
                      </a:pPr>
                      <a:r>
                        <a:rPr lang="en-GB" sz="900" b="0" i="0" u="none" strike="noStrike">
                          <a:solidFill>
                            <a:srgbClr val="000000"/>
                          </a:solidFill>
                          <a:effectLst/>
                          <a:latin typeface="Aptos Narrow" panose="020B0004020202020204" pitchFamily="34" charset="0"/>
                        </a:rPr>
                        <a:t>15.74</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GB" sz="900" b="0" i="0" u="none" strike="noStrike">
                          <a:solidFill>
                            <a:srgbClr val="006100"/>
                          </a:solidFill>
                          <a:effectLst/>
                          <a:latin typeface="Aptos Narrow" panose="020B0004020202020204" pitchFamily="34" charset="0"/>
                        </a:rPr>
                        <a:t>3%</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6EFCE"/>
                    </a:solidFill>
                  </a:tcPr>
                </a:tc>
                <a:tc>
                  <a:txBody>
                    <a:bodyPr/>
                    <a:lstStyle/>
                    <a:p>
                      <a:pPr algn="ctr" fontAlgn="ctr">
                        <a:buNone/>
                      </a:pPr>
                      <a:r>
                        <a:rPr lang="en-GB" sz="900" b="1" i="0" u="none" strike="noStrike" dirty="0">
                          <a:solidFill>
                            <a:srgbClr val="000000"/>
                          </a:solidFill>
                          <a:effectLst/>
                          <a:latin typeface="Aptos Narrow" panose="020B0004020202020204" pitchFamily="34" charset="0"/>
                        </a:rPr>
                        <a:t>$1.9m</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GB" sz="900" b="1" i="0" u="none" strike="noStrike">
                          <a:solidFill>
                            <a:srgbClr val="000000"/>
                          </a:solidFill>
                          <a:effectLst/>
                          <a:latin typeface="Aptos Narrow" panose="020B0004020202020204" pitchFamily="34" charset="0"/>
                        </a:rPr>
                        <a:t>$0.1m</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97310965"/>
                  </a:ext>
                </a:extLst>
              </a:tr>
              <a:tr h="241152">
                <a:tc>
                  <a:txBody>
                    <a:bodyPr/>
                    <a:lstStyle/>
                    <a:p>
                      <a:pPr algn="ctr" fontAlgn="ctr">
                        <a:buNone/>
                      </a:pPr>
                      <a:r>
                        <a:rPr lang="en-GB" sz="900" b="1" i="0" u="none" strike="noStrike">
                          <a:solidFill>
                            <a:srgbClr val="000000"/>
                          </a:solidFill>
                          <a:effectLst/>
                          <a:latin typeface="Aptos Narrow" panose="020B0004020202020204" pitchFamily="34" charset="0"/>
                        </a:rPr>
                        <a:t>TP Entry Total</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GB" sz="900" b="1" i="0" u="none" strike="noStrike">
                          <a:solidFill>
                            <a:srgbClr val="000000"/>
                          </a:solidFill>
                          <a:effectLst/>
                          <a:latin typeface="Aptos Narrow" panose="020B0004020202020204" pitchFamily="34" charset="0"/>
                        </a:rPr>
                        <a:t>$21.1m</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GB" sz="900" b="1" i="0" u="none" strike="noStrike">
                          <a:solidFill>
                            <a:srgbClr val="000000"/>
                          </a:solidFill>
                          <a:effectLst/>
                          <a:latin typeface="Aptos Narrow" panose="020B0004020202020204" pitchFamily="34" charset="0"/>
                        </a:rPr>
                        <a:t>574728</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GB" sz="900" b="0" i="0" u="none" strike="noStrike">
                          <a:solidFill>
                            <a:srgbClr val="000000"/>
                          </a:solidFill>
                          <a:effectLst/>
                          <a:latin typeface="Aptos Narrow" panose="020B0004020202020204" pitchFamily="34" charset="0"/>
                        </a:rPr>
                        <a:t>$391.4m</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GB" sz="900" b="0" i="0" u="none" strike="noStrike">
                          <a:solidFill>
                            <a:srgbClr val="000000"/>
                          </a:solidFill>
                          <a:effectLst/>
                          <a:latin typeface="Aptos Narrow" panose="020B0004020202020204" pitchFamily="34" charset="0"/>
                        </a:rPr>
                        <a:t>518532</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GB" sz="900" b="0" i="0" u="none" strike="noStrike">
                          <a:solidFill>
                            <a:srgbClr val="000000"/>
                          </a:solidFill>
                          <a:effectLst/>
                          <a:latin typeface="Aptos Narrow" panose="020B0004020202020204" pitchFamily="34" charset="0"/>
                        </a:rPr>
                        <a:t>755</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GB" sz="900" b="0" i="0" u="none" strike="noStrike">
                          <a:solidFill>
                            <a:srgbClr val="000000"/>
                          </a:solidFill>
                          <a:effectLst/>
                          <a:latin typeface="Aptos Narrow" panose="020B0004020202020204" pitchFamily="34" charset="0"/>
                        </a:rPr>
                        <a:t>37</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GB" sz="900" b="0" i="0" u="none" strike="noStrike">
                          <a:solidFill>
                            <a:srgbClr val="000000"/>
                          </a:solidFill>
                          <a:effectLst/>
                          <a:latin typeface="Aptos Narrow" panose="020B0004020202020204" pitchFamily="34" charset="0"/>
                        </a:rPr>
                        <a:t>110.8%</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GB" sz="900" b="0" i="0" u="none" strike="noStrike">
                          <a:solidFill>
                            <a:srgbClr val="000000"/>
                          </a:solidFill>
                          <a:effectLst/>
                          <a:latin typeface="Aptos Narrow" panose="020B0004020202020204" pitchFamily="34" charset="0"/>
                        </a:rPr>
                        <a:t>40.73</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GB" sz="900" b="0" i="0" u="none" strike="noStrike">
                          <a:solidFill>
                            <a:srgbClr val="000000"/>
                          </a:solidFill>
                          <a:effectLst/>
                          <a:latin typeface="Aptos Narrow" panose="020B0004020202020204" pitchFamily="34" charset="0"/>
                        </a:rPr>
                        <a:t>5.4%</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GB" sz="900" b="0" i="0" u="none" strike="noStrike">
                          <a:solidFill>
                            <a:srgbClr val="000000"/>
                          </a:solidFill>
                          <a:effectLst/>
                          <a:latin typeface="Aptos Narrow" panose="020B0004020202020204" pitchFamily="34" charset="0"/>
                        </a:rPr>
                        <a:t>5%</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b">
                        <a:buNone/>
                      </a:pPr>
                      <a:endParaRPr lang="en-GB" sz="900" b="0" i="0" u="none" strike="noStrike">
                        <a:solidFill>
                          <a:srgbClr val="000000"/>
                        </a:solidFill>
                        <a:effectLst/>
                        <a:latin typeface="Aptos Narrow" panose="020B0004020202020204" pitchFamily="34" charset="0"/>
                      </a:endParaRPr>
                    </a:p>
                  </a:txBody>
                  <a:tcPr marL="4317" marR="4317" marT="4317"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GB" sz="900" b="1" i="0" u="none" strike="noStrike">
                          <a:solidFill>
                            <a:srgbClr val="000000"/>
                          </a:solidFill>
                          <a:effectLst/>
                          <a:latin typeface="Aptos Narrow" panose="020B0004020202020204" pitchFamily="34" charset="0"/>
                        </a:rPr>
                        <a:t>58</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GB" sz="900" b="0" i="0" u="none" strike="noStrike">
                          <a:solidFill>
                            <a:srgbClr val="006100"/>
                          </a:solidFill>
                          <a:effectLst/>
                          <a:latin typeface="Aptos Narrow" panose="020B0004020202020204" pitchFamily="34" charset="0"/>
                        </a:rPr>
                        <a:t>58%</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6EFCE"/>
                    </a:solidFill>
                  </a:tcPr>
                </a:tc>
                <a:tc>
                  <a:txBody>
                    <a:bodyPr/>
                    <a:lstStyle/>
                    <a:p>
                      <a:pPr algn="ctr" fontAlgn="ctr">
                        <a:buNone/>
                      </a:pPr>
                      <a:r>
                        <a:rPr lang="en-GB" sz="900" b="1" i="0" u="none" strike="noStrike">
                          <a:solidFill>
                            <a:srgbClr val="000000"/>
                          </a:solidFill>
                          <a:effectLst/>
                          <a:latin typeface="Aptos Narrow" panose="020B0004020202020204" pitchFamily="34" charset="0"/>
                        </a:rPr>
                        <a:t>77%</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GB" sz="900" b="0" i="0" u="none" strike="noStrike">
                          <a:solidFill>
                            <a:srgbClr val="9C0006"/>
                          </a:solidFill>
                          <a:effectLst/>
                          <a:latin typeface="Aptos Narrow" panose="020B0004020202020204" pitchFamily="34" charset="0"/>
                        </a:rPr>
                        <a:t>-34%</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7CE"/>
                    </a:solidFill>
                  </a:tcPr>
                </a:tc>
                <a:tc>
                  <a:txBody>
                    <a:bodyPr/>
                    <a:lstStyle/>
                    <a:p>
                      <a:pPr algn="ctr" fontAlgn="ctr">
                        <a:buNone/>
                      </a:pPr>
                      <a:r>
                        <a:rPr lang="en-GB" sz="900" b="0" i="0" u="none" strike="noStrike">
                          <a:solidFill>
                            <a:srgbClr val="000000"/>
                          </a:solidFill>
                          <a:effectLst/>
                          <a:latin typeface="Aptos Narrow" panose="020B0004020202020204" pitchFamily="34" charset="0"/>
                        </a:rPr>
                        <a:t>44.37</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GB" sz="900" b="0" i="0" u="none" strike="noStrike">
                          <a:solidFill>
                            <a:srgbClr val="006100"/>
                          </a:solidFill>
                          <a:effectLst/>
                          <a:latin typeface="Aptos Narrow" panose="020B0004020202020204" pitchFamily="34" charset="0"/>
                        </a:rPr>
                        <a:t>9%</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6EFCE"/>
                    </a:solidFill>
                  </a:tcPr>
                </a:tc>
                <a:tc>
                  <a:txBody>
                    <a:bodyPr/>
                    <a:lstStyle/>
                    <a:p>
                      <a:pPr algn="ctr" fontAlgn="ctr">
                        <a:buNone/>
                      </a:pPr>
                      <a:r>
                        <a:rPr lang="en-GB" sz="900" b="1" i="0" u="none" strike="noStrike">
                          <a:solidFill>
                            <a:srgbClr val="000000"/>
                          </a:solidFill>
                          <a:effectLst/>
                          <a:latin typeface="Aptos Narrow" panose="020B0004020202020204" pitchFamily="34" charset="0"/>
                        </a:rPr>
                        <a:t>$23.0m</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GB" sz="900" b="1" i="0" u="none" strike="noStrike">
                          <a:solidFill>
                            <a:srgbClr val="000000"/>
                          </a:solidFill>
                          <a:effectLst/>
                          <a:latin typeface="Aptos Narrow" panose="020B0004020202020204" pitchFamily="34" charset="0"/>
                        </a:rPr>
                        <a:t>$1.9m</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25561558"/>
                  </a:ext>
                </a:extLst>
              </a:tr>
              <a:tr h="241152">
                <a:tc>
                  <a:txBody>
                    <a:bodyPr/>
                    <a:lstStyle/>
                    <a:p>
                      <a:pPr algn="ctr" fontAlgn="ctr">
                        <a:buNone/>
                      </a:pPr>
                      <a:r>
                        <a:rPr lang="en-GB" sz="900" b="1" i="0" u="none" strike="noStrike">
                          <a:solidFill>
                            <a:srgbClr val="000000"/>
                          </a:solidFill>
                          <a:effectLst/>
                          <a:latin typeface="Aptos Narrow" panose="020B0004020202020204" pitchFamily="34" charset="0"/>
                        </a:rPr>
                        <a:t>TP Halo Total</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GB" sz="900" b="1" i="0" u="none" strike="noStrike">
                          <a:solidFill>
                            <a:srgbClr val="000000"/>
                          </a:solidFill>
                          <a:effectLst/>
                          <a:latin typeface="Aptos Narrow" panose="020B0004020202020204" pitchFamily="34" charset="0"/>
                        </a:rPr>
                        <a:t>$21.4m</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GB" sz="900" b="1" i="0" u="none" strike="noStrike">
                          <a:solidFill>
                            <a:srgbClr val="000000"/>
                          </a:solidFill>
                          <a:effectLst/>
                          <a:latin typeface="Aptos Narrow" panose="020B0004020202020204" pitchFamily="34" charset="0"/>
                        </a:rPr>
                        <a:t>281154</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GB" sz="900" b="0" i="0" u="none" strike="noStrike">
                          <a:solidFill>
                            <a:srgbClr val="000000"/>
                          </a:solidFill>
                          <a:effectLst/>
                          <a:latin typeface="Aptos Narrow" panose="020B0004020202020204" pitchFamily="34" charset="0"/>
                        </a:rPr>
                        <a:t>$372.1m</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GB" sz="900" b="0" i="0" u="none" strike="noStrike">
                          <a:solidFill>
                            <a:srgbClr val="000000"/>
                          </a:solidFill>
                          <a:effectLst/>
                          <a:latin typeface="Aptos Narrow" panose="020B0004020202020204" pitchFamily="34" charset="0"/>
                        </a:rPr>
                        <a:t>237367</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GB" sz="900" b="0" i="0" u="none" strike="noStrike">
                          <a:solidFill>
                            <a:srgbClr val="000000"/>
                          </a:solidFill>
                          <a:effectLst/>
                          <a:latin typeface="Aptos Narrow" panose="020B0004020202020204" pitchFamily="34" charset="0"/>
                        </a:rPr>
                        <a:t>1568</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GB" sz="900" b="0" i="0" u="none" strike="noStrike">
                          <a:solidFill>
                            <a:srgbClr val="000000"/>
                          </a:solidFill>
                          <a:effectLst/>
                          <a:latin typeface="Aptos Narrow" panose="020B0004020202020204" pitchFamily="34" charset="0"/>
                        </a:rPr>
                        <a:t>76</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GB" sz="900" b="0" i="0" u="none" strike="noStrike">
                          <a:solidFill>
                            <a:srgbClr val="000000"/>
                          </a:solidFill>
                          <a:effectLst/>
                          <a:latin typeface="Aptos Narrow" panose="020B0004020202020204" pitchFamily="34" charset="0"/>
                        </a:rPr>
                        <a:t>118.4%</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GB" sz="900" b="0" i="0" u="none" strike="noStrike">
                          <a:solidFill>
                            <a:srgbClr val="000000"/>
                          </a:solidFill>
                          <a:effectLst/>
                          <a:latin typeface="Aptos Narrow" panose="020B0004020202020204" pitchFamily="34" charset="0"/>
                        </a:rPr>
                        <a:t>90.35</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GB" sz="900" b="0" i="0" u="none" strike="noStrike">
                          <a:solidFill>
                            <a:srgbClr val="000000"/>
                          </a:solidFill>
                          <a:effectLst/>
                          <a:latin typeface="Aptos Narrow" panose="020B0004020202020204" pitchFamily="34" charset="0"/>
                        </a:rPr>
                        <a:t>5.8%</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GB" sz="900" b="0" i="0" u="none" strike="noStrike">
                          <a:solidFill>
                            <a:srgbClr val="000000"/>
                          </a:solidFill>
                          <a:effectLst/>
                          <a:latin typeface="Aptos Narrow" panose="020B0004020202020204" pitchFamily="34" charset="0"/>
                        </a:rPr>
                        <a:t>5%</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b">
                        <a:buNone/>
                      </a:pPr>
                      <a:endParaRPr lang="en-GB" sz="900" b="0" i="0" u="none" strike="noStrike" dirty="0">
                        <a:solidFill>
                          <a:srgbClr val="000000"/>
                        </a:solidFill>
                        <a:effectLst/>
                        <a:latin typeface="Aptos Narrow" panose="020B0004020202020204" pitchFamily="34" charset="0"/>
                      </a:endParaRPr>
                    </a:p>
                  </a:txBody>
                  <a:tcPr marL="4317" marR="4317" marT="4317"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GB" sz="900" b="1" i="0" u="none" strike="noStrike">
                          <a:solidFill>
                            <a:srgbClr val="000000"/>
                          </a:solidFill>
                          <a:effectLst/>
                          <a:latin typeface="Aptos Narrow" panose="020B0004020202020204" pitchFamily="34" charset="0"/>
                        </a:rPr>
                        <a:t>155</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GB" sz="900" b="0" i="0" u="none" strike="noStrike">
                          <a:solidFill>
                            <a:srgbClr val="006100"/>
                          </a:solidFill>
                          <a:effectLst/>
                          <a:latin typeface="Aptos Narrow" panose="020B0004020202020204" pitchFamily="34" charset="0"/>
                        </a:rPr>
                        <a:t>103%</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6EFCE"/>
                    </a:solidFill>
                  </a:tcPr>
                </a:tc>
                <a:tc>
                  <a:txBody>
                    <a:bodyPr/>
                    <a:lstStyle/>
                    <a:p>
                      <a:pPr algn="ctr" fontAlgn="ctr">
                        <a:buNone/>
                      </a:pPr>
                      <a:r>
                        <a:rPr lang="en-GB" sz="900" b="1" i="0" u="none" strike="noStrike">
                          <a:solidFill>
                            <a:srgbClr val="000000"/>
                          </a:solidFill>
                          <a:effectLst/>
                          <a:latin typeface="Aptos Narrow" panose="020B0004020202020204" pitchFamily="34" charset="0"/>
                        </a:rPr>
                        <a:t>68%</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GB" sz="900" b="0" i="0" u="none" strike="noStrike">
                          <a:solidFill>
                            <a:srgbClr val="9C0006"/>
                          </a:solidFill>
                          <a:effectLst/>
                          <a:latin typeface="Aptos Narrow" panose="020B0004020202020204" pitchFamily="34" charset="0"/>
                        </a:rPr>
                        <a:t>-51%</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7CE"/>
                    </a:solidFill>
                  </a:tcPr>
                </a:tc>
                <a:tc>
                  <a:txBody>
                    <a:bodyPr/>
                    <a:lstStyle/>
                    <a:p>
                      <a:pPr algn="ctr" fontAlgn="ctr">
                        <a:buNone/>
                      </a:pPr>
                      <a:r>
                        <a:rPr lang="en-GB" sz="900" b="0" i="0" u="none" strike="noStrike">
                          <a:solidFill>
                            <a:srgbClr val="000000"/>
                          </a:solidFill>
                          <a:effectLst/>
                          <a:latin typeface="Aptos Narrow" panose="020B0004020202020204" pitchFamily="34" charset="0"/>
                        </a:rPr>
                        <a:t>104.63</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GB" sz="900" b="0" i="0" u="none" strike="noStrike">
                          <a:solidFill>
                            <a:srgbClr val="006100"/>
                          </a:solidFill>
                          <a:effectLst/>
                          <a:latin typeface="Aptos Narrow" panose="020B0004020202020204" pitchFamily="34" charset="0"/>
                        </a:rPr>
                        <a:t>16%</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6EFCE"/>
                    </a:solidFill>
                  </a:tcPr>
                </a:tc>
                <a:tc>
                  <a:txBody>
                    <a:bodyPr/>
                    <a:lstStyle/>
                    <a:p>
                      <a:pPr algn="ctr" fontAlgn="ctr">
                        <a:buNone/>
                      </a:pPr>
                      <a:r>
                        <a:rPr lang="en-GB" sz="900" b="1" i="0" u="none" strike="noStrike">
                          <a:solidFill>
                            <a:srgbClr val="000000"/>
                          </a:solidFill>
                          <a:effectLst/>
                          <a:latin typeface="Aptos Narrow" panose="020B0004020202020204" pitchFamily="34" charset="0"/>
                        </a:rPr>
                        <a:t>$24.8m</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GB" sz="900" b="1" i="0" u="none" strike="noStrike">
                          <a:solidFill>
                            <a:srgbClr val="000000"/>
                          </a:solidFill>
                          <a:effectLst/>
                          <a:latin typeface="Aptos Narrow" panose="020B0004020202020204" pitchFamily="34" charset="0"/>
                        </a:rPr>
                        <a:t>$3.4m</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37134173"/>
                  </a:ext>
                </a:extLst>
              </a:tr>
              <a:tr h="241152">
                <a:tc>
                  <a:txBody>
                    <a:bodyPr/>
                    <a:lstStyle/>
                    <a:p>
                      <a:pPr algn="ctr" fontAlgn="ctr">
                        <a:buNone/>
                      </a:pPr>
                      <a:r>
                        <a:rPr lang="en-GB" sz="900" b="1" i="0" u="none" strike="noStrike">
                          <a:solidFill>
                            <a:srgbClr val="000000"/>
                          </a:solidFill>
                          <a:effectLst/>
                          <a:latin typeface="Aptos Narrow" panose="020B0004020202020204" pitchFamily="34" charset="0"/>
                        </a:rPr>
                        <a:t>TP Mainstream Total</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GB" sz="900" b="1" i="0" u="none" strike="noStrike">
                          <a:solidFill>
                            <a:srgbClr val="000000"/>
                          </a:solidFill>
                          <a:effectLst/>
                          <a:latin typeface="Aptos Narrow" panose="020B0004020202020204" pitchFamily="34" charset="0"/>
                        </a:rPr>
                        <a:t>$26.9m</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GB" sz="900" b="1" i="0" u="none" strike="noStrike" dirty="0">
                          <a:solidFill>
                            <a:srgbClr val="000000"/>
                          </a:solidFill>
                          <a:effectLst/>
                          <a:latin typeface="Aptos Narrow" panose="020B0004020202020204" pitchFamily="34" charset="0"/>
                        </a:rPr>
                        <a:t>363691</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GB" sz="900" b="0" i="0" u="none" strike="noStrike">
                          <a:solidFill>
                            <a:srgbClr val="000000"/>
                          </a:solidFill>
                          <a:effectLst/>
                          <a:latin typeface="Aptos Narrow" panose="020B0004020202020204" pitchFamily="34" charset="0"/>
                        </a:rPr>
                        <a:t>$389.5m</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GB" sz="900" b="0" i="0" u="none" strike="noStrike">
                          <a:solidFill>
                            <a:srgbClr val="000000"/>
                          </a:solidFill>
                          <a:effectLst/>
                          <a:latin typeface="Aptos Narrow" panose="020B0004020202020204" pitchFamily="34" charset="0"/>
                        </a:rPr>
                        <a:t>344586</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GB" sz="900" b="0" i="0" u="none" strike="noStrike">
                          <a:solidFill>
                            <a:srgbClr val="000000"/>
                          </a:solidFill>
                          <a:effectLst/>
                          <a:latin typeface="Aptos Narrow" panose="020B0004020202020204" pitchFamily="34" charset="0"/>
                        </a:rPr>
                        <a:t>1130</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GB" sz="900" b="0" i="0" u="none" strike="noStrike">
                          <a:solidFill>
                            <a:srgbClr val="000000"/>
                          </a:solidFill>
                          <a:effectLst/>
                          <a:latin typeface="Aptos Narrow" panose="020B0004020202020204" pitchFamily="34" charset="0"/>
                        </a:rPr>
                        <a:t>74</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GB" sz="900" b="0" i="0" u="none" strike="noStrike">
                          <a:solidFill>
                            <a:srgbClr val="000000"/>
                          </a:solidFill>
                          <a:effectLst/>
                          <a:latin typeface="Aptos Narrow" panose="020B0004020202020204" pitchFamily="34" charset="0"/>
                        </a:rPr>
                        <a:t>105.5%</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GB" sz="900" b="0" i="0" u="none" strike="noStrike">
                          <a:solidFill>
                            <a:srgbClr val="000000"/>
                          </a:solidFill>
                          <a:effectLst/>
                          <a:latin typeface="Aptos Narrow" panose="020B0004020202020204" pitchFamily="34" charset="0"/>
                        </a:rPr>
                        <a:t>77.96</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GB" sz="900" b="0" i="0" u="none" strike="noStrike">
                          <a:solidFill>
                            <a:srgbClr val="000000"/>
                          </a:solidFill>
                          <a:effectLst/>
                          <a:latin typeface="Aptos Narrow" panose="020B0004020202020204" pitchFamily="34" charset="0"/>
                        </a:rPr>
                        <a:t>6.9%</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GB" sz="900" b="0" i="0" u="none" strike="noStrike">
                          <a:solidFill>
                            <a:srgbClr val="000000"/>
                          </a:solidFill>
                          <a:effectLst/>
                          <a:latin typeface="Aptos Narrow" panose="020B0004020202020204" pitchFamily="34" charset="0"/>
                        </a:rPr>
                        <a:t>7%</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b">
                        <a:buNone/>
                      </a:pPr>
                      <a:endParaRPr lang="en-GB" sz="900" b="0" i="0" u="none" strike="noStrike">
                        <a:solidFill>
                          <a:srgbClr val="000000"/>
                        </a:solidFill>
                        <a:effectLst/>
                        <a:latin typeface="Aptos Narrow" panose="020B0004020202020204" pitchFamily="34" charset="0"/>
                      </a:endParaRPr>
                    </a:p>
                  </a:txBody>
                  <a:tcPr marL="4317" marR="4317" marT="4317"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GB" sz="900" b="1" i="0" u="none" strike="noStrike">
                          <a:solidFill>
                            <a:srgbClr val="000000"/>
                          </a:solidFill>
                          <a:effectLst/>
                          <a:latin typeface="Aptos Narrow" panose="020B0004020202020204" pitchFamily="34" charset="0"/>
                        </a:rPr>
                        <a:t>130</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GB" sz="900" b="0" i="0" u="none" strike="noStrike">
                          <a:solidFill>
                            <a:srgbClr val="006100"/>
                          </a:solidFill>
                          <a:effectLst/>
                          <a:latin typeface="Aptos Narrow" panose="020B0004020202020204" pitchFamily="34" charset="0"/>
                        </a:rPr>
                        <a:t>76%</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6EFCE"/>
                    </a:solidFill>
                  </a:tcPr>
                </a:tc>
                <a:tc>
                  <a:txBody>
                    <a:bodyPr/>
                    <a:lstStyle/>
                    <a:p>
                      <a:pPr algn="ctr" fontAlgn="ctr">
                        <a:buNone/>
                      </a:pPr>
                      <a:r>
                        <a:rPr lang="en-GB" sz="900" b="1" i="0" u="none" strike="noStrike">
                          <a:solidFill>
                            <a:srgbClr val="000000"/>
                          </a:solidFill>
                          <a:effectLst/>
                          <a:latin typeface="Aptos Narrow" panose="020B0004020202020204" pitchFamily="34" charset="0"/>
                        </a:rPr>
                        <a:t>66%</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GB" sz="900" b="0" i="0" u="none" strike="noStrike">
                          <a:solidFill>
                            <a:srgbClr val="9C0006"/>
                          </a:solidFill>
                          <a:effectLst/>
                          <a:latin typeface="Aptos Narrow" panose="020B0004020202020204" pitchFamily="34" charset="0"/>
                        </a:rPr>
                        <a:t>-40%</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7CE"/>
                    </a:solidFill>
                  </a:tcPr>
                </a:tc>
                <a:tc>
                  <a:txBody>
                    <a:bodyPr/>
                    <a:lstStyle/>
                    <a:p>
                      <a:pPr algn="ctr" fontAlgn="ctr">
                        <a:buNone/>
                      </a:pPr>
                      <a:r>
                        <a:rPr lang="en-GB" sz="900" b="0" i="0" u="none" strike="noStrike">
                          <a:solidFill>
                            <a:srgbClr val="000000"/>
                          </a:solidFill>
                          <a:effectLst/>
                          <a:latin typeface="Aptos Narrow" panose="020B0004020202020204" pitchFamily="34" charset="0"/>
                        </a:rPr>
                        <a:t>85.80</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GB" sz="900" b="0" i="0" u="none" strike="noStrike">
                          <a:solidFill>
                            <a:srgbClr val="006100"/>
                          </a:solidFill>
                          <a:effectLst/>
                          <a:latin typeface="Aptos Narrow" panose="020B0004020202020204" pitchFamily="34" charset="0"/>
                        </a:rPr>
                        <a:t>10%</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6EFCE"/>
                    </a:solidFill>
                  </a:tcPr>
                </a:tc>
                <a:tc>
                  <a:txBody>
                    <a:bodyPr/>
                    <a:lstStyle/>
                    <a:p>
                      <a:pPr algn="ctr" fontAlgn="ctr">
                        <a:buNone/>
                      </a:pPr>
                      <a:r>
                        <a:rPr lang="en-GB" sz="900" b="1" i="0" u="none" strike="noStrike">
                          <a:solidFill>
                            <a:srgbClr val="000000"/>
                          </a:solidFill>
                          <a:effectLst/>
                          <a:latin typeface="Aptos Narrow" panose="020B0004020202020204" pitchFamily="34" charset="0"/>
                        </a:rPr>
                        <a:t>$29.5m</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GB" sz="900" b="1" i="0" u="none" strike="noStrike">
                          <a:solidFill>
                            <a:srgbClr val="000000"/>
                          </a:solidFill>
                          <a:effectLst/>
                          <a:latin typeface="Aptos Narrow" panose="020B0004020202020204" pitchFamily="34" charset="0"/>
                        </a:rPr>
                        <a:t>$2.6m</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03074704"/>
                  </a:ext>
                </a:extLst>
              </a:tr>
              <a:tr h="241152">
                <a:tc>
                  <a:txBody>
                    <a:bodyPr/>
                    <a:lstStyle/>
                    <a:p>
                      <a:pPr algn="ctr" fontAlgn="ctr">
                        <a:buNone/>
                      </a:pPr>
                      <a:r>
                        <a:rPr lang="en-GB" sz="900" b="1" i="0" u="none" strike="noStrike">
                          <a:solidFill>
                            <a:srgbClr val="000000"/>
                          </a:solidFill>
                          <a:effectLst/>
                          <a:latin typeface="Aptos Narrow" panose="020B0004020202020204" pitchFamily="34" charset="0"/>
                        </a:rPr>
                        <a:t>TP WorkStation Total</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GB" sz="900" b="1" i="0" u="none" strike="noStrike">
                          <a:solidFill>
                            <a:srgbClr val="000000"/>
                          </a:solidFill>
                          <a:effectLst/>
                          <a:latin typeface="Aptos Narrow" panose="020B0004020202020204" pitchFamily="34" charset="0"/>
                        </a:rPr>
                        <a:t>$5.0m</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GB" sz="900" b="1" i="0" u="none" strike="noStrike">
                          <a:solidFill>
                            <a:srgbClr val="000000"/>
                          </a:solidFill>
                          <a:effectLst/>
                          <a:latin typeface="Aptos Narrow" panose="020B0004020202020204" pitchFamily="34" charset="0"/>
                        </a:rPr>
                        <a:t>40425</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GB" sz="900" b="0" i="0" u="none" strike="noStrike">
                          <a:solidFill>
                            <a:srgbClr val="000000"/>
                          </a:solidFill>
                          <a:effectLst/>
                          <a:latin typeface="Aptos Narrow" panose="020B0004020202020204" pitchFamily="34" charset="0"/>
                        </a:rPr>
                        <a:t>$144.1m</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GB" sz="900" b="0" i="0" u="none" strike="noStrike">
                          <a:solidFill>
                            <a:srgbClr val="000000"/>
                          </a:solidFill>
                          <a:effectLst/>
                          <a:latin typeface="Aptos Narrow" panose="020B0004020202020204" pitchFamily="34" charset="0"/>
                        </a:rPr>
                        <a:t>58738</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GB" sz="900" b="0" i="0" u="none" strike="noStrike">
                          <a:solidFill>
                            <a:srgbClr val="000000"/>
                          </a:solidFill>
                          <a:effectLst/>
                          <a:latin typeface="Aptos Narrow" panose="020B0004020202020204" pitchFamily="34" charset="0"/>
                        </a:rPr>
                        <a:t>2453</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GB" sz="900" b="0" i="0" u="none" strike="noStrike">
                          <a:solidFill>
                            <a:srgbClr val="000000"/>
                          </a:solidFill>
                          <a:effectLst/>
                          <a:latin typeface="Aptos Narrow" panose="020B0004020202020204" pitchFamily="34" charset="0"/>
                        </a:rPr>
                        <a:t>123</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GB" sz="900" b="0" i="0" u="none" strike="noStrike">
                          <a:solidFill>
                            <a:srgbClr val="000000"/>
                          </a:solidFill>
                          <a:effectLst/>
                          <a:latin typeface="Aptos Narrow" panose="020B0004020202020204" pitchFamily="34" charset="0"/>
                        </a:rPr>
                        <a:t>68.8%</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GB" sz="900" b="0" i="0" u="none" strike="noStrike">
                          <a:solidFill>
                            <a:srgbClr val="000000"/>
                          </a:solidFill>
                          <a:effectLst/>
                          <a:latin typeface="Aptos Narrow" panose="020B0004020202020204" pitchFamily="34" charset="0"/>
                        </a:rPr>
                        <a:t>84.57</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GB" sz="900" b="0" i="0" u="none" strike="noStrike">
                          <a:solidFill>
                            <a:srgbClr val="000000"/>
                          </a:solidFill>
                          <a:effectLst/>
                          <a:latin typeface="Aptos Narrow" panose="020B0004020202020204" pitchFamily="34" charset="0"/>
                        </a:rPr>
                        <a:t>3.4%</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GB" sz="900" b="0" i="0" u="none" strike="noStrike">
                          <a:solidFill>
                            <a:srgbClr val="000000"/>
                          </a:solidFill>
                          <a:effectLst/>
                          <a:latin typeface="Aptos Narrow" panose="020B0004020202020204" pitchFamily="34" charset="0"/>
                        </a:rPr>
                        <a:t>5%</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b">
                        <a:buNone/>
                      </a:pPr>
                      <a:endParaRPr lang="en-GB" sz="900" b="0" i="0" u="none" strike="noStrike">
                        <a:solidFill>
                          <a:srgbClr val="000000"/>
                        </a:solidFill>
                        <a:effectLst/>
                        <a:latin typeface="Aptos Narrow" panose="020B0004020202020204" pitchFamily="34" charset="0"/>
                      </a:endParaRPr>
                    </a:p>
                  </a:txBody>
                  <a:tcPr marL="4317" marR="4317" marT="4317"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GB" sz="900" b="1" i="0" u="none" strike="noStrike">
                          <a:solidFill>
                            <a:srgbClr val="000000"/>
                          </a:solidFill>
                          <a:effectLst/>
                          <a:latin typeface="Aptos Narrow" panose="020B0004020202020204" pitchFamily="34" charset="0"/>
                        </a:rPr>
                        <a:t>276</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GB" sz="900" b="0" i="0" u="none" strike="noStrike">
                          <a:solidFill>
                            <a:srgbClr val="006100"/>
                          </a:solidFill>
                          <a:effectLst/>
                          <a:latin typeface="Aptos Narrow" panose="020B0004020202020204" pitchFamily="34" charset="0"/>
                        </a:rPr>
                        <a:t>125%</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6EFCE"/>
                    </a:solidFill>
                  </a:tcPr>
                </a:tc>
                <a:tc>
                  <a:txBody>
                    <a:bodyPr/>
                    <a:lstStyle/>
                    <a:p>
                      <a:pPr algn="ctr" fontAlgn="ctr">
                        <a:buNone/>
                      </a:pPr>
                      <a:r>
                        <a:rPr lang="en-GB" sz="900" b="1" i="0" u="none" strike="noStrike">
                          <a:solidFill>
                            <a:srgbClr val="000000"/>
                          </a:solidFill>
                          <a:effectLst/>
                          <a:latin typeface="Aptos Narrow" panose="020B0004020202020204" pitchFamily="34" charset="0"/>
                        </a:rPr>
                        <a:t>38%</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GB" sz="900" b="0" i="0" u="none" strike="noStrike">
                          <a:solidFill>
                            <a:srgbClr val="9C0006"/>
                          </a:solidFill>
                          <a:effectLst/>
                          <a:latin typeface="Aptos Narrow" panose="020B0004020202020204" pitchFamily="34" charset="0"/>
                        </a:rPr>
                        <a:t>-31%</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7CE"/>
                    </a:solidFill>
                  </a:tcPr>
                </a:tc>
                <a:tc>
                  <a:txBody>
                    <a:bodyPr/>
                    <a:lstStyle/>
                    <a:p>
                      <a:pPr algn="ctr" fontAlgn="ctr">
                        <a:buNone/>
                      </a:pPr>
                      <a:r>
                        <a:rPr lang="en-GB" sz="900" b="0" i="0" u="none" strike="noStrike">
                          <a:solidFill>
                            <a:srgbClr val="000000"/>
                          </a:solidFill>
                          <a:effectLst/>
                          <a:latin typeface="Aptos Narrow" panose="020B0004020202020204" pitchFamily="34" charset="0"/>
                        </a:rPr>
                        <a:t>104.88</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GB" sz="900" b="0" i="0" u="none" strike="noStrike">
                          <a:solidFill>
                            <a:srgbClr val="006100"/>
                          </a:solidFill>
                          <a:effectLst/>
                          <a:latin typeface="Aptos Narrow" panose="020B0004020202020204" pitchFamily="34" charset="0"/>
                        </a:rPr>
                        <a:t>23%</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6EFCE"/>
                    </a:solidFill>
                  </a:tcPr>
                </a:tc>
                <a:tc>
                  <a:txBody>
                    <a:bodyPr/>
                    <a:lstStyle/>
                    <a:p>
                      <a:pPr algn="ctr" fontAlgn="ctr">
                        <a:buNone/>
                      </a:pPr>
                      <a:r>
                        <a:rPr lang="en-GB" sz="900" b="1" i="0" u="none" strike="noStrike">
                          <a:solidFill>
                            <a:srgbClr val="000000"/>
                          </a:solidFill>
                          <a:effectLst/>
                          <a:latin typeface="Aptos Narrow" panose="020B0004020202020204" pitchFamily="34" charset="0"/>
                        </a:rPr>
                        <a:t>$6.1m</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GB" sz="900" b="1" i="0" u="none" strike="noStrike">
                          <a:solidFill>
                            <a:srgbClr val="000000"/>
                          </a:solidFill>
                          <a:effectLst/>
                          <a:latin typeface="Aptos Narrow" panose="020B0004020202020204" pitchFamily="34" charset="0"/>
                        </a:rPr>
                        <a:t>$1.1m</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5140016"/>
                  </a:ext>
                </a:extLst>
              </a:tr>
              <a:tr h="241152">
                <a:tc>
                  <a:txBody>
                    <a:bodyPr/>
                    <a:lstStyle/>
                    <a:p>
                      <a:pPr algn="ctr" fontAlgn="ctr">
                        <a:buNone/>
                      </a:pPr>
                      <a:r>
                        <a:rPr lang="en-GB" sz="900" b="1" i="0" u="none" strike="noStrike">
                          <a:solidFill>
                            <a:srgbClr val="000000"/>
                          </a:solidFill>
                          <a:effectLst/>
                          <a:latin typeface="Aptos Narrow" panose="020B0004020202020204" pitchFamily="34" charset="0"/>
                        </a:rPr>
                        <a:t>TP WorkStation Entry Total</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GB" sz="900" b="1" i="0" u="none" strike="noStrike">
                          <a:solidFill>
                            <a:srgbClr val="000000"/>
                          </a:solidFill>
                          <a:effectLst/>
                          <a:latin typeface="Aptos Narrow" panose="020B0004020202020204" pitchFamily="34" charset="0"/>
                        </a:rPr>
                        <a:t>$11.6m</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GB" sz="900" b="1" i="0" u="none" strike="noStrike">
                          <a:solidFill>
                            <a:srgbClr val="000000"/>
                          </a:solidFill>
                          <a:effectLst/>
                          <a:latin typeface="Aptos Narrow" panose="020B0004020202020204" pitchFamily="34" charset="0"/>
                        </a:rPr>
                        <a:t>123621</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GB" sz="900" b="0" i="0" u="none" strike="noStrike">
                          <a:solidFill>
                            <a:srgbClr val="000000"/>
                          </a:solidFill>
                          <a:effectLst/>
                          <a:latin typeface="Aptos Narrow" panose="020B0004020202020204" pitchFamily="34" charset="0"/>
                        </a:rPr>
                        <a:t>$240.7m</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GB" sz="900" b="0" i="0" u="none" strike="noStrike">
                          <a:solidFill>
                            <a:srgbClr val="000000"/>
                          </a:solidFill>
                          <a:effectLst/>
                          <a:latin typeface="Aptos Narrow" panose="020B0004020202020204" pitchFamily="34" charset="0"/>
                        </a:rPr>
                        <a:t>172758</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GB" sz="900" b="0" i="0" u="none" strike="noStrike">
                          <a:solidFill>
                            <a:srgbClr val="000000"/>
                          </a:solidFill>
                          <a:effectLst/>
                          <a:latin typeface="Aptos Narrow" panose="020B0004020202020204" pitchFamily="34" charset="0"/>
                        </a:rPr>
                        <a:t>1393</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GB" sz="900" b="0" i="0" u="none" strike="noStrike">
                          <a:solidFill>
                            <a:srgbClr val="000000"/>
                          </a:solidFill>
                          <a:effectLst/>
                          <a:latin typeface="Aptos Narrow" panose="020B0004020202020204" pitchFamily="34" charset="0"/>
                        </a:rPr>
                        <a:t>94</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GB" sz="900" b="0" i="0" u="none" strike="noStrike">
                          <a:solidFill>
                            <a:srgbClr val="000000"/>
                          </a:solidFill>
                          <a:effectLst/>
                          <a:latin typeface="Aptos Narrow" panose="020B0004020202020204" pitchFamily="34" charset="0"/>
                        </a:rPr>
                        <a:t>71.6%</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GB" sz="900" b="0" i="0" u="none" strike="noStrike">
                          <a:solidFill>
                            <a:srgbClr val="000000"/>
                          </a:solidFill>
                          <a:effectLst/>
                          <a:latin typeface="Aptos Narrow" panose="020B0004020202020204" pitchFamily="34" charset="0"/>
                        </a:rPr>
                        <a:t>67.41</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GB" sz="900" b="0" i="0" u="none" strike="noStrike">
                          <a:solidFill>
                            <a:srgbClr val="000000"/>
                          </a:solidFill>
                          <a:effectLst/>
                          <a:latin typeface="Aptos Narrow" panose="020B0004020202020204" pitchFamily="34" charset="0"/>
                        </a:rPr>
                        <a:t>4.8%</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GB" sz="900" b="0" i="0" u="none" strike="noStrike">
                          <a:solidFill>
                            <a:srgbClr val="000000"/>
                          </a:solidFill>
                          <a:effectLst/>
                          <a:latin typeface="Aptos Narrow" panose="020B0004020202020204" pitchFamily="34" charset="0"/>
                        </a:rPr>
                        <a:t>7%</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b">
                        <a:buNone/>
                      </a:pPr>
                      <a:endParaRPr lang="en-GB" sz="900" b="0" i="0" u="none" strike="noStrike">
                        <a:solidFill>
                          <a:srgbClr val="000000"/>
                        </a:solidFill>
                        <a:effectLst/>
                        <a:latin typeface="Aptos Narrow" panose="020B0004020202020204" pitchFamily="34" charset="0"/>
                      </a:endParaRPr>
                    </a:p>
                  </a:txBody>
                  <a:tcPr marL="4317" marR="4317" marT="4317"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GB" sz="900" b="1" i="0" u="none" strike="noStrike">
                          <a:solidFill>
                            <a:srgbClr val="000000"/>
                          </a:solidFill>
                          <a:effectLst/>
                          <a:latin typeface="Aptos Narrow" panose="020B0004020202020204" pitchFamily="34" charset="0"/>
                        </a:rPr>
                        <a:t>197</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GB" sz="900" b="0" i="0" u="none" strike="noStrike">
                          <a:solidFill>
                            <a:srgbClr val="006100"/>
                          </a:solidFill>
                          <a:effectLst/>
                          <a:latin typeface="Aptos Narrow" panose="020B0004020202020204" pitchFamily="34" charset="0"/>
                        </a:rPr>
                        <a:t>109%</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6EFCE"/>
                    </a:solidFill>
                  </a:tcPr>
                </a:tc>
                <a:tc>
                  <a:txBody>
                    <a:bodyPr/>
                    <a:lstStyle/>
                    <a:p>
                      <a:pPr algn="ctr" fontAlgn="ctr">
                        <a:buNone/>
                      </a:pPr>
                      <a:r>
                        <a:rPr lang="en-GB" sz="900" b="1" i="0" u="none" strike="noStrike">
                          <a:solidFill>
                            <a:srgbClr val="000000"/>
                          </a:solidFill>
                          <a:effectLst/>
                          <a:latin typeface="Aptos Narrow" panose="020B0004020202020204" pitchFamily="34" charset="0"/>
                        </a:rPr>
                        <a:t>38%</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GB" sz="900" b="0" i="0" u="none" strike="noStrike">
                          <a:solidFill>
                            <a:srgbClr val="9C0006"/>
                          </a:solidFill>
                          <a:effectLst/>
                          <a:latin typeface="Aptos Narrow" panose="020B0004020202020204" pitchFamily="34" charset="0"/>
                        </a:rPr>
                        <a:t>-34%</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7CE"/>
                    </a:solidFill>
                  </a:tcPr>
                </a:tc>
                <a:tc>
                  <a:txBody>
                    <a:bodyPr/>
                    <a:lstStyle/>
                    <a:p>
                      <a:pPr algn="ctr" fontAlgn="ctr">
                        <a:buNone/>
                      </a:pPr>
                      <a:r>
                        <a:rPr lang="en-GB" sz="900" b="0" i="0" u="none" strike="noStrike">
                          <a:solidFill>
                            <a:srgbClr val="000000"/>
                          </a:solidFill>
                          <a:effectLst/>
                          <a:latin typeface="Aptos Narrow" panose="020B0004020202020204" pitchFamily="34" charset="0"/>
                        </a:rPr>
                        <a:t>74.86</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GB" sz="900" b="0" i="0" u="none" strike="noStrike">
                          <a:solidFill>
                            <a:srgbClr val="006100"/>
                          </a:solidFill>
                          <a:effectLst/>
                          <a:latin typeface="Aptos Narrow" panose="020B0004020202020204" pitchFamily="34" charset="0"/>
                        </a:rPr>
                        <a:t>11%</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6EFCE"/>
                    </a:solidFill>
                  </a:tcPr>
                </a:tc>
                <a:tc>
                  <a:txBody>
                    <a:bodyPr/>
                    <a:lstStyle/>
                    <a:p>
                      <a:pPr algn="ctr" fontAlgn="ctr">
                        <a:buNone/>
                      </a:pPr>
                      <a:r>
                        <a:rPr lang="en-GB" sz="900" b="1" i="0" u="none" strike="noStrike">
                          <a:solidFill>
                            <a:srgbClr val="000000"/>
                          </a:solidFill>
                          <a:effectLst/>
                          <a:latin typeface="Aptos Narrow" panose="020B0004020202020204" pitchFamily="34" charset="0"/>
                        </a:rPr>
                        <a:t>$12.9m</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GB" sz="900" b="1" i="0" u="none" strike="noStrike">
                          <a:solidFill>
                            <a:srgbClr val="000000"/>
                          </a:solidFill>
                          <a:effectLst/>
                          <a:latin typeface="Aptos Narrow" panose="020B0004020202020204" pitchFamily="34" charset="0"/>
                        </a:rPr>
                        <a:t>$1.3m</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53351936"/>
                  </a:ext>
                </a:extLst>
              </a:tr>
              <a:tr h="241152">
                <a:tc>
                  <a:txBody>
                    <a:bodyPr/>
                    <a:lstStyle/>
                    <a:p>
                      <a:pPr algn="ctr" fontAlgn="ctr">
                        <a:buNone/>
                      </a:pPr>
                      <a:r>
                        <a:rPr lang="en-GB" sz="900" b="1" i="0" u="none" strike="noStrike" dirty="0">
                          <a:solidFill>
                            <a:srgbClr val="000000"/>
                          </a:solidFill>
                          <a:effectLst/>
                          <a:latin typeface="Aptos Narrow" panose="020B0004020202020204" pitchFamily="34" charset="0"/>
                        </a:rPr>
                        <a:t>Grand Total</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AE9F8"/>
                    </a:solidFill>
                  </a:tcPr>
                </a:tc>
                <a:tc>
                  <a:txBody>
                    <a:bodyPr/>
                    <a:lstStyle/>
                    <a:p>
                      <a:pPr algn="ctr" fontAlgn="ctr">
                        <a:buNone/>
                      </a:pPr>
                      <a:r>
                        <a:rPr lang="en-GB" sz="900" b="1" i="0" u="none" strike="noStrike" dirty="0">
                          <a:solidFill>
                            <a:srgbClr val="000000"/>
                          </a:solidFill>
                          <a:effectLst/>
                          <a:latin typeface="Aptos Narrow" panose="020B0004020202020204" pitchFamily="34" charset="0"/>
                        </a:rPr>
                        <a:t>$87.8m</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AE9F8"/>
                    </a:solidFill>
                  </a:tcPr>
                </a:tc>
                <a:tc>
                  <a:txBody>
                    <a:bodyPr/>
                    <a:lstStyle/>
                    <a:p>
                      <a:pPr algn="ctr" fontAlgn="ctr">
                        <a:buNone/>
                      </a:pPr>
                      <a:r>
                        <a:rPr lang="en-GB" sz="900" b="1" i="0" u="none" strike="noStrike">
                          <a:solidFill>
                            <a:srgbClr val="000000"/>
                          </a:solidFill>
                          <a:effectLst/>
                          <a:latin typeface="Aptos Narrow" panose="020B0004020202020204" pitchFamily="34" charset="0"/>
                        </a:rPr>
                        <a:t>1459969</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AE9F8"/>
                    </a:solidFill>
                  </a:tcPr>
                </a:tc>
                <a:tc>
                  <a:txBody>
                    <a:bodyPr/>
                    <a:lstStyle/>
                    <a:p>
                      <a:pPr algn="ctr" fontAlgn="ctr">
                        <a:buNone/>
                      </a:pPr>
                      <a:r>
                        <a:rPr lang="en-GB" sz="900" b="0" i="0" u="none" strike="noStrike" dirty="0">
                          <a:solidFill>
                            <a:srgbClr val="000000"/>
                          </a:solidFill>
                          <a:effectLst/>
                          <a:latin typeface="Aptos Narrow" panose="020B0004020202020204" pitchFamily="34" charset="0"/>
                        </a:rPr>
                        <a:t>$1585.8m</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AE9F8"/>
                    </a:solidFill>
                  </a:tcPr>
                </a:tc>
                <a:tc>
                  <a:txBody>
                    <a:bodyPr/>
                    <a:lstStyle/>
                    <a:p>
                      <a:pPr algn="ctr" fontAlgn="ctr">
                        <a:buNone/>
                      </a:pPr>
                      <a:r>
                        <a:rPr lang="en-GB" sz="900" b="0" i="0" u="none" strike="noStrike">
                          <a:solidFill>
                            <a:srgbClr val="000000"/>
                          </a:solidFill>
                          <a:effectLst/>
                          <a:latin typeface="Aptos Narrow" panose="020B0004020202020204" pitchFamily="34" charset="0"/>
                        </a:rPr>
                        <a:t>1449775</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AE9F8"/>
                    </a:solidFill>
                  </a:tcPr>
                </a:tc>
                <a:tc>
                  <a:txBody>
                    <a:bodyPr/>
                    <a:lstStyle/>
                    <a:p>
                      <a:pPr algn="ctr" fontAlgn="ctr">
                        <a:buNone/>
                      </a:pPr>
                      <a:r>
                        <a:rPr lang="en-GB" sz="900" b="0" i="0" u="none" strike="noStrike">
                          <a:solidFill>
                            <a:srgbClr val="000000"/>
                          </a:solidFill>
                          <a:effectLst/>
                          <a:latin typeface="Aptos Narrow" panose="020B0004020202020204" pitchFamily="34" charset="0"/>
                        </a:rPr>
                        <a:t>1094</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AE9F8"/>
                    </a:solidFill>
                  </a:tcPr>
                </a:tc>
                <a:tc>
                  <a:txBody>
                    <a:bodyPr/>
                    <a:lstStyle/>
                    <a:p>
                      <a:pPr algn="ctr" fontAlgn="ctr">
                        <a:buNone/>
                      </a:pPr>
                      <a:r>
                        <a:rPr lang="en-GB" sz="900" b="0" i="0" u="none" strike="noStrike">
                          <a:solidFill>
                            <a:srgbClr val="000000"/>
                          </a:solidFill>
                          <a:effectLst/>
                          <a:latin typeface="Aptos Narrow" panose="020B0004020202020204" pitchFamily="34" charset="0"/>
                        </a:rPr>
                        <a:t>60</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AE9F8"/>
                    </a:solidFill>
                  </a:tcPr>
                </a:tc>
                <a:tc>
                  <a:txBody>
                    <a:bodyPr/>
                    <a:lstStyle/>
                    <a:p>
                      <a:pPr algn="ctr" fontAlgn="ctr">
                        <a:buNone/>
                      </a:pPr>
                      <a:r>
                        <a:rPr lang="en-GB" sz="900" b="0" i="0" u="none" strike="noStrike">
                          <a:solidFill>
                            <a:srgbClr val="000000"/>
                          </a:solidFill>
                          <a:effectLst/>
                          <a:latin typeface="Aptos Narrow" panose="020B0004020202020204" pitchFamily="34" charset="0"/>
                        </a:rPr>
                        <a:t>100.7%</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AE9F8"/>
                    </a:solidFill>
                  </a:tcPr>
                </a:tc>
                <a:tc>
                  <a:txBody>
                    <a:bodyPr/>
                    <a:lstStyle/>
                    <a:p>
                      <a:pPr algn="ctr" fontAlgn="ctr">
                        <a:buNone/>
                      </a:pPr>
                      <a:r>
                        <a:rPr lang="en-GB" sz="900" b="0" i="0" u="none" strike="noStrike">
                          <a:solidFill>
                            <a:srgbClr val="000000"/>
                          </a:solidFill>
                          <a:effectLst/>
                          <a:latin typeface="Aptos Narrow" panose="020B0004020202020204" pitchFamily="34" charset="0"/>
                        </a:rPr>
                        <a:t>60.59</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AE9F8"/>
                    </a:solidFill>
                  </a:tcPr>
                </a:tc>
                <a:tc>
                  <a:txBody>
                    <a:bodyPr/>
                    <a:lstStyle/>
                    <a:p>
                      <a:pPr algn="ctr" fontAlgn="ctr">
                        <a:buNone/>
                      </a:pPr>
                      <a:r>
                        <a:rPr lang="en-GB" sz="900" b="0" i="0" u="none" strike="noStrike">
                          <a:solidFill>
                            <a:srgbClr val="000000"/>
                          </a:solidFill>
                          <a:effectLst/>
                          <a:latin typeface="Aptos Narrow" panose="020B0004020202020204" pitchFamily="34" charset="0"/>
                        </a:rPr>
                        <a:t>5.5%</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AE9F8"/>
                    </a:solidFill>
                  </a:tcPr>
                </a:tc>
                <a:tc>
                  <a:txBody>
                    <a:bodyPr/>
                    <a:lstStyle/>
                    <a:p>
                      <a:pPr algn="ctr" fontAlgn="ctr">
                        <a:buNone/>
                      </a:pPr>
                      <a:r>
                        <a:rPr lang="en-GB" sz="900" b="0" i="0" u="none" strike="noStrike">
                          <a:solidFill>
                            <a:srgbClr val="000000"/>
                          </a:solidFill>
                          <a:effectLst/>
                          <a:latin typeface="Aptos Narrow" panose="020B0004020202020204" pitchFamily="34" charset="0"/>
                        </a:rPr>
                        <a:t>6%</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AE9F8"/>
                    </a:solidFill>
                  </a:tcPr>
                </a:tc>
                <a:tc>
                  <a:txBody>
                    <a:bodyPr/>
                    <a:lstStyle/>
                    <a:p>
                      <a:pPr algn="l" fontAlgn="b">
                        <a:buNone/>
                      </a:pPr>
                      <a:endParaRPr lang="en-GB" sz="900" b="0" i="0" u="none" strike="noStrike">
                        <a:solidFill>
                          <a:srgbClr val="000000"/>
                        </a:solidFill>
                        <a:effectLst/>
                        <a:latin typeface="Aptos Narrow" panose="020B0004020202020204" pitchFamily="34" charset="0"/>
                      </a:endParaRPr>
                    </a:p>
                  </a:txBody>
                  <a:tcPr marL="4317" marR="4317" marT="4317"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GB" sz="900" b="1" i="0" u="none" strike="noStrike">
                          <a:solidFill>
                            <a:srgbClr val="000000"/>
                          </a:solidFill>
                          <a:effectLst/>
                          <a:latin typeface="Aptos Narrow" panose="020B0004020202020204" pitchFamily="34" charset="0"/>
                        </a:rPr>
                        <a:t>115</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GB" sz="900" b="0" i="0" u="none" strike="noStrike">
                          <a:solidFill>
                            <a:srgbClr val="006100"/>
                          </a:solidFill>
                          <a:effectLst/>
                          <a:latin typeface="Aptos Narrow" panose="020B0004020202020204" pitchFamily="34" charset="0"/>
                        </a:rPr>
                        <a:t>91%</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6EFCE"/>
                    </a:solidFill>
                  </a:tcPr>
                </a:tc>
                <a:tc>
                  <a:txBody>
                    <a:bodyPr/>
                    <a:lstStyle/>
                    <a:p>
                      <a:pPr algn="ctr" fontAlgn="ctr">
                        <a:buNone/>
                      </a:pPr>
                      <a:r>
                        <a:rPr lang="en-GB" sz="900" b="1" i="0" u="none" strike="noStrike">
                          <a:solidFill>
                            <a:srgbClr val="000000"/>
                          </a:solidFill>
                          <a:effectLst/>
                          <a:latin typeface="Aptos Narrow" panose="020B0004020202020204" pitchFamily="34" charset="0"/>
                        </a:rPr>
                        <a:t>65%</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GB" sz="900" b="0" i="0" u="none" strike="noStrike">
                          <a:solidFill>
                            <a:srgbClr val="9C0006"/>
                          </a:solidFill>
                          <a:effectLst/>
                          <a:latin typeface="Aptos Narrow" panose="020B0004020202020204" pitchFamily="34" charset="0"/>
                        </a:rPr>
                        <a:t>-36%</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7CE"/>
                    </a:solidFill>
                  </a:tcPr>
                </a:tc>
                <a:tc>
                  <a:txBody>
                    <a:bodyPr/>
                    <a:lstStyle/>
                    <a:p>
                      <a:pPr algn="ctr" fontAlgn="ctr">
                        <a:buNone/>
                      </a:pPr>
                      <a:r>
                        <a:rPr lang="en-GB" sz="900" b="0" i="0" u="none" strike="noStrike">
                          <a:solidFill>
                            <a:srgbClr val="000000"/>
                          </a:solidFill>
                          <a:effectLst/>
                          <a:latin typeface="Aptos Narrow" panose="020B0004020202020204" pitchFamily="34" charset="0"/>
                        </a:rPr>
                        <a:t>74.55</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GB" sz="900" b="0" i="0" u="none" strike="noStrike">
                          <a:solidFill>
                            <a:srgbClr val="006100"/>
                          </a:solidFill>
                          <a:effectLst/>
                          <a:latin typeface="Aptos Narrow" panose="020B0004020202020204" pitchFamily="34" charset="0"/>
                        </a:rPr>
                        <a:t>21%</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6EFCE"/>
                    </a:solidFill>
                  </a:tcPr>
                </a:tc>
                <a:tc>
                  <a:txBody>
                    <a:bodyPr/>
                    <a:lstStyle/>
                    <a:p>
                      <a:pPr algn="ctr" fontAlgn="ctr">
                        <a:buNone/>
                      </a:pPr>
                      <a:r>
                        <a:rPr lang="en-GB" sz="900" b="1" i="0" u="none" strike="noStrike" dirty="0">
                          <a:solidFill>
                            <a:srgbClr val="000000"/>
                          </a:solidFill>
                          <a:effectLst/>
                          <a:latin typeface="Aptos Narrow" panose="020B0004020202020204" pitchFamily="34" charset="0"/>
                        </a:rPr>
                        <a:t>$98.2m</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GB" sz="900" b="1" i="0" u="none" strike="noStrike" dirty="0">
                          <a:solidFill>
                            <a:srgbClr val="000000"/>
                          </a:solidFill>
                          <a:effectLst/>
                          <a:latin typeface="Aptos Narrow" panose="020B0004020202020204" pitchFamily="34" charset="0"/>
                        </a:rPr>
                        <a:t>$10.3m</a:t>
                      </a:r>
                    </a:p>
                  </a:txBody>
                  <a:tcPr marL="4317" marR="4317" marT="431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02725060"/>
                  </a:ext>
                </a:extLst>
              </a:tr>
            </a:tbl>
          </a:graphicData>
        </a:graphic>
      </p:graphicFrame>
      <p:sp>
        <p:nvSpPr>
          <p:cNvPr id="8" name="Rectangle 7">
            <a:extLst>
              <a:ext uri="{FF2B5EF4-FFF2-40B4-BE49-F238E27FC236}">
                <a16:creationId xmlns:a16="http://schemas.microsoft.com/office/drawing/2014/main" id="{8CA03A13-07E3-2128-8B82-D804B57E64EB}"/>
              </a:ext>
            </a:extLst>
          </p:cNvPr>
          <p:cNvSpPr/>
          <p:nvPr/>
        </p:nvSpPr>
        <p:spPr>
          <a:xfrm>
            <a:off x="10783957" y="2648777"/>
            <a:ext cx="546652" cy="337931"/>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algn="l"/>
            <a:endParaRPr lang="en-GB" sz="1600" dirty="0" err="1">
              <a:solidFill>
                <a:prstClr val="white"/>
              </a:solidFill>
            </a:endParaRPr>
          </a:p>
        </p:txBody>
      </p:sp>
      <p:graphicFrame>
        <p:nvGraphicFramePr>
          <p:cNvPr id="9" name="Table 8">
            <a:extLst>
              <a:ext uri="{FF2B5EF4-FFF2-40B4-BE49-F238E27FC236}">
                <a16:creationId xmlns:a16="http://schemas.microsoft.com/office/drawing/2014/main" id="{DBD71721-5B4E-C08F-B81F-014588AC4D4B}"/>
              </a:ext>
            </a:extLst>
          </p:cNvPr>
          <p:cNvGraphicFramePr>
            <a:graphicFrameLocks noGrp="1"/>
          </p:cNvGraphicFramePr>
          <p:nvPr>
            <p:extLst>
              <p:ext uri="{D42A27DB-BD31-4B8C-83A1-F6EECF244321}">
                <p14:modId xmlns:p14="http://schemas.microsoft.com/office/powerpoint/2010/main" val="3595678032"/>
              </p:ext>
            </p:extLst>
          </p:nvPr>
        </p:nvGraphicFramePr>
        <p:xfrm>
          <a:off x="760609" y="3172490"/>
          <a:ext cx="10670781" cy="1929214"/>
        </p:xfrm>
        <a:graphic>
          <a:graphicData uri="http://schemas.openxmlformats.org/drawingml/2006/table">
            <a:tbl>
              <a:tblPr/>
              <a:tblGrid>
                <a:gridCol w="1411785">
                  <a:extLst>
                    <a:ext uri="{9D8B030D-6E8A-4147-A177-3AD203B41FA5}">
                      <a16:colId xmlns:a16="http://schemas.microsoft.com/office/drawing/2014/main" val="3923878916"/>
                    </a:ext>
                  </a:extLst>
                </a:gridCol>
                <a:gridCol w="683122">
                  <a:extLst>
                    <a:ext uri="{9D8B030D-6E8A-4147-A177-3AD203B41FA5}">
                      <a16:colId xmlns:a16="http://schemas.microsoft.com/office/drawing/2014/main" val="683762515"/>
                    </a:ext>
                  </a:extLst>
                </a:gridCol>
                <a:gridCol w="717278">
                  <a:extLst>
                    <a:ext uri="{9D8B030D-6E8A-4147-A177-3AD203B41FA5}">
                      <a16:colId xmlns:a16="http://schemas.microsoft.com/office/drawing/2014/main" val="1331956566"/>
                    </a:ext>
                  </a:extLst>
                </a:gridCol>
                <a:gridCol w="751435">
                  <a:extLst>
                    <a:ext uri="{9D8B030D-6E8A-4147-A177-3AD203B41FA5}">
                      <a16:colId xmlns:a16="http://schemas.microsoft.com/office/drawing/2014/main" val="2681982591"/>
                    </a:ext>
                  </a:extLst>
                </a:gridCol>
                <a:gridCol w="500956">
                  <a:extLst>
                    <a:ext uri="{9D8B030D-6E8A-4147-A177-3AD203B41FA5}">
                      <a16:colId xmlns:a16="http://schemas.microsoft.com/office/drawing/2014/main" val="2787682904"/>
                    </a:ext>
                  </a:extLst>
                </a:gridCol>
                <a:gridCol w="489571">
                  <a:extLst>
                    <a:ext uri="{9D8B030D-6E8A-4147-A177-3AD203B41FA5}">
                      <a16:colId xmlns:a16="http://schemas.microsoft.com/office/drawing/2014/main" val="310039950"/>
                    </a:ext>
                  </a:extLst>
                </a:gridCol>
                <a:gridCol w="273249">
                  <a:extLst>
                    <a:ext uri="{9D8B030D-6E8A-4147-A177-3AD203B41FA5}">
                      <a16:colId xmlns:a16="http://schemas.microsoft.com/office/drawing/2014/main" val="2399499537"/>
                    </a:ext>
                  </a:extLst>
                </a:gridCol>
                <a:gridCol w="375717">
                  <a:extLst>
                    <a:ext uri="{9D8B030D-6E8A-4147-A177-3AD203B41FA5}">
                      <a16:colId xmlns:a16="http://schemas.microsoft.com/office/drawing/2014/main" val="2742007596"/>
                    </a:ext>
                  </a:extLst>
                </a:gridCol>
                <a:gridCol w="341561">
                  <a:extLst>
                    <a:ext uri="{9D8B030D-6E8A-4147-A177-3AD203B41FA5}">
                      <a16:colId xmlns:a16="http://schemas.microsoft.com/office/drawing/2014/main" val="1774803039"/>
                    </a:ext>
                  </a:extLst>
                </a:gridCol>
                <a:gridCol w="307405">
                  <a:extLst>
                    <a:ext uri="{9D8B030D-6E8A-4147-A177-3AD203B41FA5}">
                      <a16:colId xmlns:a16="http://schemas.microsoft.com/office/drawing/2014/main" val="3316036757"/>
                    </a:ext>
                  </a:extLst>
                </a:gridCol>
                <a:gridCol w="888058">
                  <a:extLst>
                    <a:ext uri="{9D8B030D-6E8A-4147-A177-3AD203B41FA5}">
                      <a16:colId xmlns:a16="http://schemas.microsoft.com/office/drawing/2014/main" val="2138777475"/>
                    </a:ext>
                  </a:extLst>
                </a:gridCol>
                <a:gridCol w="36847">
                  <a:extLst>
                    <a:ext uri="{9D8B030D-6E8A-4147-A177-3AD203B41FA5}">
                      <a16:colId xmlns:a16="http://schemas.microsoft.com/office/drawing/2014/main" val="2720746219"/>
                    </a:ext>
                  </a:extLst>
                </a:gridCol>
                <a:gridCol w="535113">
                  <a:extLst>
                    <a:ext uri="{9D8B030D-6E8A-4147-A177-3AD203B41FA5}">
                      <a16:colId xmlns:a16="http://schemas.microsoft.com/office/drawing/2014/main" val="3204981539"/>
                    </a:ext>
                  </a:extLst>
                </a:gridCol>
                <a:gridCol w="341561">
                  <a:extLst>
                    <a:ext uri="{9D8B030D-6E8A-4147-A177-3AD203B41FA5}">
                      <a16:colId xmlns:a16="http://schemas.microsoft.com/office/drawing/2014/main" val="3033499816"/>
                    </a:ext>
                  </a:extLst>
                </a:gridCol>
                <a:gridCol w="375717">
                  <a:extLst>
                    <a:ext uri="{9D8B030D-6E8A-4147-A177-3AD203B41FA5}">
                      <a16:colId xmlns:a16="http://schemas.microsoft.com/office/drawing/2014/main" val="1945048249"/>
                    </a:ext>
                  </a:extLst>
                </a:gridCol>
                <a:gridCol w="409873">
                  <a:extLst>
                    <a:ext uri="{9D8B030D-6E8A-4147-A177-3AD203B41FA5}">
                      <a16:colId xmlns:a16="http://schemas.microsoft.com/office/drawing/2014/main" val="1107295900"/>
                    </a:ext>
                  </a:extLst>
                </a:gridCol>
                <a:gridCol w="341561">
                  <a:extLst>
                    <a:ext uri="{9D8B030D-6E8A-4147-A177-3AD203B41FA5}">
                      <a16:colId xmlns:a16="http://schemas.microsoft.com/office/drawing/2014/main" val="2319543789"/>
                    </a:ext>
                  </a:extLst>
                </a:gridCol>
                <a:gridCol w="375717">
                  <a:extLst>
                    <a:ext uri="{9D8B030D-6E8A-4147-A177-3AD203B41FA5}">
                      <a16:colId xmlns:a16="http://schemas.microsoft.com/office/drawing/2014/main" val="3720525947"/>
                    </a:ext>
                  </a:extLst>
                </a:gridCol>
                <a:gridCol w="819747">
                  <a:extLst>
                    <a:ext uri="{9D8B030D-6E8A-4147-A177-3AD203B41FA5}">
                      <a16:colId xmlns:a16="http://schemas.microsoft.com/office/drawing/2014/main" val="333489180"/>
                    </a:ext>
                  </a:extLst>
                </a:gridCol>
                <a:gridCol w="694508">
                  <a:extLst>
                    <a:ext uri="{9D8B030D-6E8A-4147-A177-3AD203B41FA5}">
                      <a16:colId xmlns:a16="http://schemas.microsoft.com/office/drawing/2014/main" val="3671905797"/>
                    </a:ext>
                  </a:extLst>
                </a:gridCol>
              </a:tblGrid>
              <a:tr h="275602">
                <a:tc>
                  <a:txBody>
                    <a:bodyPr/>
                    <a:lstStyle/>
                    <a:p>
                      <a:pPr algn="ctr" fontAlgn="b">
                        <a:buNone/>
                      </a:pPr>
                      <a:r>
                        <a:rPr lang="en-GB" sz="900" b="1" i="0" u="none" strike="noStrike" dirty="0">
                          <a:solidFill>
                            <a:srgbClr val="000000"/>
                          </a:solidFill>
                          <a:effectLst/>
                          <a:latin typeface="Aptos Narrow" panose="020B0004020202020204" pitchFamily="34" charset="0"/>
                        </a:rPr>
                        <a:t>CONS (Last 4 quarters)</a:t>
                      </a: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E6F5"/>
                    </a:solidFill>
                  </a:tcPr>
                </a:tc>
                <a:tc>
                  <a:txBody>
                    <a:bodyPr/>
                    <a:lstStyle/>
                    <a:p>
                      <a:pPr algn="ctr" fontAlgn="b">
                        <a:buNone/>
                      </a:pPr>
                      <a:r>
                        <a:rPr lang="en-GB" sz="900" b="1" i="0" u="none" strike="noStrike">
                          <a:solidFill>
                            <a:srgbClr val="000000"/>
                          </a:solidFill>
                          <a:effectLst/>
                          <a:latin typeface="Aptos Narrow" panose="020B0004020202020204" pitchFamily="34" charset="0"/>
                        </a:rPr>
                        <a:t>Bookings</a:t>
                      </a: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E6F5"/>
                    </a:solidFill>
                  </a:tcPr>
                </a:tc>
                <a:tc>
                  <a:txBody>
                    <a:bodyPr/>
                    <a:lstStyle/>
                    <a:p>
                      <a:pPr algn="ctr" fontAlgn="b">
                        <a:buNone/>
                      </a:pPr>
                      <a:r>
                        <a:rPr lang="en-GB" sz="900" b="1" i="0" u="none" strike="noStrike" dirty="0">
                          <a:solidFill>
                            <a:srgbClr val="000000"/>
                          </a:solidFill>
                          <a:effectLst/>
                          <a:latin typeface="Aptos Narrow" panose="020B0004020202020204" pitchFamily="34" charset="0"/>
                        </a:rPr>
                        <a:t>Services Qty</a:t>
                      </a: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E6F5"/>
                    </a:solidFill>
                  </a:tcPr>
                </a:tc>
                <a:tc>
                  <a:txBody>
                    <a:bodyPr/>
                    <a:lstStyle/>
                    <a:p>
                      <a:pPr algn="ctr" fontAlgn="b">
                        <a:buNone/>
                      </a:pPr>
                      <a:r>
                        <a:rPr lang="en-GB" sz="900" b="1" i="0" u="none" strike="noStrike">
                          <a:solidFill>
                            <a:srgbClr val="000000"/>
                          </a:solidFill>
                          <a:effectLst/>
                          <a:latin typeface="Aptos Narrow" panose="020B0004020202020204" pitchFamily="34" charset="0"/>
                        </a:rPr>
                        <a:t>HW Bookings</a:t>
                      </a: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E6F5"/>
                    </a:solidFill>
                  </a:tcPr>
                </a:tc>
                <a:tc>
                  <a:txBody>
                    <a:bodyPr/>
                    <a:lstStyle/>
                    <a:p>
                      <a:pPr algn="ctr" fontAlgn="b">
                        <a:buNone/>
                      </a:pPr>
                      <a:r>
                        <a:rPr lang="en-GB" sz="900" b="1" i="0" u="none" strike="noStrike">
                          <a:solidFill>
                            <a:srgbClr val="000000"/>
                          </a:solidFill>
                          <a:effectLst/>
                          <a:latin typeface="Aptos Narrow" panose="020B0004020202020204" pitchFamily="34" charset="0"/>
                        </a:rPr>
                        <a:t>HW Qty</a:t>
                      </a: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E6F5"/>
                    </a:solidFill>
                  </a:tcPr>
                </a:tc>
                <a:tc>
                  <a:txBody>
                    <a:bodyPr/>
                    <a:lstStyle/>
                    <a:p>
                      <a:pPr algn="ctr" fontAlgn="ctr">
                        <a:buNone/>
                      </a:pPr>
                      <a:r>
                        <a:rPr lang="en-GB" sz="900" b="1" i="0" u="none" strike="noStrike">
                          <a:solidFill>
                            <a:srgbClr val="000000"/>
                          </a:solidFill>
                          <a:effectLst/>
                          <a:latin typeface="Aptos Narrow" panose="020B0004020202020204" pitchFamily="34" charset="0"/>
                        </a:rPr>
                        <a:t>HW AUR</a:t>
                      </a: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E6F5"/>
                    </a:solidFill>
                  </a:tcPr>
                </a:tc>
                <a:tc>
                  <a:txBody>
                    <a:bodyPr/>
                    <a:lstStyle/>
                    <a:p>
                      <a:pPr algn="ctr" fontAlgn="ctr">
                        <a:buNone/>
                      </a:pPr>
                      <a:r>
                        <a:rPr lang="en-GB" sz="900" b="1" i="0" u="none" strike="noStrike">
                          <a:solidFill>
                            <a:srgbClr val="000000"/>
                          </a:solidFill>
                          <a:effectLst/>
                          <a:latin typeface="Aptos Narrow" panose="020B0004020202020204" pitchFamily="34" charset="0"/>
                        </a:rPr>
                        <a:t>AUR</a:t>
                      </a: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E6F5"/>
                    </a:solidFill>
                  </a:tcPr>
                </a:tc>
                <a:tc>
                  <a:txBody>
                    <a:bodyPr/>
                    <a:lstStyle/>
                    <a:p>
                      <a:pPr algn="ctr" fontAlgn="ctr">
                        <a:buNone/>
                      </a:pPr>
                      <a:r>
                        <a:rPr lang="en-GB" sz="900" b="1" i="0" u="none" strike="noStrike">
                          <a:solidFill>
                            <a:srgbClr val="000000"/>
                          </a:solidFill>
                          <a:effectLst/>
                          <a:latin typeface="Aptos Narrow" panose="020B0004020202020204" pitchFamily="34" charset="0"/>
                        </a:rPr>
                        <a:t>AR</a:t>
                      </a: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E6F5"/>
                    </a:solidFill>
                  </a:tcPr>
                </a:tc>
                <a:tc>
                  <a:txBody>
                    <a:bodyPr/>
                    <a:lstStyle/>
                    <a:p>
                      <a:pPr algn="ctr" fontAlgn="ctr">
                        <a:buNone/>
                      </a:pPr>
                      <a:r>
                        <a:rPr lang="en-GB" sz="900" b="1" i="0" u="none" strike="noStrike">
                          <a:solidFill>
                            <a:srgbClr val="000000"/>
                          </a:solidFill>
                          <a:effectLst/>
                          <a:latin typeface="Aptos Narrow" panose="020B0004020202020204" pitchFamily="34" charset="0"/>
                        </a:rPr>
                        <a:t>$CA</a:t>
                      </a: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E6F5"/>
                    </a:solidFill>
                  </a:tcPr>
                </a:tc>
                <a:tc>
                  <a:txBody>
                    <a:bodyPr/>
                    <a:lstStyle/>
                    <a:p>
                      <a:pPr algn="ctr" fontAlgn="ctr">
                        <a:buNone/>
                      </a:pPr>
                      <a:r>
                        <a:rPr lang="en-GB" sz="900" b="1" i="0" u="none" strike="noStrike">
                          <a:solidFill>
                            <a:srgbClr val="000000"/>
                          </a:solidFill>
                          <a:effectLst/>
                          <a:latin typeface="Aptos Narrow" panose="020B0004020202020204" pitchFamily="34" charset="0"/>
                        </a:rPr>
                        <a:t>PR</a:t>
                      </a: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E6F5"/>
                    </a:solidFill>
                  </a:tcPr>
                </a:tc>
                <a:tc>
                  <a:txBody>
                    <a:bodyPr/>
                    <a:lstStyle/>
                    <a:p>
                      <a:pPr algn="ctr" fontAlgn="ctr">
                        <a:buNone/>
                      </a:pPr>
                      <a:r>
                        <a:rPr lang="en-GB" sz="900" b="1" i="0" u="none" strike="noStrike">
                          <a:solidFill>
                            <a:srgbClr val="000000"/>
                          </a:solidFill>
                          <a:effectLst/>
                          <a:latin typeface="Aptos Narrow" panose="020B0004020202020204" pitchFamily="34" charset="0"/>
                        </a:rPr>
                        <a:t>AUR as % of HW</a:t>
                      </a: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E6F5"/>
                    </a:solidFill>
                  </a:tcPr>
                </a:tc>
                <a:tc>
                  <a:txBody>
                    <a:bodyPr/>
                    <a:lstStyle/>
                    <a:p>
                      <a:pPr algn="ctr" fontAlgn="b">
                        <a:buNone/>
                      </a:pPr>
                      <a:endParaRPr lang="en-GB" sz="900" b="0" i="0" u="none" strike="noStrike">
                        <a:solidFill>
                          <a:srgbClr val="000000"/>
                        </a:solidFill>
                        <a:effectLst/>
                        <a:latin typeface="Aptos Narrow" panose="020B0004020202020204" pitchFamily="34" charset="0"/>
                      </a:endParaRP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GB" sz="900" b="1" i="0" u="none" strike="noStrike">
                          <a:solidFill>
                            <a:srgbClr val="000000"/>
                          </a:solidFill>
                          <a:effectLst/>
                          <a:latin typeface="Aptos Narrow" panose="020B0004020202020204" pitchFamily="34" charset="0"/>
                        </a:rPr>
                        <a:t>New AUR</a:t>
                      </a: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1F0C8"/>
                    </a:solidFill>
                  </a:tcPr>
                </a:tc>
                <a:tc>
                  <a:txBody>
                    <a:bodyPr/>
                    <a:lstStyle/>
                    <a:p>
                      <a:pPr algn="ctr" fontAlgn="ctr">
                        <a:buNone/>
                      </a:pPr>
                      <a:r>
                        <a:rPr lang="el-GR" sz="900" b="1" i="0" u="none" strike="noStrike">
                          <a:solidFill>
                            <a:srgbClr val="000000"/>
                          </a:solidFill>
                          <a:effectLst/>
                          <a:latin typeface="Aptos Narrow" panose="020B0004020202020204" pitchFamily="34" charset="0"/>
                        </a:rPr>
                        <a:t>δ</a:t>
                      </a:r>
                      <a:r>
                        <a:rPr lang="en-GB" sz="900" b="1" i="0" u="none" strike="noStrike">
                          <a:solidFill>
                            <a:srgbClr val="000000"/>
                          </a:solidFill>
                          <a:effectLst/>
                          <a:latin typeface="Aptos Narrow" panose="020B0004020202020204" pitchFamily="34" charset="0"/>
                        </a:rPr>
                        <a:t>AUR</a:t>
                      </a: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1F0C8"/>
                    </a:solidFill>
                  </a:tcPr>
                </a:tc>
                <a:tc>
                  <a:txBody>
                    <a:bodyPr/>
                    <a:lstStyle/>
                    <a:p>
                      <a:pPr algn="ctr" fontAlgn="ctr">
                        <a:buNone/>
                      </a:pPr>
                      <a:r>
                        <a:rPr lang="en-GB" sz="900" b="1" i="0" u="none" strike="noStrike">
                          <a:solidFill>
                            <a:srgbClr val="000000"/>
                          </a:solidFill>
                          <a:effectLst/>
                          <a:latin typeface="Aptos Narrow" panose="020B0004020202020204" pitchFamily="34" charset="0"/>
                        </a:rPr>
                        <a:t>AR</a:t>
                      </a: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1F0C8"/>
                    </a:solidFill>
                  </a:tcPr>
                </a:tc>
                <a:tc>
                  <a:txBody>
                    <a:bodyPr/>
                    <a:lstStyle/>
                    <a:p>
                      <a:pPr algn="ctr" fontAlgn="ctr">
                        <a:buNone/>
                      </a:pPr>
                      <a:r>
                        <a:rPr lang="el-GR" sz="900" b="1" i="0" u="none" strike="noStrike">
                          <a:solidFill>
                            <a:srgbClr val="000000"/>
                          </a:solidFill>
                          <a:effectLst/>
                          <a:latin typeface="Aptos Narrow" panose="020B0004020202020204" pitchFamily="34" charset="0"/>
                        </a:rPr>
                        <a:t>δ</a:t>
                      </a:r>
                      <a:r>
                        <a:rPr lang="en-GB" sz="900" b="1" i="0" u="none" strike="noStrike">
                          <a:solidFill>
                            <a:srgbClr val="000000"/>
                          </a:solidFill>
                          <a:effectLst/>
                          <a:latin typeface="Aptos Narrow" panose="020B0004020202020204" pitchFamily="34" charset="0"/>
                        </a:rPr>
                        <a:t>AR</a:t>
                      </a: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1F0C8"/>
                    </a:solidFill>
                  </a:tcPr>
                </a:tc>
                <a:tc>
                  <a:txBody>
                    <a:bodyPr/>
                    <a:lstStyle/>
                    <a:p>
                      <a:pPr algn="ctr" fontAlgn="ctr">
                        <a:buNone/>
                      </a:pPr>
                      <a:r>
                        <a:rPr lang="en-GB" sz="900" b="1" i="0" u="none" strike="noStrike">
                          <a:solidFill>
                            <a:srgbClr val="000000"/>
                          </a:solidFill>
                          <a:effectLst/>
                          <a:latin typeface="Aptos Narrow" panose="020B0004020202020204" pitchFamily="34" charset="0"/>
                        </a:rPr>
                        <a:t>$CA</a:t>
                      </a: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1F0C8"/>
                    </a:solidFill>
                  </a:tcPr>
                </a:tc>
                <a:tc>
                  <a:txBody>
                    <a:bodyPr/>
                    <a:lstStyle/>
                    <a:p>
                      <a:pPr algn="ctr" fontAlgn="ctr">
                        <a:buNone/>
                      </a:pPr>
                      <a:r>
                        <a:rPr lang="el-GR" sz="900" b="1" i="0" u="none" strike="noStrike">
                          <a:solidFill>
                            <a:srgbClr val="000000"/>
                          </a:solidFill>
                          <a:effectLst/>
                          <a:latin typeface="Aptos Narrow" panose="020B0004020202020204" pitchFamily="34" charset="0"/>
                        </a:rPr>
                        <a:t>δ$</a:t>
                      </a:r>
                      <a:r>
                        <a:rPr lang="en-GB" sz="900" b="1" i="0" u="none" strike="noStrike">
                          <a:solidFill>
                            <a:srgbClr val="000000"/>
                          </a:solidFill>
                          <a:effectLst/>
                          <a:latin typeface="Aptos Narrow" panose="020B0004020202020204" pitchFamily="34" charset="0"/>
                        </a:rPr>
                        <a:t>CA</a:t>
                      </a: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1F0C8"/>
                    </a:solidFill>
                  </a:tcPr>
                </a:tc>
                <a:tc>
                  <a:txBody>
                    <a:bodyPr/>
                    <a:lstStyle/>
                    <a:p>
                      <a:pPr algn="ctr" fontAlgn="ctr">
                        <a:buNone/>
                      </a:pPr>
                      <a:r>
                        <a:rPr lang="en-GB" sz="900" b="1" i="0" u="none" strike="noStrike">
                          <a:solidFill>
                            <a:srgbClr val="000000"/>
                          </a:solidFill>
                          <a:effectLst/>
                          <a:latin typeface="Aptos Narrow" panose="020B0004020202020204" pitchFamily="34" charset="0"/>
                        </a:rPr>
                        <a:t>New Bookings </a:t>
                      </a: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1F0C8"/>
                    </a:solidFill>
                  </a:tcPr>
                </a:tc>
                <a:tc>
                  <a:txBody>
                    <a:bodyPr/>
                    <a:lstStyle/>
                    <a:p>
                      <a:pPr algn="ctr" fontAlgn="ctr">
                        <a:buNone/>
                      </a:pPr>
                      <a:r>
                        <a:rPr lang="en-GB" sz="900" b="1" i="0" u="none" strike="noStrike">
                          <a:solidFill>
                            <a:srgbClr val="000000"/>
                          </a:solidFill>
                          <a:effectLst/>
                          <a:latin typeface="Aptos Narrow" panose="020B0004020202020204" pitchFamily="34" charset="0"/>
                        </a:rPr>
                        <a:t>Incremental</a:t>
                      </a: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1F0C8"/>
                    </a:solidFill>
                  </a:tcPr>
                </a:tc>
                <a:extLst>
                  <a:ext uri="{0D108BD9-81ED-4DB2-BD59-A6C34878D82A}">
                    <a16:rowId xmlns:a16="http://schemas.microsoft.com/office/drawing/2014/main" val="2789920556"/>
                  </a:ext>
                </a:extLst>
              </a:tr>
              <a:tr h="275602">
                <a:tc>
                  <a:txBody>
                    <a:bodyPr/>
                    <a:lstStyle/>
                    <a:p>
                      <a:pPr algn="ctr" fontAlgn="b">
                        <a:buNone/>
                      </a:pPr>
                      <a:r>
                        <a:rPr lang="en-GB" sz="900" b="1" i="0" u="none" strike="noStrike">
                          <a:solidFill>
                            <a:srgbClr val="000000"/>
                          </a:solidFill>
                          <a:effectLst/>
                          <a:latin typeface="Aptos Narrow" panose="020B0004020202020204" pitchFamily="34" charset="0"/>
                        </a:rPr>
                        <a:t>Idea AIO Total</a:t>
                      </a: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GB" sz="900" b="1" i="0" u="none" strike="noStrike">
                          <a:solidFill>
                            <a:srgbClr val="000000"/>
                          </a:solidFill>
                          <a:effectLst/>
                          <a:latin typeface="Aptos Narrow" panose="020B0004020202020204" pitchFamily="34" charset="0"/>
                        </a:rPr>
                        <a:t>$0.4m</a:t>
                      </a: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GB" sz="900" b="1" i="0" u="none" strike="noStrike">
                          <a:solidFill>
                            <a:srgbClr val="000000"/>
                          </a:solidFill>
                          <a:effectLst/>
                          <a:latin typeface="Aptos Narrow" panose="020B0004020202020204" pitchFamily="34" charset="0"/>
                        </a:rPr>
                        <a:t>16146</a:t>
                      </a: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GB" sz="900" b="1" i="0" u="none" strike="noStrike">
                          <a:solidFill>
                            <a:srgbClr val="000000"/>
                          </a:solidFill>
                          <a:effectLst/>
                          <a:latin typeface="Aptos Narrow" panose="020B0004020202020204" pitchFamily="34" charset="0"/>
                        </a:rPr>
                        <a:t>$34.5m</a:t>
                      </a: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GB" sz="900" b="1" i="0" u="none" strike="noStrike">
                          <a:solidFill>
                            <a:srgbClr val="000000"/>
                          </a:solidFill>
                          <a:effectLst/>
                          <a:latin typeface="Aptos Narrow" panose="020B0004020202020204" pitchFamily="34" charset="0"/>
                        </a:rPr>
                        <a:t>49118</a:t>
                      </a: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GB" sz="900" b="0" i="0" u="none" strike="noStrike">
                          <a:solidFill>
                            <a:srgbClr val="000000"/>
                          </a:solidFill>
                          <a:effectLst/>
                          <a:latin typeface="Aptos Narrow" panose="020B0004020202020204" pitchFamily="34" charset="0"/>
                        </a:rPr>
                        <a:t>702</a:t>
                      </a: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GB" sz="900" b="0" i="0" u="none" strike="noStrike">
                          <a:solidFill>
                            <a:srgbClr val="000000"/>
                          </a:solidFill>
                          <a:effectLst/>
                          <a:latin typeface="Aptos Narrow" panose="020B0004020202020204" pitchFamily="34" charset="0"/>
                        </a:rPr>
                        <a:t>27</a:t>
                      </a: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GB" sz="900" b="0" i="0" u="none" strike="noStrike">
                          <a:solidFill>
                            <a:srgbClr val="000000"/>
                          </a:solidFill>
                          <a:effectLst/>
                          <a:latin typeface="Aptos Narrow" panose="020B0004020202020204" pitchFamily="34" charset="0"/>
                        </a:rPr>
                        <a:t>32.9%</a:t>
                      </a: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GB" sz="900" b="0" i="0" u="none" strike="noStrike">
                          <a:solidFill>
                            <a:srgbClr val="000000"/>
                          </a:solidFill>
                          <a:effectLst/>
                          <a:latin typeface="Aptos Narrow" panose="020B0004020202020204" pitchFamily="34" charset="0"/>
                        </a:rPr>
                        <a:t>8.81</a:t>
                      </a: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GB" sz="900" b="0" i="0" u="none" strike="noStrike">
                          <a:solidFill>
                            <a:srgbClr val="000000"/>
                          </a:solidFill>
                          <a:effectLst/>
                          <a:latin typeface="Aptos Narrow" panose="020B0004020202020204" pitchFamily="34" charset="0"/>
                        </a:rPr>
                        <a:t>1.3%</a:t>
                      </a: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GB" sz="900" b="0" i="0" u="none" strike="noStrike">
                          <a:solidFill>
                            <a:srgbClr val="000000"/>
                          </a:solidFill>
                          <a:effectLst/>
                          <a:latin typeface="Aptos Narrow" panose="020B0004020202020204" pitchFamily="34" charset="0"/>
                        </a:rPr>
                        <a:t>4%</a:t>
                      </a: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
                        <a:buNone/>
                      </a:pPr>
                      <a:endParaRPr lang="en-GB" sz="900" b="1" i="0" u="none" strike="noStrike">
                        <a:solidFill>
                          <a:srgbClr val="000000"/>
                        </a:solidFill>
                        <a:effectLst/>
                        <a:latin typeface="Aptos Narrow" panose="020B0004020202020204" pitchFamily="34" charset="0"/>
                      </a:endParaRP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GB" sz="900" b="1" i="0" u="none" strike="noStrike">
                          <a:solidFill>
                            <a:srgbClr val="000000"/>
                          </a:solidFill>
                          <a:effectLst/>
                          <a:latin typeface="Aptos Narrow" panose="020B0004020202020204" pitchFamily="34" charset="0"/>
                        </a:rPr>
                        <a:t>36</a:t>
                      </a: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GB" sz="900" b="0" i="0" u="none" strike="noStrike">
                          <a:solidFill>
                            <a:srgbClr val="006100"/>
                          </a:solidFill>
                          <a:effectLst/>
                          <a:latin typeface="Aptos Narrow" panose="020B0004020202020204" pitchFamily="34" charset="0"/>
                        </a:rPr>
                        <a:t>34%</a:t>
                      </a: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6EFCE"/>
                    </a:solidFill>
                  </a:tcPr>
                </a:tc>
                <a:tc>
                  <a:txBody>
                    <a:bodyPr/>
                    <a:lstStyle/>
                    <a:p>
                      <a:pPr algn="ctr" fontAlgn="ctr">
                        <a:buNone/>
                      </a:pPr>
                      <a:r>
                        <a:rPr lang="en-GB" sz="900" b="1" i="0" u="none" strike="noStrike">
                          <a:solidFill>
                            <a:srgbClr val="000000"/>
                          </a:solidFill>
                          <a:effectLst/>
                          <a:latin typeface="Aptos Narrow" panose="020B0004020202020204" pitchFamily="34" charset="0"/>
                        </a:rPr>
                        <a:t>32.9%</a:t>
                      </a: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GB" sz="900" b="0" i="0" u="none" strike="noStrike">
                          <a:solidFill>
                            <a:srgbClr val="006100"/>
                          </a:solidFill>
                          <a:effectLst/>
                          <a:latin typeface="Aptos Narrow" panose="020B0004020202020204" pitchFamily="34" charset="0"/>
                        </a:rPr>
                        <a:t>0.0%</a:t>
                      </a: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6EFCE"/>
                    </a:solidFill>
                  </a:tcPr>
                </a:tc>
                <a:tc>
                  <a:txBody>
                    <a:bodyPr/>
                    <a:lstStyle/>
                    <a:p>
                      <a:pPr algn="ctr" fontAlgn="ctr">
                        <a:buNone/>
                      </a:pPr>
                      <a:r>
                        <a:rPr lang="en-GB" sz="900" b="0" i="0" u="none" strike="noStrike">
                          <a:solidFill>
                            <a:srgbClr val="000000"/>
                          </a:solidFill>
                          <a:effectLst/>
                          <a:latin typeface="Aptos Narrow" panose="020B0004020202020204" pitchFamily="34" charset="0"/>
                        </a:rPr>
                        <a:t>11.81</a:t>
                      </a: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GB" sz="900" b="0" i="0" u="none" strike="noStrike">
                          <a:solidFill>
                            <a:srgbClr val="006100"/>
                          </a:solidFill>
                          <a:effectLst/>
                          <a:latin typeface="Aptos Narrow" panose="020B0004020202020204" pitchFamily="34" charset="0"/>
                        </a:rPr>
                        <a:t>34%</a:t>
                      </a: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6EFCE"/>
                    </a:solidFill>
                  </a:tcPr>
                </a:tc>
                <a:tc>
                  <a:txBody>
                    <a:bodyPr/>
                    <a:lstStyle/>
                    <a:p>
                      <a:pPr algn="ctr" fontAlgn="ctr">
                        <a:buNone/>
                      </a:pPr>
                      <a:r>
                        <a:rPr lang="en-GB" sz="900" b="1" i="0" u="none" strike="noStrike">
                          <a:solidFill>
                            <a:srgbClr val="000000"/>
                          </a:solidFill>
                          <a:effectLst/>
                          <a:latin typeface="Aptos Narrow" panose="020B0004020202020204" pitchFamily="34" charset="0"/>
                        </a:rPr>
                        <a:t>$0.6m</a:t>
                      </a: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GB" sz="900" b="1" i="0" u="none" strike="noStrike">
                          <a:solidFill>
                            <a:srgbClr val="000000"/>
                          </a:solidFill>
                          <a:effectLst/>
                          <a:latin typeface="Aptos Narrow" panose="020B0004020202020204" pitchFamily="34" charset="0"/>
                        </a:rPr>
                        <a:t>$0.1m</a:t>
                      </a: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83529950"/>
                  </a:ext>
                </a:extLst>
              </a:tr>
              <a:tr h="275602">
                <a:tc>
                  <a:txBody>
                    <a:bodyPr/>
                    <a:lstStyle/>
                    <a:p>
                      <a:pPr algn="ctr" fontAlgn="b">
                        <a:buNone/>
                      </a:pPr>
                      <a:r>
                        <a:rPr lang="en-GB" sz="900" b="1" i="0" u="none" strike="noStrike">
                          <a:solidFill>
                            <a:srgbClr val="000000"/>
                          </a:solidFill>
                          <a:effectLst/>
                          <a:latin typeface="Aptos Narrow" panose="020B0004020202020204" pitchFamily="34" charset="0"/>
                        </a:rPr>
                        <a:t>Idea Desktop Total</a:t>
                      </a: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GB" sz="900" b="1" i="0" u="none" strike="noStrike">
                          <a:solidFill>
                            <a:srgbClr val="000000"/>
                          </a:solidFill>
                          <a:effectLst/>
                          <a:latin typeface="Aptos Narrow" panose="020B0004020202020204" pitchFamily="34" charset="0"/>
                        </a:rPr>
                        <a:t>$0.6m</a:t>
                      </a: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GB" sz="900" b="1" i="0" u="none" strike="noStrike">
                          <a:solidFill>
                            <a:srgbClr val="000000"/>
                          </a:solidFill>
                          <a:effectLst/>
                          <a:latin typeface="Aptos Narrow" panose="020B0004020202020204" pitchFamily="34" charset="0"/>
                        </a:rPr>
                        <a:t>15335</a:t>
                      </a: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GB" sz="900" b="1" i="0" u="none" strike="noStrike">
                          <a:solidFill>
                            <a:srgbClr val="000000"/>
                          </a:solidFill>
                          <a:effectLst/>
                          <a:latin typeface="Aptos Narrow" panose="020B0004020202020204" pitchFamily="34" charset="0"/>
                        </a:rPr>
                        <a:t>$63.8m</a:t>
                      </a: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GB" sz="900" b="1" i="0" u="none" strike="noStrike">
                          <a:solidFill>
                            <a:srgbClr val="000000"/>
                          </a:solidFill>
                          <a:effectLst/>
                          <a:latin typeface="Aptos Narrow" panose="020B0004020202020204" pitchFamily="34" charset="0"/>
                        </a:rPr>
                        <a:t>59558</a:t>
                      </a: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GB" sz="900" b="0" i="0" u="none" strike="noStrike">
                          <a:solidFill>
                            <a:srgbClr val="000000"/>
                          </a:solidFill>
                          <a:effectLst/>
                          <a:latin typeface="Aptos Narrow" panose="020B0004020202020204" pitchFamily="34" charset="0"/>
                        </a:rPr>
                        <a:t>1071</a:t>
                      </a: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GB" sz="900" b="0" i="0" u="none" strike="noStrike">
                          <a:solidFill>
                            <a:srgbClr val="000000"/>
                          </a:solidFill>
                          <a:effectLst/>
                          <a:latin typeface="Aptos Narrow" panose="020B0004020202020204" pitchFamily="34" charset="0"/>
                        </a:rPr>
                        <a:t>42</a:t>
                      </a: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GB" sz="900" b="0" i="0" u="none" strike="noStrike">
                          <a:solidFill>
                            <a:srgbClr val="000000"/>
                          </a:solidFill>
                          <a:effectLst/>
                          <a:latin typeface="Aptos Narrow" panose="020B0004020202020204" pitchFamily="34" charset="0"/>
                        </a:rPr>
                        <a:t>25.7%</a:t>
                      </a: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GB" sz="900" b="0" i="0" u="none" strike="noStrike">
                          <a:solidFill>
                            <a:srgbClr val="000000"/>
                          </a:solidFill>
                          <a:effectLst/>
                          <a:latin typeface="Aptos Narrow" panose="020B0004020202020204" pitchFamily="34" charset="0"/>
                        </a:rPr>
                        <a:t>10.84</a:t>
                      </a: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GB" sz="900" b="0" i="0" u="none" strike="noStrike">
                          <a:solidFill>
                            <a:srgbClr val="000000"/>
                          </a:solidFill>
                          <a:effectLst/>
                          <a:latin typeface="Aptos Narrow" panose="020B0004020202020204" pitchFamily="34" charset="0"/>
                        </a:rPr>
                        <a:t>1.0%</a:t>
                      </a: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GB" sz="900" b="0" i="0" u="none" strike="noStrike">
                          <a:solidFill>
                            <a:srgbClr val="000000"/>
                          </a:solidFill>
                          <a:effectLst/>
                          <a:latin typeface="Aptos Narrow" panose="020B0004020202020204" pitchFamily="34" charset="0"/>
                        </a:rPr>
                        <a:t>4%</a:t>
                      </a: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
                        <a:buNone/>
                      </a:pPr>
                      <a:endParaRPr lang="en-GB" sz="900" b="1" i="0" u="none" strike="noStrike">
                        <a:solidFill>
                          <a:srgbClr val="000000"/>
                        </a:solidFill>
                        <a:effectLst/>
                        <a:latin typeface="Aptos Narrow" panose="020B0004020202020204" pitchFamily="34" charset="0"/>
                      </a:endParaRP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GB" sz="900" b="1" i="0" u="none" strike="noStrike">
                          <a:solidFill>
                            <a:srgbClr val="000000"/>
                          </a:solidFill>
                          <a:effectLst/>
                          <a:latin typeface="Aptos Narrow" panose="020B0004020202020204" pitchFamily="34" charset="0"/>
                        </a:rPr>
                        <a:t>56</a:t>
                      </a: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GB" sz="900" b="0" i="0" u="none" strike="noStrike">
                          <a:solidFill>
                            <a:srgbClr val="006100"/>
                          </a:solidFill>
                          <a:effectLst/>
                          <a:latin typeface="Aptos Narrow" panose="020B0004020202020204" pitchFamily="34" charset="0"/>
                        </a:rPr>
                        <a:t>34%</a:t>
                      </a: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6EFCE"/>
                    </a:solidFill>
                  </a:tcPr>
                </a:tc>
                <a:tc>
                  <a:txBody>
                    <a:bodyPr/>
                    <a:lstStyle/>
                    <a:p>
                      <a:pPr algn="ctr" fontAlgn="ctr">
                        <a:buNone/>
                      </a:pPr>
                      <a:r>
                        <a:rPr lang="en-GB" sz="900" b="1" i="0" u="none" strike="noStrike">
                          <a:solidFill>
                            <a:srgbClr val="000000"/>
                          </a:solidFill>
                          <a:effectLst/>
                          <a:latin typeface="Aptos Narrow" panose="020B0004020202020204" pitchFamily="34" charset="0"/>
                        </a:rPr>
                        <a:t>25.8%</a:t>
                      </a: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GB" sz="900" b="0" i="0" u="none" strike="noStrike">
                          <a:solidFill>
                            <a:srgbClr val="006100"/>
                          </a:solidFill>
                          <a:effectLst/>
                          <a:latin typeface="Aptos Narrow" panose="020B0004020202020204" pitchFamily="34" charset="0"/>
                        </a:rPr>
                        <a:t>0.1%</a:t>
                      </a: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6EFCE"/>
                    </a:solidFill>
                  </a:tcPr>
                </a:tc>
                <a:tc>
                  <a:txBody>
                    <a:bodyPr/>
                    <a:lstStyle/>
                    <a:p>
                      <a:pPr algn="ctr" fontAlgn="ctr">
                        <a:buNone/>
                      </a:pPr>
                      <a:r>
                        <a:rPr lang="en-GB" sz="900" b="0" i="0" u="none" strike="noStrike">
                          <a:solidFill>
                            <a:srgbClr val="000000"/>
                          </a:solidFill>
                          <a:effectLst/>
                          <a:latin typeface="Aptos Narrow" panose="020B0004020202020204" pitchFamily="34" charset="0"/>
                        </a:rPr>
                        <a:t>14.48</a:t>
                      </a: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GB" sz="900" b="0" i="0" u="none" strike="noStrike">
                          <a:solidFill>
                            <a:srgbClr val="006100"/>
                          </a:solidFill>
                          <a:effectLst/>
                          <a:latin typeface="Aptos Narrow" panose="020B0004020202020204" pitchFamily="34" charset="0"/>
                        </a:rPr>
                        <a:t>34%</a:t>
                      </a: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6EFCE"/>
                    </a:solidFill>
                  </a:tcPr>
                </a:tc>
                <a:tc>
                  <a:txBody>
                    <a:bodyPr/>
                    <a:lstStyle/>
                    <a:p>
                      <a:pPr algn="ctr" fontAlgn="ctr">
                        <a:buNone/>
                      </a:pPr>
                      <a:r>
                        <a:rPr lang="en-GB" sz="900" b="1" i="0" u="none" strike="noStrike">
                          <a:solidFill>
                            <a:srgbClr val="000000"/>
                          </a:solidFill>
                          <a:effectLst/>
                          <a:latin typeface="Aptos Narrow" panose="020B0004020202020204" pitchFamily="34" charset="0"/>
                        </a:rPr>
                        <a:t>$0.9m</a:t>
                      </a: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GB" sz="900" b="1" i="0" u="none" strike="noStrike">
                          <a:solidFill>
                            <a:srgbClr val="000000"/>
                          </a:solidFill>
                          <a:effectLst/>
                          <a:latin typeface="Aptos Narrow" panose="020B0004020202020204" pitchFamily="34" charset="0"/>
                        </a:rPr>
                        <a:t>$0.2m</a:t>
                      </a: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83495968"/>
                  </a:ext>
                </a:extLst>
              </a:tr>
              <a:tr h="275602">
                <a:tc>
                  <a:txBody>
                    <a:bodyPr/>
                    <a:lstStyle/>
                    <a:p>
                      <a:pPr algn="ctr" fontAlgn="b">
                        <a:buNone/>
                      </a:pPr>
                      <a:r>
                        <a:rPr lang="en-GB" sz="900" b="1" i="0" u="none" strike="noStrike">
                          <a:solidFill>
                            <a:srgbClr val="000000"/>
                          </a:solidFill>
                          <a:effectLst/>
                          <a:latin typeface="Aptos Narrow" panose="020B0004020202020204" pitchFamily="34" charset="0"/>
                        </a:rPr>
                        <a:t>Idea NB Entry Total</a:t>
                      </a: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GB" sz="900" b="1" i="0" u="none" strike="noStrike">
                          <a:solidFill>
                            <a:srgbClr val="000000"/>
                          </a:solidFill>
                          <a:effectLst/>
                          <a:latin typeface="Aptos Narrow" panose="020B0004020202020204" pitchFamily="34" charset="0"/>
                        </a:rPr>
                        <a:t>$2.4m</a:t>
                      </a: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GB" sz="900" b="1" i="0" u="none" strike="noStrike">
                          <a:solidFill>
                            <a:srgbClr val="000000"/>
                          </a:solidFill>
                          <a:effectLst/>
                          <a:latin typeface="Aptos Narrow" panose="020B0004020202020204" pitchFamily="34" charset="0"/>
                        </a:rPr>
                        <a:t>194754</a:t>
                      </a: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GB" sz="900" b="1" i="0" u="none" strike="noStrike">
                          <a:solidFill>
                            <a:srgbClr val="000000"/>
                          </a:solidFill>
                          <a:effectLst/>
                          <a:latin typeface="Aptos Narrow" panose="020B0004020202020204" pitchFamily="34" charset="0"/>
                        </a:rPr>
                        <a:t>$187.5m</a:t>
                      </a: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GB" sz="900" b="1" i="0" u="none" strike="noStrike">
                          <a:solidFill>
                            <a:srgbClr val="000000"/>
                          </a:solidFill>
                          <a:effectLst/>
                          <a:latin typeface="Aptos Narrow" panose="020B0004020202020204" pitchFamily="34" charset="0"/>
                        </a:rPr>
                        <a:t>418806</a:t>
                      </a: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GB" sz="900" b="0" i="0" u="none" strike="noStrike">
                          <a:solidFill>
                            <a:srgbClr val="000000"/>
                          </a:solidFill>
                          <a:effectLst/>
                          <a:latin typeface="Aptos Narrow" panose="020B0004020202020204" pitchFamily="34" charset="0"/>
                        </a:rPr>
                        <a:t>448</a:t>
                      </a: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GB" sz="900" b="0" i="0" u="none" strike="noStrike">
                          <a:solidFill>
                            <a:srgbClr val="000000"/>
                          </a:solidFill>
                          <a:effectLst/>
                          <a:latin typeface="Aptos Narrow" panose="020B0004020202020204" pitchFamily="34" charset="0"/>
                        </a:rPr>
                        <a:t>13</a:t>
                      </a: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GB" sz="900" b="0" i="0" u="none" strike="noStrike">
                          <a:solidFill>
                            <a:srgbClr val="000000"/>
                          </a:solidFill>
                          <a:effectLst/>
                          <a:latin typeface="Aptos Narrow" panose="020B0004020202020204" pitchFamily="34" charset="0"/>
                        </a:rPr>
                        <a:t>46.5%</a:t>
                      </a: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GB" sz="900" b="0" i="0" u="none" strike="noStrike">
                          <a:solidFill>
                            <a:srgbClr val="000000"/>
                          </a:solidFill>
                          <a:effectLst/>
                          <a:latin typeface="Aptos Narrow" panose="020B0004020202020204" pitchFamily="34" charset="0"/>
                        </a:rPr>
                        <a:t>5.83</a:t>
                      </a: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GB" sz="900" b="0" i="0" u="none" strike="noStrike">
                          <a:solidFill>
                            <a:srgbClr val="000000"/>
                          </a:solidFill>
                          <a:effectLst/>
                          <a:latin typeface="Aptos Narrow" panose="020B0004020202020204" pitchFamily="34" charset="0"/>
                        </a:rPr>
                        <a:t>1.3%</a:t>
                      </a: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GB" sz="900" b="0" i="0" u="none" strike="noStrike">
                          <a:solidFill>
                            <a:srgbClr val="000000"/>
                          </a:solidFill>
                          <a:effectLst/>
                          <a:latin typeface="Aptos Narrow" panose="020B0004020202020204" pitchFamily="34" charset="0"/>
                        </a:rPr>
                        <a:t>3%</a:t>
                      </a: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
                        <a:buNone/>
                      </a:pPr>
                      <a:endParaRPr lang="en-GB" sz="900" b="1" i="0" u="none" strike="noStrike">
                        <a:solidFill>
                          <a:srgbClr val="000000"/>
                        </a:solidFill>
                        <a:effectLst/>
                        <a:latin typeface="Aptos Narrow" panose="020B0004020202020204" pitchFamily="34" charset="0"/>
                      </a:endParaRP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GB" sz="900" b="1" i="0" u="none" strike="noStrike">
                          <a:solidFill>
                            <a:srgbClr val="000000"/>
                          </a:solidFill>
                          <a:effectLst/>
                          <a:latin typeface="Aptos Narrow" panose="020B0004020202020204" pitchFamily="34" charset="0"/>
                        </a:rPr>
                        <a:t>24</a:t>
                      </a: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GB" sz="900" b="0" i="0" u="none" strike="noStrike">
                          <a:solidFill>
                            <a:srgbClr val="006100"/>
                          </a:solidFill>
                          <a:effectLst/>
                          <a:latin typeface="Aptos Narrow" panose="020B0004020202020204" pitchFamily="34" charset="0"/>
                        </a:rPr>
                        <a:t>88%</a:t>
                      </a: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6EFCE"/>
                    </a:solidFill>
                  </a:tcPr>
                </a:tc>
                <a:tc>
                  <a:txBody>
                    <a:bodyPr/>
                    <a:lstStyle/>
                    <a:p>
                      <a:pPr algn="ctr" fontAlgn="ctr">
                        <a:buNone/>
                      </a:pPr>
                      <a:r>
                        <a:rPr lang="en-GB" sz="900" b="1" i="0" u="none" strike="noStrike">
                          <a:solidFill>
                            <a:srgbClr val="000000"/>
                          </a:solidFill>
                          <a:effectLst/>
                          <a:latin typeface="Aptos Narrow" panose="020B0004020202020204" pitchFamily="34" charset="0"/>
                        </a:rPr>
                        <a:t>36.5%</a:t>
                      </a: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GB" sz="900" b="0" i="0" u="none" strike="noStrike">
                          <a:solidFill>
                            <a:srgbClr val="9C0006"/>
                          </a:solidFill>
                          <a:effectLst/>
                          <a:latin typeface="Aptos Narrow" panose="020B0004020202020204" pitchFamily="34" charset="0"/>
                        </a:rPr>
                        <a:t>-10.0%</a:t>
                      </a: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7CE"/>
                    </a:solidFill>
                  </a:tcPr>
                </a:tc>
                <a:tc>
                  <a:txBody>
                    <a:bodyPr/>
                    <a:lstStyle/>
                    <a:p>
                      <a:pPr algn="ctr" fontAlgn="ctr">
                        <a:buNone/>
                      </a:pPr>
                      <a:r>
                        <a:rPr lang="en-GB" sz="900" b="0" i="0" u="none" strike="noStrike">
                          <a:solidFill>
                            <a:srgbClr val="000000"/>
                          </a:solidFill>
                          <a:effectLst/>
                          <a:latin typeface="Aptos Narrow" panose="020B0004020202020204" pitchFamily="34" charset="0"/>
                        </a:rPr>
                        <a:t>8.60</a:t>
                      </a: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GB" sz="900" b="0" i="0" u="none" strike="noStrike">
                          <a:solidFill>
                            <a:srgbClr val="006100"/>
                          </a:solidFill>
                          <a:effectLst/>
                          <a:latin typeface="Aptos Narrow" panose="020B0004020202020204" pitchFamily="34" charset="0"/>
                        </a:rPr>
                        <a:t>48%</a:t>
                      </a: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6EFCE"/>
                    </a:solidFill>
                  </a:tcPr>
                </a:tc>
                <a:tc>
                  <a:txBody>
                    <a:bodyPr/>
                    <a:lstStyle/>
                    <a:p>
                      <a:pPr algn="ctr" fontAlgn="ctr">
                        <a:buNone/>
                      </a:pPr>
                      <a:r>
                        <a:rPr lang="en-GB" sz="900" b="1" i="0" u="none" strike="noStrike">
                          <a:solidFill>
                            <a:srgbClr val="000000"/>
                          </a:solidFill>
                          <a:effectLst/>
                          <a:latin typeface="Aptos Narrow" panose="020B0004020202020204" pitchFamily="34" charset="0"/>
                        </a:rPr>
                        <a:t>$3.6m</a:t>
                      </a: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GB" sz="900" b="1" i="0" u="none" strike="noStrike">
                          <a:solidFill>
                            <a:srgbClr val="000000"/>
                          </a:solidFill>
                          <a:effectLst/>
                          <a:latin typeface="Aptos Narrow" panose="020B0004020202020204" pitchFamily="34" charset="0"/>
                        </a:rPr>
                        <a:t>$1.2m</a:t>
                      </a: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05559629"/>
                  </a:ext>
                </a:extLst>
              </a:tr>
              <a:tr h="275602">
                <a:tc>
                  <a:txBody>
                    <a:bodyPr/>
                    <a:lstStyle/>
                    <a:p>
                      <a:pPr algn="ctr" fontAlgn="b">
                        <a:buNone/>
                      </a:pPr>
                      <a:r>
                        <a:rPr lang="en-GB" sz="900" b="1" i="0" u="none" strike="noStrike">
                          <a:solidFill>
                            <a:srgbClr val="000000"/>
                          </a:solidFill>
                          <a:effectLst/>
                          <a:latin typeface="Aptos Narrow" panose="020B0004020202020204" pitchFamily="34" charset="0"/>
                        </a:rPr>
                        <a:t>Idea NB Halo Total</a:t>
                      </a: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GB" sz="900" b="1" i="0" u="none" strike="noStrike">
                          <a:solidFill>
                            <a:srgbClr val="000000"/>
                          </a:solidFill>
                          <a:effectLst/>
                          <a:latin typeface="Aptos Narrow" panose="020B0004020202020204" pitchFamily="34" charset="0"/>
                        </a:rPr>
                        <a:t>$7.1m</a:t>
                      </a: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GB" sz="900" b="1" i="0" u="none" strike="noStrike">
                          <a:solidFill>
                            <a:srgbClr val="000000"/>
                          </a:solidFill>
                          <a:effectLst/>
                          <a:latin typeface="Aptos Narrow" panose="020B0004020202020204" pitchFamily="34" charset="0"/>
                        </a:rPr>
                        <a:t>129240</a:t>
                      </a: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GB" sz="900" b="1" i="0" u="none" strike="noStrike">
                          <a:solidFill>
                            <a:srgbClr val="000000"/>
                          </a:solidFill>
                          <a:effectLst/>
                          <a:latin typeface="Aptos Narrow" panose="020B0004020202020204" pitchFamily="34" charset="0"/>
                        </a:rPr>
                        <a:t>$317.6m</a:t>
                      </a: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GB" sz="900" b="1" i="0" u="none" strike="noStrike">
                          <a:solidFill>
                            <a:srgbClr val="000000"/>
                          </a:solidFill>
                          <a:effectLst/>
                          <a:latin typeface="Aptos Narrow" panose="020B0004020202020204" pitchFamily="34" charset="0"/>
                        </a:rPr>
                        <a:t>255974</a:t>
                      </a: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GB" sz="900" b="0" i="0" u="none" strike="noStrike">
                          <a:solidFill>
                            <a:srgbClr val="000000"/>
                          </a:solidFill>
                          <a:effectLst/>
                          <a:latin typeface="Aptos Narrow" panose="020B0004020202020204" pitchFamily="34" charset="0"/>
                        </a:rPr>
                        <a:t>1241</a:t>
                      </a: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GB" sz="900" b="0" i="0" u="none" strike="noStrike">
                          <a:solidFill>
                            <a:srgbClr val="000000"/>
                          </a:solidFill>
                          <a:effectLst/>
                          <a:latin typeface="Aptos Narrow" panose="020B0004020202020204" pitchFamily="34" charset="0"/>
                        </a:rPr>
                        <a:t>55</a:t>
                      </a: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GB" sz="900" b="0" i="0" u="none" strike="noStrike">
                          <a:solidFill>
                            <a:srgbClr val="000000"/>
                          </a:solidFill>
                          <a:effectLst/>
                          <a:latin typeface="Aptos Narrow" panose="020B0004020202020204" pitchFamily="34" charset="0"/>
                        </a:rPr>
                        <a:t>50.5%</a:t>
                      </a: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GB" sz="900" b="0" i="0" u="none" strike="noStrike">
                          <a:solidFill>
                            <a:srgbClr val="000000"/>
                          </a:solidFill>
                          <a:effectLst/>
                          <a:latin typeface="Aptos Narrow" panose="020B0004020202020204" pitchFamily="34" charset="0"/>
                        </a:rPr>
                        <a:t>27.72</a:t>
                      </a: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GB" sz="900" b="0" i="0" u="none" strike="noStrike">
                          <a:solidFill>
                            <a:srgbClr val="000000"/>
                          </a:solidFill>
                          <a:effectLst/>
                          <a:latin typeface="Aptos Narrow" panose="020B0004020202020204" pitchFamily="34" charset="0"/>
                        </a:rPr>
                        <a:t>2.2%</a:t>
                      </a: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GB" sz="900" b="0" i="0" u="none" strike="noStrike">
                          <a:solidFill>
                            <a:srgbClr val="000000"/>
                          </a:solidFill>
                          <a:effectLst/>
                          <a:latin typeface="Aptos Narrow" panose="020B0004020202020204" pitchFamily="34" charset="0"/>
                        </a:rPr>
                        <a:t>4%</a:t>
                      </a: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
                        <a:buNone/>
                      </a:pPr>
                      <a:endParaRPr lang="en-GB" sz="900" b="1" i="0" u="none" strike="noStrike">
                        <a:solidFill>
                          <a:srgbClr val="000000"/>
                        </a:solidFill>
                        <a:effectLst/>
                        <a:latin typeface="Aptos Narrow" panose="020B0004020202020204" pitchFamily="34" charset="0"/>
                      </a:endParaRP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GB" sz="900" b="1" i="0" u="none" strike="noStrike">
                          <a:solidFill>
                            <a:srgbClr val="000000"/>
                          </a:solidFill>
                          <a:effectLst/>
                          <a:latin typeface="Aptos Narrow" panose="020B0004020202020204" pitchFamily="34" charset="0"/>
                        </a:rPr>
                        <a:t>67</a:t>
                      </a: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GB" sz="900" b="0" i="0" u="none" strike="noStrike">
                          <a:solidFill>
                            <a:srgbClr val="006100"/>
                          </a:solidFill>
                          <a:effectLst/>
                          <a:latin typeface="Aptos Narrow" panose="020B0004020202020204" pitchFamily="34" charset="0"/>
                        </a:rPr>
                        <a:t>23%</a:t>
                      </a: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6EFCE"/>
                    </a:solidFill>
                  </a:tcPr>
                </a:tc>
                <a:tc>
                  <a:txBody>
                    <a:bodyPr/>
                    <a:lstStyle/>
                    <a:p>
                      <a:pPr algn="ctr" fontAlgn="ctr">
                        <a:buNone/>
                      </a:pPr>
                      <a:r>
                        <a:rPr lang="en-GB" sz="900" b="1" i="0" u="none" strike="noStrike">
                          <a:solidFill>
                            <a:srgbClr val="000000"/>
                          </a:solidFill>
                          <a:effectLst/>
                          <a:latin typeface="Aptos Narrow" panose="020B0004020202020204" pitchFamily="34" charset="0"/>
                        </a:rPr>
                        <a:t>47.0%</a:t>
                      </a: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GB" sz="900" b="0" i="0" u="none" strike="noStrike">
                          <a:solidFill>
                            <a:srgbClr val="9C0006"/>
                          </a:solidFill>
                          <a:effectLst/>
                          <a:latin typeface="Aptos Narrow" panose="020B0004020202020204" pitchFamily="34" charset="0"/>
                        </a:rPr>
                        <a:t>-3.5%</a:t>
                      </a: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7CE"/>
                    </a:solidFill>
                  </a:tcPr>
                </a:tc>
                <a:tc>
                  <a:txBody>
                    <a:bodyPr/>
                    <a:lstStyle/>
                    <a:p>
                      <a:pPr algn="ctr" fontAlgn="ctr">
                        <a:buNone/>
                      </a:pPr>
                      <a:r>
                        <a:rPr lang="en-GB" sz="900" b="0" i="0" u="none" strike="noStrike">
                          <a:solidFill>
                            <a:srgbClr val="000000"/>
                          </a:solidFill>
                          <a:effectLst/>
                          <a:latin typeface="Aptos Narrow" panose="020B0004020202020204" pitchFamily="34" charset="0"/>
                        </a:rPr>
                        <a:t>31.64</a:t>
                      </a: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GB" sz="900" b="0" i="0" u="none" strike="noStrike">
                          <a:solidFill>
                            <a:srgbClr val="006100"/>
                          </a:solidFill>
                          <a:effectLst/>
                          <a:latin typeface="Aptos Narrow" panose="020B0004020202020204" pitchFamily="34" charset="0"/>
                        </a:rPr>
                        <a:t>14%</a:t>
                      </a: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6EFCE"/>
                    </a:solidFill>
                  </a:tcPr>
                </a:tc>
                <a:tc>
                  <a:txBody>
                    <a:bodyPr/>
                    <a:lstStyle/>
                    <a:p>
                      <a:pPr algn="ctr" fontAlgn="ctr">
                        <a:buNone/>
                      </a:pPr>
                      <a:r>
                        <a:rPr lang="en-GB" sz="900" b="1" i="0" u="none" strike="noStrike">
                          <a:solidFill>
                            <a:srgbClr val="000000"/>
                          </a:solidFill>
                          <a:effectLst/>
                          <a:latin typeface="Aptos Narrow" panose="020B0004020202020204" pitchFamily="34" charset="0"/>
                        </a:rPr>
                        <a:t>$8.1m</a:t>
                      </a: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GB" sz="900" b="1" i="0" u="none" strike="noStrike">
                          <a:solidFill>
                            <a:srgbClr val="000000"/>
                          </a:solidFill>
                          <a:effectLst/>
                          <a:latin typeface="Aptos Narrow" panose="020B0004020202020204" pitchFamily="34" charset="0"/>
                        </a:rPr>
                        <a:t>$1.0m</a:t>
                      </a: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80339343"/>
                  </a:ext>
                </a:extLst>
              </a:tr>
              <a:tr h="275602">
                <a:tc>
                  <a:txBody>
                    <a:bodyPr/>
                    <a:lstStyle/>
                    <a:p>
                      <a:pPr algn="ctr" fontAlgn="b">
                        <a:buNone/>
                      </a:pPr>
                      <a:r>
                        <a:rPr lang="en-GB" sz="900" b="1" i="0" u="none" strike="noStrike">
                          <a:solidFill>
                            <a:srgbClr val="000000"/>
                          </a:solidFill>
                          <a:effectLst/>
                          <a:latin typeface="Aptos Narrow" panose="020B0004020202020204" pitchFamily="34" charset="0"/>
                        </a:rPr>
                        <a:t>Idea NB Mainstream Total</a:t>
                      </a: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GB" sz="900" b="1" i="0" u="none" strike="noStrike">
                          <a:solidFill>
                            <a:srgbClr val="000000"/>
                          </a:solidFill>
                          <a:effectLst/>
                          <a:latin typeface="Aptos Narrow" panose="020B0004020202020204" pitchFamily="34" charset="0"/>
                        </a:rPr>
                        <a:t>$3.7m</a:t>
                      </a: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GB" sz="900" b="1" i="0" u="none" strike="noStrike">
                          <a:solidFill>
                            <a:srgbClr val="000000"/>
                          </a:solidFill>
                          <a:effectLst/>
                          <a:latin typeface="Aptos Narrow" panose="020B0004020202020204" pitchFamily="34" charset="0"/>
                        </a:rPr>
                        <a:t>105481</a:t>
                      </a: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GB" sz="900" b="1" i="0" u="none" strike="noStrike">
                          <a:solidFill>
                            <a:srgbClr val="000000"/>
                          </a:solidFill>
                          <a:effectLst/>
                          <a:latin typeface="Aptos Narrow" panose="020B0004020202020204" pitchFamily="34" charset="0"/>
                        </a:rPr>
                        <a:t>$248.3m</a:t>
                      </a: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GB" sz="900" b="1" i="0" u="none" strike="noStrike">
                          <a:solidFill>
                            <a:srgbClr val="000000"/>
                          </a:solidFill>
                          <a:effectLst/>
                          <a:latin typeface="Aptos Narrow" panose="020B0004020202020204" pitchFamily="34" charset="0"/>
                        </a:rPr>
                        <a:t>276438</a:t>
                      </a: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GB" sz="900" b="0" i="0" u="none" strike="noStrike">
                          <a:solidFill>
                            <a:srgbClr val="000000"/>
                          </a:solidFill>
                          <a:effectLst/>
                          <a:latin typeface="Aptos Narrow" panose="020B0004020202020204" pitchFamily="34" charset="0"/>
                        </a:rPr>
                        <a:t>898</a:t>
                      </a: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GB" sz="900" b="0" i="0" u="none" strike="noStrike">
                          <a:solidFill>
                            <a:srgbClr val="000000"/>
                          </a:solidFill>
                          <a:effectLst/>
                          <a:latin typeface="Aptos Narrow" panose="020B0004020202020204" pitchFamily="34" charset="0"/>
                        </a:rPr>
                        <a:t>35</a:t>
                      </a: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GB" sz="900" b="0" i="0" u="none" strike="noStrike">
                          <a:solidFill>
                            <a:srgbClr val="000000"/>
                          </a:solidFill>
                          <a:effectLst/>
                          <a:latin typeface="Aptos Narrow" panose="020B0004020202020204" pitchFamily="34" charset="0"/>
                        </a:rPr>
                        <a:t>38.2%</a:t>
                      </a: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GB" sz="900" b="0" i="0" u="none" strike="noStrike">
                          <a:solidFill>
                            <a:srgbClr val="000000"/>
                          </a:solidFill>
                          <a:effectLst/>
                          <a:latin typeface="Aptos Narrow" panose="020B0004020202020204" pitchFamily="34" charset="0"/>
                        </a:rPr>
                        <a:t>13.23</a:t>
                      </a: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GB" sz="900" b="0" i="0" u="none" strike="noStrike">
                          <a:solidFill>
                            <a:srgbClr val="000000"/>
                          </a:solidFill>
                          <a:effectLst/>
                          <a:latin typeface="Aptos Narrow" panose="020B0004020202020204" pitchFamily="34" charset="0"/>
                        </a:rPr>
                        <a:t>1.5%</a:t>
                      </a: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n-GB" sz="900" b="0" i="0" u="none" strike="noStrike">
                          <a:solidFill>
                            <a:srgbClr val="000000"/>
                          </a:solidFill>
                          <a:effectLst/>
                          <a:latin typeface="Aptos Narrow" panose="020B0004020202020204" pitchFamily="34" charset="0"/>
                        </a:rPr>
                        <a:t>4%</a:t>
                      </a: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
                        <a:buNone/>
                      </a:pPr>
                      <a:endParaRPr lang="en-GB" sz="900" b="1" i="0" u="none" strike="noStrike">
                        <a:solidFill>
                          <a:srgbClr val="000000"/>
                        </a:solidFill>
                        <a:effectLst/>
                        <a:latin typeface="Aptos Narrow" panose="020B0004020202020204" pitchFamily="34" charset="0"/>
                      </a:endParaRP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GB" sz="900" b="1" i="0" u="none" strike="noStrike">
                          <a:solidFill>
                            <a:srgbClr val="000000"/>
                          </a:solidFill>
                          <a:effectLst/>
                          <a:latin typeface="Aptos Narrow" panose="020B0004020202020204" pitchFamily="34" charset="0"/>
                        </a:rPr>
                        <a:t>45</a:t>
                      </a: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GB" sz="900" b="0" i="0" u="none" strike="noStrike">
                          <a:solidFill>
                            <a:srgbClr val="006100"/>
                          </a:solidFill>
                          <a:effectLst/>
                          <a:latin typeface="Aptos Narrow" panose="020B0004020202020204" pitchFamily="34" charset="0"/>
                        </a:rPr>
                        <a:t>30%</a:t>
                      </a: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6EFCE"/>
                    </a:solidFill>
                  </a:tcPr>
                </a:tc>
                <a:tc>
                  <a:txBody>
                    <a:bodyPr/>
                    <a:lstStyle/>
                    <a:p>
                      <a:pPr algn="ctr" fontAlgn="ctr">
                        <a:buNone/>
                      </a:pPr>
                      <a:r>
                        <a:rPr lang="en-GB" sz="900" b="1" i="0" u="none" strike="noStrike">
                          <a:solidFill>
                            <a:srgbClr val="000000"/>
                          </a:solidFill>
                          <a:effectLst/>
                          <a:latin typeface="Aptos Narrow" panose="020B0004020202020204" pitchFamily="34" charset="0"/>
                        </a:rPr>
                        <a:t>35.2%</a:t>
                      </a: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GB" sz="900" b="0" i="0" u="none" strike="noStrike">
                          <a:solidFill>
                            <a:srgbClr val="9C0006"/>
                          </a:solidFill>
                          <a:effectLst/>
                          <a:latin typeface="Aptos Narrow" panose="020B0004020202020204" pitchFamily="34" charset="0"/>
                        </a:rPr>
                        <a:t>-3.0%</a:t>
                      </a: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7CE"/>
                    </a:solidFill>
                  </a:tcPr>
                </a:tc>
                <a:tc>
                  <a:txBody>
                    <a:bodyPr/>
                    <a:lstStyle/>
                    <a:p>
                      <a:pPr algn="ctr" fontAlgn="ctr">
                        <a:buNone/>
                      </a:pPr>
                      <a:r>
                        <a:rPr lang="en-GB" sz="900" b="0" i="0" u="none" strike="noStrike">
                          <a:solidFill>
                            <a:srgbClr val="000000"/>
                          </a:solidFill>
                          <a:effectLst/>
                          <a:latin typeface="Aptos Narrow" panose="020B0004020202020204" pitchFamily="34" charset="0"/>
                        </a:rPr>
                        <a:t>15.92</a:t>
                      </a: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GB" sz="900" b="0" i="0" u="none" strike="noStrike">
                          <a:solidFill>
                            <a:srgbClr val="006100"/>
                          </a:solidFill>
                          <a:effectLst/>
                          <a:latin typeface="Aptos Narrow" panose="020B0004020202020204" pitchFamily="34" charset="0"/>
                        </a:rPr>
                        <a:t>20%</a:t>
                      </a: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6EFCE"/>
                    </a:solidFill>
                  </a:tcPr>
                </a:tc>
                <a:tc>
                  <a:txBody>
                    <a:bodyPr/>
                    <a:lstStyle/>
                    <a:p>
                      <a:pPr algn="ctr" fontAlgn="ctr">
                        <a:buNone/>
                      </a:pPr>
                      <a:r>
                        <a:rPr lang="en-GB" sz="900" b="1" i="0" u="none" strike="noStrike">
                          <a:solidFill>
                            <a:srgbClr val="000000"/>
                          </a:solidFill>
                          <a:effectLst/>
                          <a:latin typeface="Aptos Narrow" panose="020B0004020202020204" pitchFamily="34" charset="0"/>
                        </a:rPr>
                        <a:t>$4.4m</a:t>
                      </a: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GB" sz="900" b="1" i="0" u="none" strike="noStrike">
                          <a:solidFill>
                            <a:srgbClr val="000000"/>
                          </a:solidFill>
                          <a:effectLst/>
                          <a:latin typeface="Aptos Narrow" panose="020B0004020202020204" pitchFamily="34" charset="0"/>
                        </a:rPr>
                        <a:t>$0.7m</a:t>
                      </a: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57310769"/>
                  </a:ext>
                </a:extLst>
              </a:tr>
              <a:tr h="275602">
                <a:tc>
                  <a:txBody>
                    <a:bodyPr/>
                    <a:lstStyle/>
                    <a:p>
                      <a:pPr algn="ctr" fontAlgn="b">
                        <a:buNone/>
                      </a:pPr>
                      <a:r>
                        <a:rPr lang="en-GB" sz="900" b="1" i="0" u="none" strike="noStrike" dirty="0">
                          <a:solidFill>
                            <a:srgbClr val="000000"/>
                          </a:solidFill>
                          <a:effectLst/>
                          <a:latin typeface="Aptos Narrow" panose="020B0004020202020204" pitchFamily="34" charset="0"/>
                        </a:rPr>
                        <a:t>Grand Total</a:t>
                      </a: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en-GB" sz="900" b="1" i="0" u="none" strike="noStrike" dirty="0">
                          <a:solidFill>
                            <a:srgbClr val="000000"/>
                          </a:solidFill>
                          <a:effectLst/>
                          <a:latin typeface="Aptos Narrow" panose="020B0004020202020204" pitchFamily="34" charset="0"/>
                        </a:rPr>
                        <a:t>$14.3m</a:t>
                      </a: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en-GB" sz="900" b="1" i="0" u="none" strike="noStrike">
                          <a:solidFill>
                            <a:srgbClr val="000000"/>
                          </a:solidFill>
                          <a:effectLst/>
                          <a:latin typeface="Aptos Narrow" panose="020B0004020202020204" pitchFamily="34" charset="0"/>
                        </a:rPr>
                        <a:t>460956</a:t>
                      </a: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en-GB" sz="900" b="1" i="0" u="none" strike="noStrike" dirty="0">
                          <a:solidFill>
                            <a:srgbClr val="000000"/>
                          </a:solidFill>
                          <a:effectLst/>
                          <a:latin typeface="Aptos Narrow" panose="020B0004020202020204" pitchFamily="34" charset="0"/>
                        </a:rPr>
                        <a:t>$851.6m</a:t>
                      </a: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en-GB" sz="900" b="1" i="0" u="none" strike="noStrike">
                          <a:solidFill>
                            <a:srgbClr val="000000"/>
                          </a:solidFill>
                          <a:effectLst/>
                          <a:latin typeface="Aptos Narrow" panose="020B0004020202020204" pitchFamily="34" charset="0"/>
                        </a:rPr>
                        <a:t>1059894</a:t>
                      </a: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en-GB" sz="900" b="0" i="0" u="none" strike="noStrike" dirty="0">
                          <a:solidFill>
                            <a:srgbClr val="000000"/>
                          </a:solidFill>
                          <a:effectLst/>
                          <a:latin typeface="Aptos Narrow" panose="020B0004020202020204" pitchFamily="34" charset="0"/>
                        </a:rPr>
                        <a:t>804</a:t>
                      </a: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en-GB" sz="900" b="0" i="0" u="none" strike="noStrike" dirty="0">
                          <a:solidFill>
                            <a:srgbClr val="000000"/>
                          </a:solidFill>
                          <a:effectLst/>
                          <a:latin typeface="Aptos Narrow" panose="020B0004020202020204" pitchFamily="34" charset="0"/>
                        </a:rPr>
                        <a:t>31</a:t>
                      </a: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en-GB" sz="900" b="0" i="0" u="none" strike="noStrike">
                          <a:solidFill>
                            <a:srgbClr val="000000"/>
                          </a:solidFill>
                          <a:effectLst/>
                          <a:latin typeface="Aptos Narrow" panose="020B0004020202020204" pitchFamily="34" charset="0"/>
                        </a:rPr>
                        <a:t>43.5%</a:t>
                      </a: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en-GB" sz="900" b="0" i="0" u="none" strike="noStrike">
                          <a:solidFill>
                            <a:srgbClr val="000000"/>
                          </a:solidFill>
                          <a:effectLst/>
                          <a:latin typeface="Aptos Narrow" panose="020B0004020202020204" pitchFamily="34" charset="0"/>
                        </a:rPr>
                        <a:t>13.47</a:t>
                      </a: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en-GB" sz="900" b="0" i="0" u="none" strike="noStrike" dirty="0">
                          <a:solidFill>
                            <a:srgbClr val="000000"/>
                          </a:solidFill>
                          <a:effectLst/>
                          <a:latin typeface="Aptos Narrow" panose="020B0004020202020204" pitchFamily="34" charset="0"/>
                        </a:rPr>
                        <a:t>1.7%</a:t>
                      </a: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en-GB" sz="900" b="0" i="0" u="none" strike="noStrike" dirty="0">
                          <a:solidFill>
                            <a:srgbClr val="000000"/>
                          </a:solidFill>
                          <a:effectLst/>
                          <a:latin typeface="Aptos Narrow" panose="020B0004020202020204" pitchFamily="34" charset="0"/>
                        </a:rPr>
                        <a:t>4%</a:t>
                      </a: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fontAlgn="b">
                        <a:buNone/>
                      </a:pPr>
                      <a:endParaRPr lang="en-GB" sz="900" b="1" i="0" u="none" strike="noStrike">
                        <a:solidFill>
                          <a:srgbClr val="000000"/>
                        </a:solidFill>
                        <a:effectLst/>
                        <a:latin typeface="Aptos Narrow" panose="020B0004020202020204" pitchFamily="34" charset="0"/>
                      </a:endParaRP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GB" sz="900" b="1" i="0" u="none" strike="noStrike" dirty="0">
                          <a:solidFill>
                            <a:srgbClr val="000000"/>
                          </a:solidFill>
                          <a:effectLst/>
                          <a:latin typeface="Aptos Narrow" panose="020B0004020202020204" pitchFamily="34" charset="0"/>
                        </a:rPr>
                        <a:t>42</a:t>
                      </a: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GB" sz="900" b="0" i="0" u="none" strike="noStrike">
                          <a:solidFill>
                            <a:srgbClr val="006100"/>
                          </a:solidFill>
                          <a:effectLst/>
                          <a:latin typeface="Aptos Narrow" panose="020B0004020202020204" pitchFamily="34" charset="0"/>
                        </a:rPr>
                        <a:t>37%</a:t>
                      </a: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6EFCE"/>
                    </a:solidFill>
                  </a:tcPr>
                </a:tc>
                <a:tc>
                  <a:txBody>
                    <a:bodyPr/>
                    <a:lstStyle/>
                    <a:p>
                      <a:pPr algn="ctr" fontAlgn="ctr">
                        <a:buNone/>
                      </a:pPr>
                      <a:r>
                        <a:rPr lang="en-GB" sz="900" b="1" i="0" u="none" strike="noStrike" dirty="0">
                          <a:solidFill>
                            <a:srgbClr val="000000"/>
                          </a:solidFill>
                          <a:effectLst/>
                          <a:latin typeface="Aptos Narrow" panose="020B0004020202020204" pitchFamily="34" charset="0"/>
                        </a:rPr>
                        <a:t>37.9%</a:t>
                      </a: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GB" sz="900" b="0" i="0" u="none" strike="noStrike" dirty="0">
                          <a:solidFill>
                            <a:srgbClr val="9C0006"/>
                          </a:solidFill>
                          <a:effectLst/>
                          <a:latin typeface="Aptos Narrow" panose="020B0004020202020204" pitchFamily="34" charset="0"/>
                        </a:rPr>
                        <a:t>-5.6%</a:t>
                      </a: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7CE"/>
                    </a:solidFill>
                  </a:tcPr>
                </a:tc>
                <a:tc>
                  <a:txBody>
                    <a:bodyPr/>
                    <a:lstStyle/>
                    <a:p>
                      <a:pPr algn="ctr" fontAlgn="ctr">
                        <a:buNone/>
                      </a:pPr>
                      <a:r>
                        <a:rPr lang="en-GB" sz="900" b="0" i="0" u="none" strike="noStrike" dirty="0">
                          <a:solidFill>
                            <a:srgbClr val="000000"/>
                          </a:solidFill>
                          <a:effectLst/>
                          <a:latin typeface="Aptos Narrow" panose="020B0004020202020204" pitchFamily="34" charset="0"/>
                        </a:rPr>
                        <a:t>16.44</a:t>
                      </a: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GB" sz="900" b="0" i="0" u="none" strike="noStrike" dirty="0">
                          <a:solidFill>
                            <a:srgbClr val="006100"/>
                          </a:solidFill>
                          <a:effectLst/>
                          <a:latin typeface="Aptos Narrow" panose="020B0004020202020204" pitchFamily="34" charset="0"/>
                        </a:rPr>
                        <a:t>22%</a:t>
                      </a: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6EFCE"/>
                    </a:solidFill>
                  </a:tcPr>
                </a:tc>
                <a:tc>
                  <a:txBody>
                    <a:bodyPr/>
                    <a:lstStyle/>
                    <a:p>
                      <a:pPr algn="ctr" fontAlgn="ctr">
                        <a:buNone/>
                      </a:pPr>
                      <a:r>
                        <a:rPr lang="en-GB" sz="900" b="1" i="0" u="none" strike="noStrike" dirty="0">
                          <a:solidFill>
                            <a:srgbClr val="000000"/>
                          </a:solidFill>
                          <a:effectLst/>
                          <a:latin typeface="Aptos Narrow" panose="020B0004020202020204" pitchFamily="34" charset="0"/>
                        </a:rPr>
                        <a:t>$17.4m</a:t>
                      </a: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GB" sz="900" b="1" i="0" u="none" strike="noStrike" dirty="0">
                          <a:solidFill>
                            <a:srgbClr val="000000"/>
                          </a:solidFill>
                          <a:effectLst/>
                          <a:latin typeface="Aptos Narrow" panose="020B0004020202020204" pitchFamily="34" charset="0"/>
                        </a:rPr>
                        <a:t>$3.2m</a:t>
                      </a:r>
                    </a:p>
                  </a:txBody>
                  <a:tcPr marL="4575" marR="4575" marT="4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60933746"/>
                  </a:ext>
                </a:extLst>
              </a:tr>
            </a:tbl>
          </a:graphicData>
        </a:graphic>
      </p:graphicFrame>
      <p:sp>
        <p:nvSpPr>
          <p:cNvPr id="10" name="Rectangle 9">
            <a:extLst>
              <a:ext uri="{FF2B5EF4-FFF2-40B4-BE49-F238E27FC236}">
                <a16:creationId xmlns:a16="http://schemas.microsoft.com/office/drawing/2014/main" id="{4EE6F452-4555-BE09-25B5-A606B2571244}"/>
              </a:ext>
            </a:extLst>
          </p:cNvPr>
          <p:cNvSpPr/>
          <p:nvPr/>
        </p:nvSpPr>
        <p:spPr>
          <a:xfrm>
            <a:off x="10783957" y="4803529"/>
            <a:ext cx="546652" cy="337931"/>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algn="l"/>
            <a:endParaRPr lang="en-GB" sz="1600" dirty="0" err="1">
              <a:solidFill>
                <a:prstClr val="white"/>
              </a:solidFill>
            </a:endParaRPr>
          </a:p>
        </p:txBody>
      </p:sp>
      <p:sp>
        <p:nvSpPr>
          <p:cNvPr id="11" name="TextBox 10">
            <a:extLst>
              <a:ext uri="{FF2B5EF4-FFF2-40B4-BE49-F238E27FC236}">
                <a16:creationId xmlns:a16="http://schemas.microsoft.com/office/drawing/2014/main" id="{E239B9E0-EAD9-4F41-4778-6CD60F7CE262}"/>
              </a:ext>
            </a:extLst>
          </p:cNvPr>
          <p:cNvSpPr txBox="1"/>
          <p:nvPr/>
        </p:nvSpPr>
        <p:spPr>
          <a:xfrm>
            <a:off x="760609" y="5238662"/>
            <a:ext cx="10745590" cy="1354217"/>
          </a:xfrm>
          <a:prstGeom prst="rect">
            <a:avLst/>
          </a:prstGeom>
          <a:noFill/>
        </p:spPr>
        <p:txBody>
          <a:bodyPr wrap="square" rtlCol="0">
            <a:spAutoFit/>
          </a:bodyPr>
          <a:lstStyle/>
          <a:p>
            <a:pPr marL="285750" indent="-285750" algn="l">
              <a:buFont typeface="Arial" panose="020B0604020202020204" pitchFamily="34" charset="0"/>
              <a:buChar char="•"/>
            </a:pPr>
            <a:r>
              <a:rPr lang="en-GB" sz="1600" dirty="0">
                <a:latin typeface="Arial" pitchFamily="34" charset="0"/>
                <a:cs typeface="Arial" pitchFamily="34" charset="0"/>
              </a:rPr>
              <a:t>Dynamic pricing delivers $10.3M (+12%) incremental in SMB and $3.2M (+22%) in Consumer</a:t>
            </a:r>
          </a:p>
          <a:p>
            <a:pPr marL="285750" indent="-285750">
              <a:buFont typeface="Arial" panose="020B0604020202020204" pitchFamily="34" charset="0"/>
              <a:buChar char="•"/>
            </a:pPr>
            <a:r>
              <a:rPr lang="en-GB" sz="1600" dirty="0">
                <a:latin typeface="Arial" pitchFamily="34" charset="0"/>
                <a:cs typeface="Arial" pitchFamily="34" charset="0"/>
              </a:rPr>
              <a:t>Upside is driven by AUR expansion,</a:t>
            </a:r>
            <a:r>
              <a:rPr lang="en-GB" sz="1600" dirty="0"/>
              <a:t> incremental revenue offsets AR decline materially</a:t>
            </a:r>
            <a:endParaRPr lang="en-GB" sz="1600" dirty="0">
              <a:latin typeface="Arial" pitchFamily="34" charset="0"/>
              <a:cs typeface="Arial" pitchFamily="34" charset="0"/>
            </a:endParaRPr>
          </a:p>
          <a:p>
            <a:pPr marL="285750" indent="-285750" algn="l">
              <a:buFont typeface="Arial" panose="020B0604020202020204" pitchFamily="34" charset="0"/>
              <a:buChar char="•"/>
            </a:pPr>
            <a:r>
              <a:rPr lang="en-GB" sz="1600" dirty="0">
                <a:latin typeface="Arial" pitchFamily="34" charset="0"/>
                <a:cs typeface="Arial" pitchFamily="34" charset="0"/>
              </a:rPr>
              <a:t>AR decline (primarily SMB) due to assumptions on </a:t>
            </a:r>
          </a:p>
          <a:p>
            <a:pPr marL="742950" lvl="1" indent="-285750">
              <a:buFont typeface="Arial" panose="020B0604020202020204" pitchFamily="34" charset="0"/>
              <a:buChar char="•"/>
            </a:pPr>
            <a:r>
              <a:rPr lang="en-GB" sz="1600" dirty="0">
                <a:latin typeface="Arial" pitchFamily="34" charset="0"/>
                <a:cs typeface="Arial" pitchFamily="34" charset="0"/>
              </a:rPr>
              <a:t>Higher price effect: normal elasticity trade-off.</a:t>
            </a:r>
          </a:p>
          <a:p>
            <a:pPr marL="742950" lvl="1" indent="-285750">
              <a:buFont typeface="Arial" panose="020B0604020202020204" pitchFamily="34" charset="0"/>
              <a:buChar char="•"/>
            </a:pPr>
            <a:r>
              <a:rPr lang="en-GB" sz="1600" dirty="0">
                <a:latin typeface="Arial" pitchFamily="34" charset="0"/>
                <a:cs typeface="Arial" pitchFamily="34" charset="0"/>
              </a:rPr>
              <a:t>1Y PN (Premier and OS) either ESS or reclass have low AUR value  </a:t>
            </a:r>
          </a:p>
        </p:txBody>
      </p:sp>
      <p:sp>
        <p:nvSpPr>
          <p:cNvPr id="12" name="TextBox 11">
            <a:extLst>
              <a:ext uri="{FF2B5EF4-FFF2-40B4-BE49-F238E27FC236}">
                <a16:creationId xmlns:a16="http://schemas.microsoft.com/office/drawing/2014/main" id="{BF97F31A-2A19-A3EE-6323-95783BA0500B}"/>
              </a:ext>
            </a:extLst>
          </p:cNvPr>
          <p:cNvSpPr txBox="1"/>
          <p:nvPr/>
        </p:nvSpPr>
        <p:spPr>
          <a:xfrm>
            <a:off x="760609" y="751541"/>
            <a:ext cx="10551777" cy="253916"/>
          </a:xfrm>
          <a:prstGeom prst="rect">
            <a:avLst/>
          </a:prstGeom>
          <a:noFill/>
        </p:spPr>
        <p:txBody>
          <a:bodyPr wrap="square" rtlCol="0">
            <a:spAutoFit/>
          </a:bodyPr>
          <a:lstStyle/>
          <a:p>
            <a:r>
              <a:rPr lang="en-GB" sz="1050" b="1" dirty="0"/>
              <a:t>Financial impact of dynamic pricing across SMB and Consumer over the last four quarters, using current run-rate volumes as the base.</a:t>
            </a:r>
            <a:endParaRPr lang="en-GB" sz="1050" b="1" dirty="0">
              <a:latin typeface="Arial" pitchFamily="34" charset="0"/>
              <a:cs typeface="Arial" pitchFamily="34" charset="0"/>
            </a:endParaRPr>
          </a:p>
        </p:txBody>
      </p:sp>
    </p:spTree>
    <p:extLst>
      <p:ext uri="{BB962C8B-B14F-4D97-AF65-F5344CB8AC3E}">
        <p14:creationId xmlns:p14="http://schemas.microsoft.com/office/powerpoint/2010/main" val="3107786960"/>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DA55F8-C884-9A0C-2BC1-3C964309B95F}"/>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24709879-B5CC-25D0-606D-4E8DB36310B8}"/>
              </a:ext>
            </a:extLst>
          </p:cNvPr>
          <p:cNvGraphicFramePr>
            <a:graphicFrameLocks noChangeAspect="1"/>
          </p:cNvGraphicFramePr>
          <p:nvPr>
            <p:custDataLst>
              <p:tags r:id="rId1"/>
            </p:custDataLst>
            <p:extLst>
              <p:ext uri="{D42A27DB-BD31-4B8C-83A1-F6EECF244321}">
                <p14:modId xmlns:p14="http://schemas.microsoft.com/office/powerpoint/2010/main" val="3809297748"/>
              </p:ext>
            </p:extLst>
          </p:nvPr>
        </p:nvGraphicFramePr>
        <p:xfrm>
          <a:off x="3176" y="1588"/>
          <a:ext cx="1588" cy="1588"/>
        </p:xfrm>
        <a:graphic>
          <a:graphicData uri="http://schemas.openxmlformats.org/presentationml/2006/ole">
            <mc:AlternateContent xmlns:mc="http://schemas.openxmlformats.org/markup-compatibility/2006">
              <mc:Choice xmlns:v="urn:schemas-microsoft-com:vml" Requires="v">
                <p:oleObj name="think-cell Slide" r:id="rId4" imgW="350" imgH="350" progId="TCLayout.ActiveDocument.1">
                  <p:embed/>
                </p:oleObj>
              </mc:Choice>
              <mc:Fallback>
                <p:oleObj name="think-cell Slide" r:id="rId4" imgW="350" imgH="350" progId="TCLayout.ActiveDocument.1">
                  <p:embed/>
                  <p:pic>
                    <p:nvPicPr>
                      <p:cNvPr id="5" name="think-cell data - do not delete" hidden="1">
                        <a:extLst>
                          <a:ext uri="{FF2B5EF4-FFF2-40B4-BE49-F238E27FC236}">
                            <a16:creationId xmlns:a16="http://schemas.microsoft.com/office/drawing/2014/main" id="{24709879-B5CC-25D0-606D-4E8DB36310B8}"/>
                          </a:ext>
                        </a:extLst>
                      </p:cNvPr>
                      <p:cNvPicPr/>
                      <p:nvPr/>
                    </p:nvPicPr>
                    <p:blipFill>
                      <a:blip r:embed="rId5"/>
                      <a:stretch>
                        <a:fillRect/>
                      </a:stretch>
                    </p:blipFill>
                    <p:spPr>
                      <a:xfrm>
                        <a:off x="3176"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C2936382-BBF2-D73A-DFF0-D61624DE2DB6}"/>
              </a:ext>
            </a:extLst>
          </p:cNvPr>
          <p:cNvSpPr>
            <a:spLocks noGrp="1"/>
          </p:cNvSpPr>
          <p:nvPr>
            <p:ph type="title"/>
          </p:nvPr>
        </p:nvSpPr>
        <p:spPr/>
        <p:txBody>
          <a:bodyPr vert="horz"/>
          <a:lstStyle/>
          <a:p>
            <a:r>
              <a:rPr lang="en-GB"/>
              <a:t>Auto-Calibration Logic</a:t>
            </a:r>
          </a:p>
        </p:txBody>
      </p:sp>
      <p:sp>
        <p:nvSpPr>
          <p:cNvPr id="10" name="TextBox 9">
            <a:extLst>
              <a:ext uri="{FF2B5EF4-FFF2-40B4-BE49-F238E27FC236}">
                <a16:creationId xmlns:a16="http://schemas.microsoft.com/office/drawing/2014/main" id="{A4F63EF0-2063-222A-5831-91B1CC4223FC}"/>
              </a:ext>
            </a:extLst>
          </p:cNvPr>
          <p:cNvSpPr txBox="1"/>
          <p:nvPr/>
        </p:nvSpPr>
        <p:spPr>
          <a:xfrm>
            <a:off x="724729" y="1152493"/>
            <a:ext cx="10742542" cy="5601533"/>
          </a:xfrm>
          <a:prstGeom prst="rect">
            <a:avLst/>
          </a:prstGeom>
          <a:noFill/>
        </p:spPr>
        <p:txBody>
          <a:bodyPr wrap="square">
            <a:spAutoFit/>
          </a:bodyPr>
          <a:lstStyle/>
          <a:p>
            <a:r>
              <a:rPr lang="en-GB" sz="2000" b="1"/>
              <a:t>Quarterly Process</a:t>
            </a:r>
          </a:p>
          <a:p>
            <a:pPr marL="342900" indent="-342900">
              <a:buFont typeface="Arial" panose="020B0604020202020204" pitchFamily="34" charset="0"/>
              <a:buChar char="•"/>
            </a:pPr>
            <a:r>
              <a:rPr lang="en-GB" sz="2000"/>
              <a:t>Pull latest HW AUR distribution by sub-series</a:t>
            </a:r>
          </a:p>
          <a:p>
            <a:pPr marL="342900" indent="-342900">
              <a:buFont typeface="Arial" panose="020B0604020202020204" pitchFamily="34" charset="0"/>
              <a:buChar char="•"/>
            </a:pPr>
            <a:r>
              <a:rPr lang="en-GB" sz="2000"/>
              <a:t>Re-bucket into Bands A to H</a:t>
            </a:r>
          </a:p>
          <a:p>
            <a:pPr marL="342900" indent="-342900">
              <a:buFont typeface="Arial" panose="020B0604020202020204" pitchFamily="34" charset="0"/>
              <a:buChar char="•"/>
            </a:pPr>
            <a:r>
              <a:rPr lang="en-GB" sz="2000"/>
              <a:t>Update 3Y anchor values based on band medians</a:t>
            </a:r>
          </a:p>
          <a:p>
            <a:pPr marL="342900" indent="-342900">
              <a:buFont typeface="Arial" panose="020B0604020202020204" pitchFamily="34" charset="0"/>
              <a:buChar char="•"/>
            </a:pPr>
            <a:r>
              <a:rPr lang="en-GB" sz="2000"/>
              <a:t>Apply log term curve to re-generate all SKUs</a:t>
            </a:r>
          </a:p>
          <a:p>
            <a:endParaRPr lang="en-GB" sz="2000"/>
          </a:p>
          <a:p>
            <a:r>
              <a:rPr lang="en-GB" sz="2000" b="1"/>
              <a:t>Governance (if needed)</a:t>
            </a:r>
          </a:p>
          <a:p>
            <a:pPr marL="342900" indent="-342900">
              <a:buFont typeface="Arial" panose="020B0604020202020204" pitchFamily="34" charset="0"/>
              <a:buChar char="•"/>
            </a:pPr>
            <a:r>
              <a:rPr lang="en-GB" sz="2000"/>
              <a:t>Floor = 8* % of HW AUR (PS 1Y)</a:t>
            </a:r>
          </a:p>
          <a:p>
            <a:pPr marL="342900" indent="-342900">
              <a:buFont typeface="Arial" panose="020B0604020202020204" pitchFamily="34" charset="0"/>
              <a:buChar char="•"/>
            </a:pPr>
            <a:r>
              <a:rPr lang="en-GB" sz="2000"/>
              <a:t>Cap = 22* % of HW AUR (PSP 5Y)</a:t>
            </a:r>
          </a:p>
          <a:p>
            <a:pPr marL="342900" indent="-342900">
              <a:buFont typeface="Arial" panose="020B0604020202020204" pitchFamily="34" charset="0"/>
              <a:buChar char="•"/>
            </a:pPr>
            <a:r>
              <a:rPr lang="en-GB" sz="2000"/>
              <a:t>Finance review each </a:t>
            </a:r>
            <a:r>
              <a:rPr lang="en-GB" sz="2000" err="1"/>
              <a:t>qtr</a:t>
            </a:r>
            <a:r>
              <a:rPr lang="en-GB" sz="2000"/>
              <a:t> to validate margin</a:t>
            </a:r>
          </a:p>
          <a:p>
            <a:endParaRPr lang="en-GB" sz="2000"/>
          </a:p>
          <a:p>
            <a:r>
              <a:rPr lang="en-GB" sz="2000" b="1"/>
              <a:t>Add AI tuning (optional but very good to have)</a:t>
            </a:r>
          </a:p>
          <a:p>
            <a:pPr marL="342900" indent="-342900">
              <a:buFont typeface="Arial" panose="020B0604020202020204" pitchFamily="34" charset="0"/>
              <a:buChar char="•"/>
            </a:pPr>
            <a:r>
              <a:rPr lang="en-GB" sz="2000"/>
              <a:t>Auto feed attach data back into the model</a:t>
            </a:r>
          </a:p>
          <a:p>
            <a:pPr marL="342900" indent="-342900">
              <a:buFont typeface="Arial" panose="020B0604020202020204" pitchFamily="34" charset="0"/>
              <a:buChar char="•"/>
            </a:pPr>
            <a:r>
              <a:rPr lang="en-GB" sz="2000"/>
              <a:t>If attach rate in Band D drops &gt; 2 pts QoQ, lower the band’s service coefficient by 5%</a:t>
            </a:r>
          </a:p>
          <a:p>
            <a:pPr marL="342900" indent="-342900">
              <a:buFont typeface="Arial" panose="020B0604020202020204" pitchFamily="34" charset="0"/>
              <a:buChar char="•"/>
            </a:pPr>
            <a:r>
              <a:rPr lang="en-GB" sz="2000"/>
              <a:t>If Band A attach surges, nudge price upward</a:t>
            </a:r>
          </a:p>
          <a:p>
            <a:pPr marL="342900" indent="-342900">
              <a:buFont typeface="Arial" panose="020B0604020202020204" pitchFamily="34" charset="0"/>
              <a:buChar char="•"/>
            </a:pPr>
            <a:endParaRPr lang="en-GB" sz="2000"/>
          </a:p>
          <a:p>
            <a:pPr marL="342900" indent="-342900">
              <a:buFont typeface="Arial" panose="020B0604020202020204" pitchFamily="34" charset="0"/>
              <a:buChar char="•"/>
            </a:pPr>
            <a:endParaRPr lang="en-GB" sz="2000"/>
          </a:p>
          <a:p>
            <a:r>
              <a:rPr lang="en-GB" b="1" i="1"/>
              <a:t>* The percentage values are indicative and can change</a:t>
            </a:r>
            <a:endParaRPr lang="en-GB" sz="1400" b="1" i="1"/>
          </a:p>
        </p:txBody>
      </p:sp>
    </p:spTree>
    <p:extLst>
      <p:ext uri="{BB962C8B-B14F-4D97-AF65-F5344CB8AC3E}">
        <p14:creationId xmlns:p14="http://schemas.microsoft.com/office/powerpoint/2010/main" val="3362803826"/>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ABA1D2-6A5A-E93A-D4B4-49E79E6EF5B3}"/>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3F6BA0EF-8B14-0B41-5D10-F0DCF7B7F99F}"/>
              </a:ext>
            </a:extLst>
          </p:cNvPr>
          <p:cNvGraphicFramePr>
            <a:graphicFrameLocks noChangeAspect="1"/>
          </p:cNvGraphicFramePr>
          <p:nvPr>
            <p:custDataLst>
              <p:tags r:id="rId1"/>
            </p:custDataLst>
            <p:extLst>
              <p:ext uri="{D42A27DB-BD31-4B8C-83A1-F6EECF244321}">
                <p14:modId xmlns:p14="http://schemas.microsoft.com/office/powerpoint/2010/main" val="1663249980"/>
              </p:ext>
            </p:extLst>
          </p:nvPr>
        </p:nvGraphicFramePr>
        <p:xfrm>
          <a:off x="3176" y="1588"/>
          <a:ext cx="1588" cy="1588"/>
        </p:xfrm>
        <a:graphic>
          <a:graphicData uri="http://schemas.openxmlformats.org/presentationml/2006/ole">
            <mc:AlternateContent xmlns:mc="http://schemas.openxmlformats.org/markup-compatibility/2006">
              <mc:Choice xmlns:v="urn:schemas-microsoft-com:vml" Requires="v">
                <p:oleObj name="think-cell Slide" r:id="rId5" imgW="350" imgH="350" progId="TCLayout.ActiveDocument.1">
                  <p:embed/>
                </p:oleObj>
              </mc:Choice>
              <mc:Fallback>
                <p:oleObj name="think-cell Slide" r:id="rId5" imgW="350" imgH="350" progId="TCLayout.ActiveDocument.1">
                  <p:embed/>
                  <p:pic>
                    <p:nvPicPr>
                      <p:cNvPr id="5" name="think-cell data - do not delete" hidden="1">
                        <a:extLst>
                          <a:ext uri="{FF2B5EF4-FFF2-40B4-BE49-F238E27FC236}">
                            <a16:creationId xmlns:a16="http://schemas.microsoft.com/office/drawing/2014/main" id="{3F6BA0EF-8B14-0B41-5D10-F0DCF7B7F99F}"/>
                          </a:ext>
                        </a:extLst>
                      </p:cNvPr>
                      <p:cNvPicPr/>
                      <p:nvPr/>
                    </p:nvPicPr>
                    <p:blipFill>
                      <a:blip r:embed="rId6"/>
                      <a:stretch>
                        <a:fillRect/>
                      </a:stretch>
                    </p:blipFill>
                    <p:spPr>
                      <a:xfrm>
                        <a:off x="3176"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1ED85645-8289-8466-11B5-FBCEBD5A38AE}"/>
              </a:ext>
            </a:extLst>
          </p:cNvPr>
          <p:cNvSpPr>
            <a:spLocks noGrp="1"/>
          </p:cNvSpPr>
          <p:nvPr>
            <p:ph type="title"/>
          </p:nvPr>
        </p:nvSpPr>
        <p:spPr/>
        <p:txBody>
          <a:bodyPr vert="horz"/>
          <a:lstStyle/>
          <a:p>
            <a:r>
              <a:rPr lang="en-GB"/>
              <a:t>Potential Issues</a:t>
            </a:r>
          </a:p>
        </p:txBody>
      </p:sp>
      <p:sp>
        <p:nvSpPr>
          <p:cNvPr id="10" name="TextBox 9">
            <a:extLst>
              <a:ext uri="{FF2B5EF4-FFF2-40B4-BE49-F238E27FC236}">
                <a16:creationId xmlns:a16="http://schemas.microsoft.com/office/drawing/2014/main" id="{56EF04C2-7EB5-FFB9-2145-870E79C832E0}"/>
              </a:ext>
            </a:extLst>
          </p:cNvPr>
          <p:cNvSpPr txBox="1"/>
          <p:nvPr/>
        </p:nvSpPr>
        <p:spPr>
          <a:xfrm>
            <a:off x="724729" y="1152493"/>
            <a:ext cx="8436443" cy="2154436"/>
          </a:xfrm>
          <a:prstGeom prst="rect">
            <a:avLst/>
          </a:prstGeom>
          <a:noFill/>
        </p:spPr>
        <p:txBody>
          <a:bodyPr wrap="square">
            <a:spAutoFit/>
          </a:bodyPr>
          <a:lstStyle/>
          <a:p>
            <a:pPr marL="342900" indent="-342900">
              <a:buFontTx/>
              <a:buChar char="-"/>
            </a:pPr>
            <a:r>
              <a:rPr lang="en-GB" sz="2000" dirty="0"/>
              <a:t>Reclass and the mechanism around it (both for PSD and ESS)</a:t>
            </a:r>
          </a:p>
          <a:p>
            <a:pPr marL="342900" indent="-342900">
              <a:buFontTx/>
              <a:buChar char="-"/>
            </a:pPr>
            <a:endParaRPr lang="en-GB" sz="2000" dirty="0"/>
          </a:p>
          <a:p>
            <a:pPr marL="342900" indent="-342900">
              <a:buFontTx/>
              <a:buChar char="-"/>
            </a:pPr>
            <a:r>
              <a:rPr lang="en-GB" sz="2000" dirty="0"/>
              <a:t>Instances where price may be lower than channel (rare but possible)</a:t>
            </a:r>
          </a:p>
          <a:p>
            <a:pPr marL="342900" indent="-342900">
              <a:buFontTx/>
              <a:buChar char="-"/>
            </a:pPr>
            <a:endParaRPr lang="en-GB" sz="2000" dirty="0"/>
          </a:p>
          <a:p>
            <a:pPr marL="342900" indent="-342900">
              <a:buFontTx/>
              <a:buChar char="-"/>
            </a:pPr>
            <a:r>
              <a:rPr lang="en-GB" sz="2000" dirty="0"/>
              <a:t>Introduction of floor and ceilings to make sure price erosion doesn’t happen (no hit on GP) </a:t>
            </a:r>
            <a:br>
              <a:rPr lang="en-GB" sz="2000" dirty="0"/>
            </a:br>
            <a:endParaRPr lang="en-GB" sz="1400" dirty="0"/>
          </a:p>
        </p:txBody>
      </p:sp>
    </p:spTree>
    <p:extLst>
      <p:ext uri="{BB962C8B-B14F-4D97-AF65-F5344CB8AC3E}">
        <p14:creationId xmlns:p14="http://schemas.microsoft.com/office/powerpoint/2010/main" val="2450835869"/>
      </p:ext>
    </p:extLst>
  </p:cSld>
  <p:clrMapOvr>
    <a:masterClrMapping/>
  </p:clrMapOvr>
  <p:transition spd="med"/>
  <p:extLst>
    <p:ext uri="{6950BFC3-D8DA-4A85-94F7-54DA5524770B}">
      <p188:commentRel xmlns:p188="http://schemas.microsoft.com/office/powerpoint/2018/8/main" r:id="rId4"/>
    </p:ext>
  </p:extLs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0351DF70-0E2B-ED11-8DC9-7CAD93FE6A64}"/>
              </a:ext>
            </a:extLst>
          </p:cNvPr>
          <p:cNvGraphicFramePr>
            <a:graphicFrameLocks noChangeAspect="1"/>
          </p:cNvGraphicFramePr>
          <p:nvPr>
            <p:custDataLst>
              <p:tags r:id="rId1"/>
            </p:custDataLst>
            <p:extLst>
              <p:ext uri="{D42A27DB-BD31-4B8C-83A1-F6EECF244321}">
                <p14:modId xmlns:p14="http://schemas.microsoft.com/office/powerpoint/2010/main" val="206735473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0" imgH="350" progId="TCLayout.ActiveDocument.1">
                  <p:embed/>
                </p:oleObj>
              </mc:Choice>
              <mc:Fallback>
                <p:oleObj name="think-cell Slide" r:id="rId3" imgW="350" imgH="350" progId="TCLayout.ActiveDocument.1">
                  <p:embed/>
                  <p:pic>
                    <p:nvPicPr>
                      <p:cNvPr id="4" name="think-cell data - do not delete" hidden="1">
                        <a:extLst>
                          <a:ext uri="{FF2B5EF4-FFF2-40B4-BE49-F238E27FC236}">
                            <a16:creationId xmlns:a16="http://schemas.microsoft.com/office/drawing/2014/main" id="{0351DF70-0E2B-ED11-8DC9-7CAD93FE6A6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Slide Number Placeholder 2">
            <a:extLst>
              <a:ext uri="{FF2B5EF4-FFF2-40B4-BE49-F238E27FC236}">
                <a16:creationId xmlns:a16="http://schemas.microsoft.com/office/drawing/2014/main" id="{85E48FF3-30C6-488D-C315-7ADE464811D0}"/>
              </a:ext>
            </a:extLst>
          </p:cNvPr>
          <p:cNvSpPr>
            <a:spLocks noGrp="1"/>
          </p:cNvSpPr>
          <p:nvPr>
            <p:ph type="sldNum" sz="quarter" idx="4294967295"/>
          </p:nvPr>
        </p:nvSpPr>
        <p:spPr>
          <a:xfrm>
            <a:off x="11753850" y="6400800"/>
            <a:ext cx="438150" cy="155575"/>
          </a:xfrm>
        </p:spPr>
        <p:txBody>
          <a:bodyPr/>
          <a:lstStyle/>
          <a:p>
            <a:fld id="{6D22F896-40B5-4ADD-8801-0D06FADFA095}" type="slidenum">
              <a:rPr lang="en-US" smtClean="0"/>
              <a:pPr/>
              <a:t>20</a:t>
            </a:fld>
            <a:endParaRPr lang="en-US"/>
          </a:p>
        </p:txBody>
      </p:sp>
    </p:spTree>
    <p:extLst>
      <p:ext uri="{BB962C8B-B14F-4D97-AF65-F5344CB8AC3E}">
        <p14:creationId xmlns:p14="http://schemas.microsoft.com/office/powerpoint/2010/main" val="895610852"/>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CEC243-A4D0-4C19-6764-81E3CF8FF762}"/>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1AA97854-8CE7-35E7-CD79-F9FF76C672EC}"/>
              </a:ext>
            </a:extLst>
          </p:cNvPr>
          <p:cNvGraphicFramePr>
            <a:graphicFrameLocks noChangeAspect="1"/>
          </p:cNvGraphicFramePr>
          <p:nvPr>
            <p:custDataLst>
              <p:tags r:id="rId1"/>
            </p:custDataLst>
          </p:nvPr>
        </p:nvGraphicFramePr>
        <p:xfrm>
          <a:off x="3176" y="1588"/>
          <a:ext cx="1588" cy="1588"/>
        </p:xfrm>
        <a:graphic>
          <a:graphicData uri="http://schemas.openxmlformats.org/presentationml/2006/ole">
            <mc:AlternateContent xmlns:mc="http://schemas.openxmlformats.org/markup-compatibility/2006">
              <mc:Choice xmlns:v="urn:schemas-microsoft-com:vml" Requires="v">
                <p:oleObj name="think-cell Slide" r:id="rId4" imgW="350" imgH="350" progId="TCLayout.ActiveDocument.1">
                  <p:embed/>
                </p:oleObj>
              </mc:Choice>
              <mc:Fallback>
                <p:oleObj name="think-cell Slide" r:id="rId4" imgW="350" imgH="350" progId="TCLayout.ActiveDocument.1">
                  <p:embed/>
                  <p:pic>
                    <p:nvPicPr>
                      <p:cNvPr id="5" name="think-cell data - do not delete" hidden="1">
                        <a:extLst>
                          <a:ext uri="{FF2B5EF4-FFF2-40B4-BE49-F238E27FC236}">
                            <a16:creationId xmlns:a16="http://schemas.microsoft.com/office/drawing/2014/main" id="{1AA97854-8CE7-35E7-CD79-F9FF76C672EC}"/>
                          </a:ext>
                        </a:extLst>
                      </p:cNvPr>
                      <p:cNvPicPr/>
                      <p:nvPr/>
                    </p:nvPicPr>
                    <p:blipFill>
                      <a:blip r:embed="rId5"/>
                      <a:stretch>
                        <a:fillRect/>
                      </a:stretch>
                    </p:blipFill>
                    <p:spPr>
                      <a:xfrm>
                        <a:off x="3176"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CB0BDCA0-3B99-341C-21E7-4AB6EC07ECBA}"/>
              </a:ext>
            </a:extLst>
          </p:cNvPr>
          <p:cNvSpPr>
            <a:spLocks noGrp="1"/>
          </p:cNvSpPr>
          <p:nvPr>
            <p:ph type="title"/>
          </p:nvPr>
        </p:nvSpPr>
        <p:spPr/>
        <p:txBody>
          <a:bodyPr vert="horz"/>
          <a:lstStyle/>
          <a:p>
            <a:r>
              <a:rPr lang="en-GB"/>
              <a:t>Behavioural Willingness to Pay</a:t>
            </a:r>
          </a:p>
        </p:txBody>
      </p:sp>
      <p:sp>
        <p:nvSpPr>
          <p:cNvPr id="7" name="TextBox 6">
            <a:extLst>
              <a:ext uri="{FF2B5EF4-FFF2-40B4-BE49-F238E27FC236}">
                <a16:creationId xmlns:a16="http://schemas.microsoft.com/office/drawing/2014/main" id="{6EFE53AC-1A36-9ADA-3EE0-990CAAF82FF1}"/>
              </a:ext>
            </a:extLst>
          </p:cNvPr>
          <p:cNvSpPr txBox="1"/>
          <p:nvPr/>
        </p:nvSpPr>
        <p:spPr>
          <a:xfrm>
            <a:off x="760610" y="964798"/>
            <a:ext cx="10120749" cy="369332"/>
          </a:xfrm>
          <a:prstGeom prst="rect">
            <a:avLst/>
          </a:prstGeom>
          <a:noFill/>
        </p:spPr>
        <p:txBody>
          <a:bodyPr wrap="square">
            <a:spAutoFit/>
          </a:bodyPr>
          <a:lstStyle/>
          <a:p>
            <a:r>
              <a:rPr lang="en-GB" b="1"/>
              <a:t>What is </a:t>
            </a:r>
            <a:r>
              <a:rPr lang="en-GB" b="1" i="1"/>
              <a:t>Term Factor = 0.55 x ln(Term in Years) + 0.65 </a:t>
            </a:r>
          </a:p>
        </p:txBody>
      </p:sp>
      <p:graphicFrame>
        <p:nvGraphicFramePr>
          <p:cNvPr id="2" name="Diagram 1">
            <a:extLst>
              <a:ext uri="{FF2B5EF4-FFF2-40B4-BE49-F238E27FC236}">
                <a16:creationId xmlns:a16="http://schemas.microsoft.com/office/drawing/2014/main" id="{7EC7303F-54DF-D8F9-C6B8-DF58BA9E7C7C}"/>
              </a:ext>
            </a:extLst>
          </p:cNvPr>
          <p:cNvGraphicFramePr/>
          <p:nvPr>
            <p:extLst>
              <p:ext uri="{D42A27DB-BD31-4B8C-83A1-F6EECF244321}">
                <p14:modId xmlns:p14="http://schemas.microsoft.com/office/powerpoint/2010/main" val="542946756"/>
              </p:ext>
            </p:extLst>
          </p:nvPr>
        </p:nvGraphicFramePr>
        <p:xfrm>
          <a:off x="2032000" y="1572016"/>
          <a:ext cx="7193419" cy="4566317"/>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extLst>
      <p:ext uri="{BB962C8B-B14F-4D97-AF65-F5344CB8AC3E}">
        <p14:creationId xmlns:p14="http://schemas.microsoft.com/office/powerpoint/2010/main" val="4071556390"/>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354633-34CC-AFEE-95F9-EDDA6EC0605F}"/>
              </a:ext>
            </a:extLst>
          </p:cNvPr>
          <p:cNvSpPr>
            <a:spLocks noGrp="1"/>
          </p:cNvSpPr>
          <p:nvPr>
            <p:ph type="title"/>
          </p:nvPr>
        </p:nvSpPr>
        <p:spPr/>
        <p:txBody>
          <a:bodyPr/>
          <a:lstStyle/>
          <a:p>
            <a:endParaRPr lang="en-GB"/>
          </a:p>
        </p:txBody>
      </p:sp>
      <p:sp>
        <p:nvSpPr>
          <p:cNvPr id="3" name="Slide Number Placeholder 2">
            <a:extLst>
              <a:ext uri="{FF2B5EF4-FFF2-40B4-BE49-F238E27FC236}">
                <a16:creationId xmlns:a16="http://schemas.microsoft.com/office/drawing/2014/main" id="{E00F00B2-FF16-4494-EB80-65938048484C}"/>
              </a:ext>
            </a:extLst>
          </p:cNvPr>
          <p:cNvSpPr>
            <a:spLocks noGrp="1"/>
          </p:cNvSpPr>
          <p:nvPr>
            <p:ph type="sldNum" sz="quarter" idx="10"/>
          </p:nvPr>
        </p:nvSpPr>
        <p:spPr/>
        <p:txBody>
          <a:bodyPr/>
          <a:lstStyle/>
          <a:p>
            <a:fld id="{6D22F896-40B5-4ADD-8801-0D06FADFA095}" type="slidenum">
              <a:rPr lang="en-US" smtClean="0"/>
              <a:pPr/>
              <a:t>22</a:t>
            </a:fld>
            <a:endParaRPr lang="en-US"/>
          </a:p>
        </p:txBody>
      </p:sp>
      <p:sp>
        <p:nvSpPr>
          <p:cNvPr id="5" name="TextBox 4">
            <a:extLst>
              <a:ext uri="{FF2B5EF4-FFF2-40B4-BE49-F238E27FC236}">
                <a16:creationId xmlns:a16="http://schemas.microsoft.com/office/drawing/2014/main" id="{0BD4D9C9-CDBD-446D-A90C-7622A2C9F9BF}"/>
              </a:ext>
            </a:extLst>
          </p:cNvPr>
          <p:cNvSpPr txBox="1"/>
          <p:nvPr/>
        </p:nvSpPr>
        <p:spPr>
          <a:xfrm>
            <a:off x="1287117" y="1863587"/>
            <a:ext cx="2710999" cy="923330"/>
          </a:xfrm>
          <a:prstGeom prst="rect">
            <a:avLst/>
          </a:prstGeom>
          <a:noFill/>
        </p:spPr>
        <p:txBody>
          <a:bodyPr wrap="none" rtlCol="0">
            <a:spAutoFit/>
          </a:bodyPr>
          <a:lstStyle/>
          <a:p>
            <a:pPr algn="l"/>
            <a:r>
              <a:rPr lang="en-GB" sz="1800">
                <a:latin typeface="Arial" pitchFamily="34" charset="0"/>
                <a:cs typeface="Arial" pitchFamily="34" charset="0"/>
              </a:rPr>
              <a:t>PFV Analysis</a:t>
            </a:r>
          </a:p>
          <a:p>
            <a:pPr algn="l"/>
            <a:r>
              <a:rPr lang="en-GB">
                <a:latin typeface="Arial" pitchFamily="34" charset="0"/>
                <a:cs typeface="Arial" pitchFamily="34" charset="0"/>
              </a:rPr>
              <a:t>Cost – out of the window</a:t>
            </a:r>
          </a:p>
          <a:p>
            <a:pPr algn="l"/>
            <a:r>
              <a:rPr lang="en-GB" sz="1800">
                <a:latin typeface="Arial" pitchFamily="34" charset="0"/>
                <a:cs typeface="Arial" pitchFamily="34" charset="0"/>
              </a:rPr>
              <a:t>Channel </a:t>
            </a:r>
            <a:r>
              <a:rPr lang="en-GB">
                <a:latin typeface="Arial" pitchFamily="34" charset="0"/>
                <a:cs typeface="Arial" pitchFamily="34" charset="0"/>
              </a:rPr>
              <a:t>vs Web</a:t>
            </a:r>
            <a:endParaRPr lang="en-GB" sz="1800">
              <a:latin typeface="Arial" pitchFamily="34" charset="0"/>
              <a:cs typeface="Arial" pitchFamily="34" charset="0"/>
            </a:endParaRPr>
          </a:p>
        </p:txBody>
      </p:sp>
    </p:spTree>
    <p:extLst>
      <p:ext uri="{BB962C8B-B14F-4D97-AF65-F5344CB8AC3E}">
        <p14:creationId xmlns:p14="http://schemas.microsoft.com/office/powerpoint/2010/main" val="3614046365"/>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A1BC6310-A2DB-A5B1-0BE8-2920196AE71D}"/>
              </a:ext>
            </a:extLst>
          </p:cNvPr>
          <p:cNvSpPr txBox="1"/>
          <p:nvPr/>
        </p:nvSpPr>
        <p:spPr>
          <a:xfrm>
            <a:off x="3945459" y="1820830"/>
            <a:ext cx="4165969" cy="3308598"/>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pPr algn="ctr"/>
            <a:r>
              <a:rPr lang="en-US" sz="1100" b="1">
                <a:latin typeface="Arial" pitchFamily="34" charset="0"/>
                <a:cs typeface="Arial" pitchFamily="34" charset="0"/>
              </a:rPr>
              <a:t>REDPORT Pricing Engine</a:t>
            </a:r>
          </a:p>
          <a:p>
            <a:pPr algn="ctr"/>
            <a:endParaRPr lang="en-US" sz="1100" b="1">
              <a:latin typeface="Arial" pitchFamily="34" charset="0"/>
              <a:cs typeface="Arial" pitchFamily="34" charset="0"/>
            </a:endParaRPr>
          </a:p>
          <a:p>
            <a:pPr algn="ctr"/>
            <a:endParaRPr lang="en-US" sz="1100" b="1">
              <a:latin typeface="Arial" pitchFamily="34" charset="0"/>
              <a:cs typeface="Arial" pitchFamily="34" charset="0"/>
            </a:endParaRPr>
          </a:p>
          <a:p>
            <a:pPr algn="ctr"/>
            <a:endParaRPr lang="en-US" sz="1100" b="1">
              <a:latin typeface="Arial" pitchFamily="34" charset="0"/>
              <a:cs typeface="Arial" pitchFamily="34" charset="0"/>
            </a:endParaRPr>
          </a:p>
          <a:p>
            <a:pPr algn="ctr"/>
            <a:endParaRPr lang="en-US" sz="1100" b="1">
              <a:latin typeface="Arial" pitchFamily="34" charset="0"/>
              <a:cs typeface="Arial" pitchFamily="34" charset="0"/>
            </a:endParaRPr>
          </a:p>
          <a:p>
            <a:pPr algn="ctr"/>
            <a:endParaRPr lang="en-US" sz="1100" b="1">
              <a:latin typeface="Arial" pitchFamily="34" charset="0"/>
              <a:cs typeface="Arial" pitchFamily="34" charset="0"/>
            </a:endParaRPr>
          </a:p>
          <a:p>
            <a:pPr algn="ctr"/>
            <a:endParaRPr lang="en-US" sz="1100" b="1">
              <a:latin typeface="Arial" pitchFamily="34" charset="0"/>
              <a:cs typeface="Arial" pitchFamily="34" charset="0"/>
            </a:endParaRPr>
          </a:p>
          <a:p>
            <a:pPr algn="ctr"/>
            <a:endParaRPr lang="en-US" sz="1100" b="1">
              <a:latin typeface="Arial" pitchFamily="34" charset="0"/>
              <a:cs typeface="Arial" pitchFamily="34" charset="0"/>
            </a:endParaRPr>
          </a:p>
          <a:p>
            <a:pPr algn="ctr"/>
            <a:endParaRPr lang="en-US" sz="1100" b="1">
              <a:latin typeface="Arial" pitchFamily="34" charset="0"/>
              <a:cs typeface="Arial" pitchFamily="34" charset="0"/>
            </a:endParaRPr>
          </a:p>
          <a:p>
            <a:pPr algn="ctr"/>
            <a:endParaRPr lang="en-US" sz="1100" b="1">
              <a:latin typeface="Arial" pitchFamily="34" charset="0"/>
              <a:cs typeface="Arial" pitchFamily="34" charset="0"/>
            </a:endParaRPr>
          </a:p>
          <a:p>
            <a:pPr algn="ctr"/>
            <a:endParaRPr lang="en-US" sz="1100" b="1">
              <a:latin typeface="Arial" pitchFamily="34" charset="0"/>
              <a:cs typeface="Arial" pitchFamily="34" charset="0"/>
            </a:endParaRPr>
          </a:p>
          <a:p>
            <a:pPr algn="ctr"/>
            <a:endParaRPr lang="en-US" sz="1100" b="1">
              <a:latin typeface="Arial" pitchFamily="34" charset="0"/>
              <a:cs typeface="Arial" pitchFamily="34" charset="0"/>
            </a:endParaRPr>
          </a:p>
          <a:p>
            <a:pPr algn="ctr"/>
            <a:endParaRPr lang="en-US" sz="1100" b="1">
              <a:latin typeface="Arial" pitchFamily="34" charset="0"/>
              <a:cs typeface="Arial" pitchFamily="34" charset="0"/>
            </a:endParaRPr>
          </a:p>
          <a:p>
            <a:pPr algn="ctr"/>
            <a:endParaRPr lang="en-US" sz="1100" b="1">
              <a:latin typeface="Arial" pitchFamily="34" charset="0"/>
              <a:cs typeface="Arial" pitchFamily="34" charset="0"/>
            </a:endParaRPr>
          </a:p>
          <a:p>
            <a:pPr algn="ctr"/>
            <a:endParaRPr lang="en-US" sz="1100" b="1">
              <a:latin typeface="Arial" pitchFamily="34" charset="0"/>
              <a:cs typeface="Arial" pitchFamily="34" charset="0"/>
            </a:endParaRPr>
          </a:p>
          <a:p>
            <a:pPr algn="ctr"/>
            <a:endParaRPr lang="en-US" sz="1100" b="1">
              <a:latin typeface="Arial" pitchFamily="34" charset="0"/>
              <a:cs typeface="Arial" pitchFamily="34" charset="0"/>
            </a:endParaRPr>
          </a:p>
          <a:p>
            <a:pPr algn="ctr"/>
            <a:endParaRPr lang="en-US" sz="1100" b="1">
              <a:latin typeface="Arial" pitchFamily="34" charset="0"/>
              <a:cs typeface="Arial" pitchFamily="34" charset="0"/>
            </a:endParaRPr>
          </a:p>
          <a:p>
            <a:pPr algn="ctr"/>
            <a:endParaRPr lang="en-US" sz="1100" b="1">
              <a:latin typeface="Arial" pitchFamily="34" charset="0"/>
              <a:cs typeface="Arial" pitchFamily="34" charset="0"/>
            </a:endParaRPr>
          </a:p>
          <a:p>
            <a:pPr algn="ctr"/>
            <a:endParaRPr lang="en-US" sz="1100" b="1">
              <a:latin typeface="Arial" pitchFamily="34" charset="0"/>
              <a:cs typeface="Arial" pitchFamily="34" charset="0"/>
            </a:endParaRPr>
          </a:p>
        </p:txBody>
      </p:sp>
      <p:sp>
        <p:nvSpPr>
          <p:cNvPr id="2" name="Title 1">
            <a:extLst>
              <a:ext uri="{FF2B5EF4-FFF2-40B4-BE49-F238E27FC236}">
                <a16:creationId xmlns:a16="http://schemas.microsoft.com/office/drawing/2014/main" id="{1D1EDCEB-C20D-89BF-E835-92819F4D198B}"/>
              </a:ext>
            </a:extLst>
          </p:cNvPr>
          <p:cNvSpPr>
            <a:spLocks noGrp="1"/>
          </p:cNvSpPr>
          <p:nvPr>
            <p:ph type="title"/>
          </p:nvPr>
        </p:nvSpPr>
        <p:spPr/>
        <p:txBody>
          <a:bodyPr/>
          <a:lstStyle/>
          <a:p>
            <a:r>
              <a:rPr lang="en-US"/>
              <a:t>HLS - POS</a:t>
            </a:r>
          </a:p>
        </p:txBody>
      </p:sp>
      <p:sp>
        <p:nvSpPr>
          <p:cNvPr id="3" name="Slide Number Placeholder 2">
            <a:extLst>
              <a:ext uri="{FF2B5EF4-FFF2-40B4-BE49-F238E27FC236}">
                <a16:creationId xmlns:a16="http://schemas.microsoft.com/office/drawing/2014/main" id="{B9C0127D-410E-E9FE-743F-69830F2CD4AD}"/>
              </a:ext>
            </a:extLst>
          </p:cNvPr>
          <p:cNvSpPr>
            <a:spLocks noGrp="1"/>
          </p:cNvSpPr>
          <p:nvPr>
            <p:ph type="sldNum" sz="quarter" idx="10"/>
          </p:nvPr>
        </p:nvSpPr>
        <p:spPr/>
        <p:txBody>
          <a:bodyPr/>
          <a:lstStyle/>
          <a:p>
            <a:fld id="{6D22F896-40B5-4ADD-8801-0D06FADFA095}" type="slidenum">
              <a:rPr lang="en-US" smtClean="0"/>
              <a:pPr/>
              <a:t>23</a:t>
            </a:fld>
            <a:endParaRPr lang="en-US"/>
          </a:p>
        </p:txBody>
      </p:sp>
      <p:pic>
        <p:nvPicPr>
          <p:cNvPr id="5" name="Picture 4">
            <a:extLst>
              <a:ext uri="{FF2B5EF4-FFF2-40B4-BE49-F238E27FC236}">
                <a16:creationId xmlns:a16="http://schemas.microsoft.com/office/drawing/2014/main" id="{2C204C4B-517F-1ECD-54D3-6ECD61CBE076}"/>
              </a:ext>
            </a:extLst>
          </p:cNvPr>
          <p:cNvPicPr>
            <a:picLocks noChangeAspect="1"/>
          </p:cNvPicPr>
          <p:nvPr/>
        </p:nvPicPr>
        <p:blipFill>
          <a:blip r:embed="rId2"/>
          <a:srcRect b="79580"/>
          <a:stretch/>
        </p:blipFill>
        <p:spPr>
          <a:xfrm>
            <a:off x="176759" y="3224437"/>
            <a:ext cx="3094318" cy="501890"/>
          </a:xfrm>
          <a:prstGeom prst="rect">
            <a:avLst/>
          </a:prstGeom>
          <a:ln>
            <a:noFill/>
          </a:ln>
          <a:effectLst>
            <a:outerShdw blurRad="190500" algn="tl" rotWithShape="0">
              <a:srgbClr val="000000">
                <a:alpha val="70000"/>
              </a:srgbClr>
            </a:outerShdw>
          </a:effectLst>
        </p:spPr>
      </p:pic>
      <p:sp>
        <p:nvSpPr>
          <p:cNvPr id="6" name="TextBox 5">
            <a:extLst>
              <a:ext uri="{FF2B5EF4-FFF2-40B4-BE49-F238E27FC236}">
                <a16:creationId xmlns:a16="http://schemas.microsoft.com/office/drawing/2014/main" id="{EFA18E40-3CE9-3EAD-5A14-56948BC39C97}"/>
              </a:ext>
            </a:extLst>
          </p:cNvPr>
          <p:cNvSpPr txBox="1"/>
          <p:nvPr/>
        </p:nvSpPr>
        <p:spPr>
          <a:xfrm>
            <a:off x="4205099" y="1245404"/>
            <a:ext cx="3781802" cy="276999"/>
          </a:xfrm>
          <a:prstGeom prst="rect">
            <a:avLst/>
          </a:prstGeom>
          <a:noFill/>
        </p:spPr>
        <p:txBody>
          <a:bodyPr wrap="square" rtlCol="0">
            <a:spAutoFit/>
          </a:bodyPr>
          <a:lstStyle/>
          <a:p>
            <a:pPr algn="l"/>
            <a:r>
              <a:rPr lang="en-US" sz="1200">
                <a:latin typeface="Arial" pitchFamily="34" charset="0"/>
                <a:cs typeface="Arial" pitchFamily="34" charset="0"/>
              </a:rPr>
              <a:t>Price table &amp; PN lookup based on tier and price band</a:t>
            </a:r>
            <a:endParaRPr lang="en-US" sz="1800">
              <a:latin typeface="Arial" pitchFamily="34" charset="0"/>
              <a:cs typeface="Arial" pitchFamily="34" charset="0"/>
            </a:endParaRPr>
          </a:p>
        </p:txBody>
      </p:sp>
      <p:pic>
        <p:nvPicPr>
          <p:cNvPr id="7" name="Picture 6">
            <a:extLst>
              <a:ext uri="{FF2B5EF4-FFF2-40B4-BE49-F238E27FC236}">
                <a16:creationId xmlns:a16="http://schemas.microsoft.com/office/drawing/2014/main" id="{1CCB921E-1E8E-B626-FF6D-411F90EF3033}"/>
              </a:ext>
            </a:extLst>
          </p:cNvPr>
          <p:cNvPicPr>
            <a:picLocks noChangeAspect="1"/>
          </p:cNvPicPr>
          <p:nvPr/>
        </p:nvPicPr>
        <p:blipFill>
          <a:blip r:embed="rId2"/>
          <a:stretch>
            <a:fillRect/>
          </a:stretch>
        </p:blipFill>
        <p:spPr>
          <a:xfrm>
            <a:off x="8785810" y="2245793"/>
            <a:ext cx="3094318" cy="2457879"/>
          </a:xfrm>
          <a:prstGeom prst="rect">
            <a:avLst/>
          </a:prstGeom>
          <a:ln>
            <a:noFill/>
          </a:ln>
          <a:effectLst>
            <a:outerShdw blurRad="190500" algn="tl" rotWithShape="0">
              <a:srgbClr val="000000">
                <a:alpha val="70000"/>
              </a:srgbClr>
            </a:outerShdw>
          </a:effectLst>
        </p:spPr>
      </p:pic>
      <p:sp>
        <p:nvSpPr>
          <p:cNvPr id="8" name="TextBox 7">
            <a:extLst>
              <a:ext uri="{FF2B5EF4-FFF2-40B4-BE49-F238E27FC236}">
                <a16:creationId xmlns:a16="http://schemas.microsoft.com/office/drawing/2014/main" id="{F2C5DD82-8A66-6503-CBF9-8DB3409063AC}"/>
              </a:ext>
            </a:extLst>
          </p:cNvPr>
          <p:cNvSpPr txBox="1"/>
          <p:nvPr/>
        </p:nvSpPr>
        <p:spPr>
          <a:xfrm>
            <a:off x="176759" y="1245404"/>
            <a:ext cx="3469798" cy="276999"/>
          </a:xfrm>
          <a:prstGeom prst="rect">
            <a:avLst/>
          </a:prstGeom>
          <a:noFill/>
        </p:spPr>
        <p:txBody>
          <a:bodyPr wrap="square" rtlCol="0">
            <a:spAutoFit/>
          </a:bodyPr>
          <a:lstStyle/>
          <a:p>
            <a:pPr algn="ctr"/>
            <a:r>
              <a:rPr lang="en-US" sz="1200">
                <a:latin typeface="Arial" pitchFamily="34" charset="0"/>
                <a:cs typeface="Arial" pitchFamily="34" charset="0"/>
              </a:rPr>
              <a:t>POS: Customer Selects HW and proceeds to PB</a:t>
            </a:r>
          </a:p>
        </p:txBody>
      </p:sp>
      <p:graphicFrame>
        <p:nvGraphicFramePr>
          <p:cNvPr id="9" name="Table 8">
            <a:extLst>
              <a:ext uri="{FF2B5EF4-FFF2-40B4-BE49-F238E27FC236}">
                <a16:creationId xmlns:a16="http://schemas.microsoft.com/office/drawing/2014/main" id="{34C781C5-DA76-9019-9FEB-83E2C4E0EA22}"/>
              </a:ext>
            </a:extLst>
          </p:cNvPr>
          <p:cNvGraphicFramePr>
            <a:graphicFrameLocks noGrp="1"/>
          </p:cNvGraphicFramePr>
          <p:nvPr>
            <p:extLst>
              <p:ext uri="{D42A27DB-BD31-4B8C-83A1-F6EECF244321}">
                <p14:modId xmlns:p14="http://schemas.microsoft.com/office/powerpoint/2010/main" val="3710128736"/>
              </p:ext>
            </p:extLst>
          </p:nvPr>
        </p:nvGraphicFramePr>
        <p:xfrm>
          <a:off x="5018504" y="2072705"/>
          <a:ext cx="1967598" cy="990600"/>
        </p:xfrm>
        <a:graphic>
          <a:graphicData uri="http://schemas.openxmlformats.org/drawingml/2006/table">
            <a:tbl>
              <a:tblPr firstRow="1" bandRow="1">
                <a:tableStyleId>{00A15C55-8517-42AA-B614-E9B94910E393}</a:tableStyleId>
              </a:tblPr>
              <a:tblGrid>
                <a:gridCol w="420030">
                  <a:extLst>
                    <a:ext uri="{9D8B030D-6E8A-4147-A177-3AD203B41FA5}">
                      <a16:colId xmlns:a16="http://schemas.microsoft.com/office/drawing/2014/main" val="107631796"/>
                    </a:ext>
                  </a:extLst>
                </a:gridCol>
                <a:gridCol w="810036">
                  <a:extLst>
                    <a:ext uri="{9D8B030D-6E8A-4147-A177-3AD203B41FA5}">
                      <a16:colId xmlns:a16="http://schemas.microsoft.com/office/drawing/2014/main" val="1310179223"/>
                    </a:ext>
                  </a:extLst>
                </a:gridCol>
                <a:gridCol w="737532">
                  <a:extLst>
                    <a:ext uri="{9D8B030D-6E8A-4147-A177-3AD203B41FA5}">
                      <a16:colId xmlns:a16="http://schemas.microsoft.com/office/drawing/2014/main" val="2092794824"/>
                    </a:ext>
                  </a:extLst>
                </a:gridCol>
              </a:tblGrid>
              <a:tr h="175274">
                <a:tc>
                  <a:txBody>
                    <a:bodyPr/>
                    <a:lstStyle/>
                    <a:p>
                      <a:pPr algn="ctr"/>
                      <a:r>
                        <a:rPr lang="en-GB" sz="700">
                          <a:latin typeface="+mj-lt"/>
                        </a:rPr>
                        <a:t>Band</a:t>
                      </a:r>
                    </a:p>
                  </a:txBody>
                  <a:tcPr anchor="ctr"/>
                </a:tc>
                <a:tc>
                  <a:txBody>
                    <a:bodyPr/>
                    <a:lstStyle/>
                    <a:p>
                      <a:pPr algn="ctr"/>
                      <a:r>
                        <a:rPr lang="en-GB" sz="700" err="1">
                          <a:latin typeface="+mj-lt"/>
                        </a:rPr>
                        <a:t>Avg</a:t>
                      </a:r>
                      <a:r>
                        <a:rPr lang="en-GB" sz="700">
                          <a:latin typeface="+mj-lt"/>
                        </a:rPr>
                        <a:t> HW AUR</a:t>
                      </a:r>
                    </a:p>
                  </a:txBody>
                  <a:tcPr anchor="ctr"/>
                </a:tc>
                <a:tc>
                  <a:txBody>
                    <a:bodyPr/>
                    <a:lstStyle/>
                    <a:p>
                      <a:pPr algn="ctr"/>
                      <a:r>
                        <a:rPr lang="en-GB" sz="700">
                          <a:latin typeface="+mj-lt"/>
                        </a:rPr>
                        <a:t>New 3Y PS</a:t>
                      </a:r>
                    </a:p>
                  </a:txBody>
                  <a:tcPr anchor="ctr"/>
                </a:tc>
                <a:extLst>
                  <a:ext uri="{0D108BD9-81ED-4DB2-BD59-A6C34878D82A}">
                    <a16:rowId xmlns:a16="http://schemas.microsoft.com/office/drawing/2014/main" val="4201269028"/>
                  </a:ext>
                </a:extLst>
              </a:tr>
              <a:tr h="175274">
                <a:tc>
                  <a:txBody>
                    <a:bodyPr/>
                    <a:lstStyle/>
                    <a:p>
                      <a:pPr algn="ctr"/>
                      <a:r>
                        <a:rPr lang="en-GB" sz="700">
                          <a:latin typeface="+mj-lt"/>
                        </a:rPr>
                        <a:t>C</a:t>
                      </a:r>
                    </a:p>
                  </a:txBody>
                  <a:tcPr anchor="ctr"/>
                </a:tc>
                <a:tc>
                  <a:txBody>
                    <a:bodyPr/>
                    <a:lstStyle/>
                    <a:p>
                      <a:pPr algn="ctr" fontAlgn="b">
                        <a:buNone/>
                      </a:pPr>
                      <a:r>
                        <a:rPr lang="en-GB" sz="700" b="0" i="0" u="none" strike="noStrike">
                          <a:solidFill>
                            <a:srgbClr val="000000"/>
                          </a:solidFill>
                          <a:effectLst/>
                          <a:latin typeface="+mj-lt"/>
                        </a:rPr>
                        <a:t>1008</a:t>
                      </a:r>
                    </a:p>
                  </a:txBody>
                  <a:tcPr marL="6350" marR="6350" marT="6350" marB="0" anchor="ctr"/>
                </a:tc>
                <a:tc>
                  <a:txBody>
                    <a:bodyPr/>
                    <a:lstStyle/>
                    <a:p>
                      <a:pPr algn="ctr"/>
                      <a:r>
                        <a:rPr lang="en-GB" sz="700">
                          <a:latin typeface="+mj-lt"/>
                        </a:rPr>
                        <a:t>$144</a:t>
                      </a:r>
                    </a:p>
                  </a:txBody>
                  <a:tcPr anchor="ctr"/>
                </a:tc>
                <a:extLst>
                  <a:ext uri="{0D108BD9-81ED-4DB2-BD59-A6C34878D82A}">
                    <a16:rowId xmlns:a16="http://schemas.microsoft.com/office/drawing/2014/main" val="1394349190"/>
                  </a:ext>
                </a:extLst>
              </a:tr>
              <a:tr h="175274">
                <a:tc>
                  <a:txBody>
                    <a:bodyPr/>
                    <a:lstStyle/>
                    <a:p>
                      <a:pPr algn="ctr"/>
                      <a:r>
                        <a:rPr lang="en-GB" sz="700">
                          <a:latin typeface="+mj-lt"/>
                        </a:rPr>
                        <a:t>D</a:t>
                      </a:r>
                    </a:p>
                  </a:txBody>
                  <a:tcPr anchor="ctr"/>
                </a:tc>
                <a:tc>
                  <a:txBody>
                    <a:bodyPr/>
                    <a:lstStyle/>
                    <a:p>
                      <a:pPr algn="ctr" fontAlgn="b">
                        <a:buNone/>
                      </a:pPr>
                      <a:r>
                        <a:rPr lang="en-GB" sz="700" b="0" i="0" u="none" strike="noStrike">
                          <a:solidFill>
                            <a:srgbClr val="000000"/>
                          </a:solidFill>
                          <a:effectLst/>
                          <a:latin typeface="+mj-lt"/>
                        </a:rPr>
                        <a:t>1534</a:t>
                      </a:r>
                    </a:p>
                  </a:txBody>
                  <a:tcPr marL="6350" marR="6350" marT="6350" marB="0" anchor="ctr"/>
                </a:tc>
                <a:tc>
                  <a:txBody>
                    <a:bodyPr/>
                    <a:lstStyle/>
                    <a:p>
                      <a:pPr algn="ctr"/>
                      <a:r>
                        <a:rPr lang="en-GB" sz="700">
                          <a:latin typeface="+mj-lt"/>
                        </a:rPr>
                        <a:t>$184</a:t>
                      </a:r>
                    </a:p>
                  </a:txBody>
                  <a:tcPr anchor="ctr"/>
                </a:tc>
                <a:extLst>
                  <a:ext uri="{0D108BD9-81ED-4DB2-BD59-A6C34878D82A}">
                    <a16:rowId xmlns:a16="http://schemas.microsoft.com/office/drawing/2014/main" val="2246029110"/>
                  </a:ext>
                </a:extLst>
              </a:tr>
              <a:tr h="175274">
                <a:tc>
                  <a:txBody>
                    <a:bodyPr/>
                    <a:lstStyle/>
                    <a:p>
                      <a:pPr algn="ctr"/>
                      <a:r>
                        <a:rPr lang="en-GB" sz="700">
                          <a:latin typeface="+mj-lt"/>
                        </a:rPr>
                        <a:t>E</a:t>
                      </a:r>
                    </a:p>
                  </a:txBody>
                  <a:tcPr anchor="ctr"/>
                </a:tc>
                <a:tc>
                  <a:txBody>
                    <a:bodyPr/>
                    <a:lstStyle/>
                    <a:p>
                      <a:pPr algn="ctr" fontAlgn="b">
                        <a:buNone/>
                      </a:pPr>
                      <a:r>
                        <a:rPr lang="en-GB" sz="700" b="0" i="0" u="none" strike="noStrike">
                          <a:solidFill>
                            <a:srgbClr val="000000"/>
                          </a:solidFill>
                          <a:effectLst/>
                          <a:latin typeface="+mj-lt"/>
                        </a:rPr>
                        <a:t>1865</a:t>
                      </a:r>
                    </a:p>
                  </a:txBody>
                  <a:tcPr marL="6350" marR="6350" marT="6350" marB="0" anchor="ctr"/>
                </a:tc>
                <a:tc>
                  <a:txBody>
                    <a:bodyPr/>
                    <a:lstStyle/>
                    <a:p>
                      <a:pPr algn="ctr"/>
                      <a:r>
                        <a:rPr lang="en-GB" sz="700">
                          <a:latin typeface="+mj-lt"/>
                        </a:rPr>
                        <a:t>$224</a:t>
                      </a:r>
                    </a:p>
                  </a:txBody>
                  <a:tcPr anchor="ctr"/>
                </a:tc>
                <a:extLst>
                  <a:ext uri="{0D108BD9-81ED-4DB2-BD59-A6C34878D82A}">
                    <a16:rowId xmlns:a16="http://schemas.microsoft.com/office/drawing/2014/main" val="1938628188"/>
                  </a:ext>
                </a:extLst>
              </a:tr>
              <a:tr h="175274">
                <a:tc>
                  <a:txBody>
                    <a:bodyPr/>
                    <a:lstStyle/>
                    <a:p>
                      <a:pPr algn="ctr"/>
                      <a:r>
                        <a:rPr lang="en-GB" sz="700">
                          <a:latin typeface="+mj-lt"/>
                        </a:rPr>
                        <a:t>E</a:t>
                      </a:r>
                    </a:p>
                  </a:txBody>
                  <a:tcPr anchor="ctr"/>
                </a:tc>
                <a:tc>
                  <a:txBody>
                    <a:bodyPr/>
                    <a:lstStyle/>
                    <a:p>
                      <a:pPr algn="ctr" fontAlgn="b">
                        <a:buNone/>
                      </a:pPr>
                      <a:r>
                        <a:rPr lang="en-GB" sz="700" b="0" i="0" u="none" strike="noStrike">
                          <a:solidFill>
                            <a:srgbClr val="000000"/>
                          </a:solidFill>
                          <a:effectLst/>
                          <a:latin typeface="+mj-lt"/>
                        </a:rPr>
                        <a:t>1872</a:t>
                      </a:r>
                    </a:p>
                  </a:txBody>
                  <a:tcPr marL="6350" marR="6350" marT="6350" marB="0" anchor="ctr"/>
                </a:tc>
                <a:tc>
                  <a:txBody>
                    <a:bodyPr/>
                    <a:lstStyle/>
                    <a:p>
                      <a:pPr algn="ctr"/>
                      <a:r>
                        <a:rPr lang="en-GB" sz="700">
                          <a:latin typeface="+mj-lt"/>
                        </a:rPr>
                        <a:t>$224</a:t>
                      </a:r>
                    </a:p>
                  </a:txBody>
                  <a:tcPr anchor="ctr"/>
                </a:tc>
                <a:extLst>
                  <a:ext uri="{0D108BD9-81ED-4DB2-BD59-A6C34878D82A}">
                    <a16:rowId xmlns:a16="http://schemas.microsoft.com/office/drawing/2014/main" val="3459076294"/>
                  </a:ext>
                </a:extLst>
              </a:tr>
            </a:tbl>
          </a:graphicData>
        </a:graphic>
      </p:graphicFrame>
      <p:graphicFrame>
        <p:nvGraphicFramePr>
          <p:cNvPr id="10" name="Table 9">
            <a:extLst>
              <a:ext uri="{FF2B5EF4-FFF2-40B4-BE49-F238E27FC236}">
                <a16:creationId xmlns:a16="http://schemas.microsoft.com/office/drawing/2014/main" id="{9D62AB2A-B5EA-D8DD-CAA7-C76A35388A44}"/>
              </a:ext>
            </a:extLst>
          </p:cNvPr>
          <p:cNvGraphicFramePr>
            <a:graphicFrameLocks noGrp="1"/>
          </p:cNvGraphicFramePr>
          <p:nvPr>
            <p:extLst>
              <p:ext uri="{D42A27DB-BD31-4B8C-83A1-F6EECF244321}">
                <p14:modId xmlns:p14="http://schemas.microsoft.com/office/powerpoint/2010/main" val="1167668756"/>
              </p:ext>
            </p:extLst>
          </p:nvPr>
        </p:nvGraphicFramePr>
        <p:xfrm>
          <a:off x="4264784" y="3278704"/>
          <a:ext cx="3475037" cy="1747310"/>
        </p:xfrm>
        <a:graphic>
          <a:graphicData uri="http://schemas.openxmlformats.org/drawingml/2006/table">
            <a:tbl>
              <a:tblPr firstRow="1" bandRow="1">
                <a:tableStyleId>{93296810-A885-4BE3-A3E7-6D5BEEA58F35}</a:tableStyleId>
              </a:tblPr>
              <a:tblGrid>
                <a:gridCol w="425767">
                  <a:extLst>
                    <a:ext uri="{9D8B030D-6E8A-4147-A177-3AD203B41FA5}">
                      <a16:colId xmlns:a16="http://schemas.microsoft.com/office/drawing/2014/main" val="1666715712"/>
                    </a:ext>
                  </a:extLst>
                </a:gridCol>
                <a:gridCol w="513080">
                  <a:extLst>
                    <a:ext uri="{9D8B030D-6E8A-4147-A177-3AD203B41FA5}">
                      <a16:colId xmlns:a16="http://schemas.microsoft.com/office/drawing/2014/main" val="2685092813"/>
                    </a:ext>
                  </a:extLst>
                </a:gridCol>
                <a:gridCol w="513080">
                  <a:extLst>
                    <a:ext uri="{9D8B030D-6E8A-4147-A177-3AD203B41FA5}">
                      <a16:colId xmlns:a16="http://schemas.microsoft.com/office/drawing/2014/main" val="1718740649"/>
                    </a:ext>
                  </a:extLst>
                </a:gridCol>
                <a:gridCol w="905193">
                  <a:extLst>
                    <a:ext uri="{9D8B030D-6E8A-4147-A177-3AD203B41FA5}">
                      <a16:colId xmlns:a16="http://schemas.microsoft.com/office/drawing/2014/main" val="194313785"/>
                    </a:ext>
                  </a:extLst>
                </a:gridCol>
                <a:gridCol w="1117917">
                  <a:extLst>
                    <a:ext uri="{9D8B030D-6E8A-4147-A177-3AD203B41FA5}">
                      <a16:colId xmlns:a16="http://schemas.microsoft.com/office/drawing/2014/main" val="4128419088"/>
                    </a:ext>
                  </a:extLst>
                </a:gridCol>
              </a:tblGrid>
              <a:tr h="365636">
                <a:tc>
                  <a:txBody>
                    <a:bodyPr/>
                    <a:lstStyle/>
                    <a:p>
                      <a:pPr algn="ctr"/>
                      <a:r>
                        <a:rPr lang="en-GB" sz="700"/>
                        <a:t>Term</a:t>
                      </a:r>
                    </a:p>
                  </a:txBody>
                  <a:tcPr anchor="ctr"/>
                </a:tc>
                <a:tc>
                  <a:txBody>
                    <a:bodyPr/>
                    <a:lstStyle/>
                    <a:p>
                      <a:pPr marL="0" marR="0" lvl="0" indent="0" algn="ctr" defTabSz="1218987" rtl="0" eaLnBrk="1" fontAlgn="auto" latinLnBrk="0" hangingPunct="1">
                        <a:lnSpc>
                          <a:spcPct val="100000"/>
                        </a:lnSpc>
                        <a:spcBef>
                          <a:spcPts val="0"/>
                        </a:spcBef>
                        <a:spcAft>
                          <a:spcPts val="0"/>
                        </a:spcAft>
                        <a:buClrTx/>
                        <a:buSzTx/>
                        <a:buFontTx/>
                        <a:buNone/>
                        <a:tabLst/>
                        <a:defRPr/>
                      </a:pPr>
                      <a:r>
                        <a:rPr lang="en-GB" sz="700"/>
                        <a:t>Band E</a:t>
                      </a:r>
                    </a:p>
                    <a:p>
                      <a:pPr marL="0" marR="0" lvl="0" indent="0" algn="ctr" defTabSz="1218987" rtl="0" eaLnBrk="1" fontAlgn="auto" latinLnBrk="0" hangingPunct="1">
                        <a:lnSpc>
                          <a:spcPct val="100000"/>
                        </a:lnSpc>
                        <a:spcBef>
                          <a:spcPts val="0"/>
                        </a:spcBef>
                        <a:spcAft>
                          <a:spcPts val="0"/>
                        </a:spcAft>
                        <a:buClrTx/>
                        <a:buSzTx/>
                        <a:buFontTx/>
                        <a:buNone/>
                        <a:tabLst/>
                        <a:defRPr/>
                      </a:pPr>
                      <a:r>
                        <a:rPr lang="en-GB" sz="700"/>
                        <a:t>Depot</a:t>
                      </a:r>
                    </a:p>
                    <a:p>
                      <a:pPr marL="0" marR="0" lvl="0" indent="0" algn="ctr" defTabSz="1218987" rtl="0" eaLnBrk="1" fontAlgn="auto" latinLnBrk="0" hangingPunct="1">
                        <a:lnSpc>
                          <a:spcPct val="100000"/>
                        </a:lnSpc>
                        <a:spcBef>
                          <a:spcPts val="0"/>
                        </a:spcBef>
                        <a:spcAft>
                          <a:spcPts val="0"/>
                        </a:spcAft>
                        <a:buClrTx/>
                        <a:buSzTx/>
                        <a:buFontTx/>
                        <a:buNone/>
                        <a:tabLst/>
                        <a:defRPr/>
                      </a:pPr>
                      <a:r>
                        <a:rPr lang="en-GB" sz="700"/>
                        <a:t>(0.55x)</a:t>
                      </a:r>
                    </a:p>
                  </a:txBody>
                  <a:tcPr anchor="ctr"/>
                </a:tc>
                <a:tc>
                  <a:txBody>
                    <a:bodyPr/>
                    <a:lstStyle/>
                    <a:p>
                      <a:pPr marL="0" marR="0" lvl="0" indent="0" algn="ctr" defTabSz="1218987" rtl="0" eaLnBrk="1" fontAlgn="auto" latinLnBrk="0" hangingPunct="1">
                        <a:lnSpc>
                          <a:spcPct val="100000"/>
                        </a:lnSpc>
                        <a:spcBef>
                          <a:spcPts val="0"/>
                        </a:spcBef>
                        <a:spcAft>
                          <a:spcPts val="0"/>
                        </a:spcAft>
                        <a:buClrTx/>
                        <a:buSzTx/>
                        <a:buFontTx/>
                        <a:buNone/>
                        <a:tabLst/>
                        <a:defRPr/>
                      </a:pPr>
                      <a:r>
                        <a:rPr lang="en-GB" sz="700"/>
                        <a:t>Band E</a:t>
                      </a:r>
                    </a:p>
                    <a:p>
                      <a:pPr marL="0" marR="0" lvl="0" indent="0" algn="ctr" defTabSz="1218987" rtl="0" eaLnBrk="1" fontAlgn="auto" latinLnBrk="0" hangingPunct="1">
                        <a:lnSpc>
                          <a:spcPct val="100000"/>
                        </a:lnSpc>
                        <a:spcBef>
                          <a:spcPts val="0"/>
                        </a:spcBef>
                        <a:spcAft>
                          <a:spcPts val="0"/>
                        </a:spcAft>
                        <a:buClrTx/>
                        <a:buSzTx/>
                        <a:buFontTx/>
                        <a:buNone/>
                        <a:tabLst/>
                        <a:defRPr/>
                      </a:pPr>
                      <a:r>
                        <a:rPr lang="en-GB" sz="700"/>
                        <a:t>Onsite</a:t>
                      </a:r>
                    </a:p>
                    <a:p>
                      <a:pPr marL="0" marR="0" lvl="0" indent="0" algn="ctr" defTabSz="1218987" rtl="0" eaLnBrk="1" fontAlgn="auto" latinLnBrk="0" hangingPunct="1">
                        <a:lnSpc>
                          <a:spcPct val="100000"/>
                        </a:lnSpc>
                        <a:spcBef>
                          <a:spcPts val="0"/>
                        </a:spcBef>
                        <a:spcAft>
                          <a:spcPts val="0"/>
                        </a:spcAft>
                        <a:buClrTx/>
                        <a:buSzTx/>
                        <a:buFontTx/>
                        <a:buNone/>
                        <a:tabLst/>
                        <a:defRPr/>
                      </a:pPr>
                      <a:r>
                        <a:rPr lang="en-GB" sz="700"/>
                        <a:t>(0.75x)</a:t>
                      </a:r>
                    </a:p>
                  </a:txBody>
                  <a:tcPr anchor="ctr"/>
                </a:tc>
                <a:tc>
                  <a:txBody>
                    <a:bodyPr/>
                    <a:lstStyle/>
                    <a:p>
                      <a:pPr algn="ctr"/>
                      <a:r>
                        <a:rPr lang="en-GB" sz="700"/>
                        <a:t>Band E</a:t>
                      </a:r>
                    </a:p>
                    <a:p>
                      <a:pPr algn="ctr"/>
                      <a:r>
                        <a:rPr lang="en-GB" sz="700"/>
                        <a:t>Premier Support</a:t>
                      </a:r>
                    </a:p>
                  </a:txBody>
                  <a:tcPr anchor="ctr"/>
                </a:tc>
                <a:tc>
                  <a:txBody>
                    <a:bodyPr/>
                    <a:lstStyle/>
                    <a:p>
                      <a:pPr algn="ctr"/>
                      <a:r>
                        <a:rPr lang="en-GB" sz="700"/>
                        <a:t>Band E</a:t>
                      </a:r>
                    </a:p>
                    <a:p>
                      <a:pPr algn="ctr"/>
                      <a:r>
                        <a:rPr lang="en-GB" sz="700"/>
                        <a:t>Premier Support Plus</a:t>
                      </a:r>
                    </a:p>
                    <a:p>
                      <a:pPr algn="ctr"/>
                      <a:r>
                        <a:rPr lang="en-GB" sz="700"/>
                        <a:t>(+38%)</a:t>
                      </a:r>
                    </a:p>
                  </a:txBody>
                  <a:tcPr anchor="ctr"/>
                </a:tc>
                <a:extLst>
                  <a:ext uri="{0D108BD9-81ED-4DB2-BD59-A6C34878D82A}">
                    <a16:rowId xmlns:a16="http://schemas.microsoft.com/office/drawing/2014/main" val="1363275246"/>
                  </a:ext>
                </a:extLst>
              </a:tr>
              <a:tr h="267166">
                <a:tc>
                  <a:txBody>
                    <a:bodyPr/>
                    <a:lstStyle/>
                    <a:p>
                      <a:pPr algn="ctr"/>
                      <a:r>
                        <a:rPr lang="en-GB" sz="700">
                          <a:latin typeface="+mn-lt"/>
                        </a:rPr>
                        <a:t>12M</a:t>
                      </a:r>
                    </a:p>
                  </a:txBody>
                  <a:tcPr anchor="ctr"/>
                </a:tc>
                <a:tc>
                  <a:txBody>
                    <a:bodyPr/>
                    <a:lstStyle/>
                    <a:p>
                      <a:pPr algn="ctr" fontAlgn="b">
                        <a:buNone/>
                      </a:pPr>
                      <a:endParaRPr lang="en-GB" sz="700" b="0"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b">
                        <a:buNone/>
                      </a:pPr>
                      <a:r>
                        <a:rPr lang="en-GB" sz="700" b="0" i="0" u="none" strike="noStrike">
                          <a:solidFill>
                            <a:srgbClr val="000000"/>
                          </a:solidFill>
                          <a:effectLst/>
                          <a:latin typeface="Aptos Narrow" panose="020B0004020202020204" pitchFamily="34" charset="0"/>
                        </a:rPr>
                        <a:t>$156</a:t>
                      </a:r>
                    </a:p>
                  </a:txBody>
                  <a:tcPr marL="6350" marR="6350" marT="6350" marB="0" anchor="ctr"/>
                </a:tc>
                <a:tc>
                  <a:txBody>
                    <a:bodyPr/>
                    <a:lstStyle/>
                    <a:p>
                      <a:pPr algn="ctr" fontAlgn="b">
                        <a:buNone/>
                      </a:pPr>
                      <a:r>
                        <a:rPr lang="en-GB" sz="700" b="0" i="0" u="none" strike="noStrike">
                          <a:solidFill>
                            <a:srgbClr val="000000"/>
                          </a:solidFill>
                          <a:effectLst/>
                          <a:latin typeface="Aptos Narrow" panose="020B0004020202020204" pitchFamily="34" charset="0"/>
                        </a:rPr>
                        <a:t>$208</a:t>
                      </a:r>
                    </a:p>
                  </a:txBody>
                  <a:tcPr marL="6350" marR="6350" marT="6350" marB="0" anchor="ctr"/>
                </a:tc>
                <a:tc>
                  <a:txBody>
                    <a:bodyPr/>
                    <a:lstStyle/>
                    <a:p>
                      <a:pPr algn="ctr" fontAlgn="b">
                        <a:buNone/>
                      </a:pPr>
                      <a:r>
                        <a:rPr lang="en-GB" sz="700" b="0" i="0" u="none" strike="noStrike">
                          <a:solidFill>
                            <a:srgbClr val="000000"/>
                          </a:solidFill>
                          <a:effectLst/>
                          <a:latin typeface="Aptos Narrow" panose="020B0004020202020204" pitchFamily="34" charset="0"/>
                        </a:rPr>
                        <a:t>$287</a:t>
                      </a:r>
                    </a:p>
                  </a:txBody>
                  <a:tcPr marL="6350" marR="6350" marT="6350" marB="0" anchor="ctr"/>
                </a:tc>
                <a:extLst>
                  <a:ext uri="{0D108BD9-81ED-4DB2-BD59-A6C34878D82A}">
                    <a16:rowId xmlns:a16="http://schemas.microsoft.com/office/drawing/2014/main" val="2086337682"/>
                  </a:ext>
                </a:extLst>
              </a:tr>
              <a:tr h="267166">
                <a:tc>
                  <a:txBody>
                    <a:bodyPr/>
                    <a:lstStyle/>
                    <a:p>
                      <a:pPr algn="ctr"/>
                      <a:r>
                        <a:rPr lang="en-GB" sz="700">
                          <a:latin typeface="+mn-lt"/>
                        </a:rPr>
                        <a:t>24M</a:t>
                      </a:r>
                    </a:p>
                  </a:txBody>
                  <a:tcPr anchor="ctr"/>
                </a:tc>
                <a:tc>
                  <a:txBody>
                    <a:bodyPr/>
                    <a:lstStyle/>
                    <a:p>
                      <a:pPr algn="ctr" fontAlgn="b">
                        <a:buNone/>
                      </a:pPr>
                      <a:r>
                        <a:rPr lang="en-GB" sz="700" b="0" i="0" u="none" strike="noStrike">
                          <a:solidFill>
                            <a:srgbClr val="000000"/>
                          </a:solidFill>
                          <a:effectLst/>
                          <a:latin typeface="Aptos Narrow" panose="020B0004020202020204" pitchFamily="34" charset="0"/>
                        </a:rPr>
                        <a:t>$180</a:t>
                      </a:r>
                    </a:p>
                  </a:txBody>
                  <a:tcPr marL="6350" marR="6350" marT="6350" marB="0" anchor="ctr"/>
                </a:tc>
                <a:tc>
                  <a:txBody>
                    <a:bodyPr/>
                    <a:lstStyle/>
                    <a:p>
                      <a:pPr algn="ctr" fontAlgn="b">
                        <a:buNone/>
                      </a:pPr>
                      <a:r>
                        <a:rPr lang="en-GB" sz="700" b="0" i="0" u="none" strike="noStrike">
                          <a:solidFill>
                            <a:srgbClr val="000000"/>
                          </a:solidFill>
                          <a:effectLst/>
                          <a:latin typeface="Aptos Narrow" panose="020B0004020202020204" pitchFamily="34" charset="0"/>
                        </a:rPr>
                        <a:t>$246</a:t>
                      </a:r>
                    </a:p>
                  </a:txBody>
                  <a:tcPr marL="6350" marR="6350" marT="6350" marB="0" anchor="ctr"/>
                </a:tc>
                <a:tc>
                  <a:txBody>
                    <a:bodyPr/>
                    <a:lstStyle/>
                    <a:p>
                      <a:pPr algn="ctr" fontAlgn="b">
                        <a:buNone/>
                      </a:pPr>
                      <a:r>
                        <a:rPr lang="en-GB" sz="700" b="0" i="0" u="none" strike="noStrike">
                          <a:solidFill>
                            <a:srgbClr val="000000"/>
                          </a:solidFill>
                          <a:effectLst/>
                          <a:latin typeface="Aptos Narrow" panose="020B0004020202020204" pitchFamily="34" charset="0"/>
                        </a:rPr>
                        <a:t>$328</a:t>
                      </a:r>
                    </a:p>
                  </a:txBody>
                  <a:tcPr marL="6350" marR="6350" marT="6350" marB="0" anchor="ctr"/>
                </a:tc>
                <a:tc>
                  <a:txBody>
                    <a:bodyPr/>
                    <a:lstStyle/>
                    <a:p>
                      <a:pPr algn="ctr" fontAlgn="b">
                        <a:buNone/>
                      </a:pPr>
                      <a:r>
                        <a:rPr lang="en-GB" sz="700" b="0" i="0" u="none" strike="noStrike">
                          <a:solidFill>
                            <a:srgbClr val="000000"/>
                          </a:solidFill>
                          <a:effectLst/>
                          <a:latin typeface="Aptos Narrow" panose="020B0004020202020204" pitchFamily="34" charset="0"/>
                        </a:rPr>
                        <a:t>$453</a:t>
                      </a:r>
                    </a:p>
                  </a:txBody>
                  <a:tcPr marL="6350" marR="6350" marT="6350" marB="0" anchor="ctr"/>
                </a:tc>
                <a:extLst>
                  <a:ext uri="{0D108BD9-81ED-4DB2-BD59-A6C34878D82A}">
                    <a16:rowId xmlns:a16="http://schemas.microsoft.com/office/drawing/2014/main" val="2981559497"/>
                  </a:ext>
                </a:extLst>
              </a:tr>
              <a:tr h="267166">
                <a:tc>
                  <a:txBody>
                    <a:bodyPr/>
                    <a:lstStyle/>
                    <a:p>
                      <a:pPr algn="ctr"/>
                      <a:r>
                        <a:rPr lang="en-GB" sz="700">
                          <a:latin typeface="+mn-lt"/>
                        </a:rPr>
                        <a:t>36M</a:t>
                      </a:r>
                    </a:p>
                  </a:txBody>
                  <a:tcPr anchor="ctr"/>
                </a:tc>
                <a:tc>
                  <a:txBody>
                    <a:bodyPr/>
                    <a:lstStyle/>
                    <a:p>
                      <a:pPr algn="ctr" fontAlgn="b">
                        <a:buNone/>
                      </a:pPr>
                      <a:r>
                        <a:rPr lang="en-GB" sz="700" b="0" i="0" u="none" strike="noStrike">
                          <a:solidFill>
                            <a:srgbClr val="000000"/>
                          </a:solidFill>
                          <a:effectLst/>
                          <a:latin typeface="Aptos Narrow" panose="020B0004020202020204" pitchFamily="34" charset="0"/>
                        </a:rPr>
                        <a:t>$220</a:t>
                      </a:r>
                    </a:p>
                  </a:txBody>
                  <a:tcPr marL="6350" marR="6350" marT="6350" marB="0" anchor="ctr"/>
                </a:tc>
                <a:tc>
                  <a:txBody>
                    <a:bodyPr/>
                    <a:lstStyle/>
                    <a:p>
                      <a:pPr algn="ctr" fontAlgn="b">
                        <a:buNone/>
                      </a:pPr>
                      <a:r>
                        <a:rPr lang="en-GB" sz="700" b="0" i="0" u="none" strike="noStrike">
                          <a:solidFill>
                            <a:srgbClr val="000000"/>
                          </a:solidFill>
                          <a:effectLst/>
                          <a:latin typeface="Aptos Narrow" panose="020B0004020202020204" pitchFamily="34" charset="0"/>
                        </a:rPr>
                        <a:t>$300</a:t>
                      </a:r>
                    </a:p>
                  </a:txBody>
                  <a:tcPr marL="6350" marR="6350" marT="6350" marB="0" anchor="ctr"/>
                </a:tc>
                <a:tc>
                  <a:txBody>
                    <a:bodyPr/>
                    <a:lstStyle/>
                    <a:p>
                      <a:pPr algn="ctr" fontAlgn="b">
                        <a:buNone/>
                      </a:pPr>
                      <a:r>
                        <a:rPr lang="en-GB" sz="700" b="0" i="0" u="none" strike="noStrike">
                          <a:solidFill>
                            <a:srgbClr val="000000"/>
                          </a:solidFill>
                          <a:effectLst/>
                          <a:latin typeface="Aptos Narrow" panose="020B0004020202020204" pitchFamily="34" charset="0"/>
                        </a:rPr>
                        <a:t>$400</a:t>
                      </a:r>
                    </a:p>
                  </a:txBody>
                  <a:tcPr marL="6350" marR="6350" marT="6350" marB="0" anchor="ctr"/>
                </a:tc>
                <a:tc>
                  <a:txBody>
                    <a:bodyPr/>
                    <a:lstStyle/>
                    <a:p>
                      <a:pPr algn="ctr" fontAlgn="b">
                        <a:buNone/>
                      </a:pPr>
                      <a:r>
                        <a:rPr lang="en-GB" sz="700" b="0" i="0" u="none" strike="noStrike">
                          <a:solidFill>
                            <a:srgbClr val="000000"/>
                          </a:solidFill>
                          <a:effectLst/>
                          <a:latin typeface="Aptos Narrow" panose="020B0004020202020204" pitchFamily="34" charset="0"/>
                        </a:rPr>
                        <a:t>$552</a:t>
                      </a:r>
                    </a:p>
                  </a:txBody>
                  <a:tcPr marL="6350" marR="6350" marT="6350" marB="0" anchor="ctr"/>
                </a:tc>
                <a:extLst>
                  <a:ext uri="{0D108BD9-81ED-4DB2-BD59-A6C34878D82A}">
                    <a16:rowId xmlns:a16="http://schemas.microsoft.com/office/drawing/2014/main" val="1559112507"/>
                  </a:ext>
                </a:extLst>
              </a:tr>
              <a:tr h="267166">
                <a:tc>
                  <a:txBody>
                    <a:bodyPr/>
                    <a:lstStyle/>
                    <a:p>
                      <a:pPr algn="ctr"/>
                      <a:r>
                        <a:rPr lang="en-GB" sz="700">
                          <a:latin typeface="+mn-lt"/>
                        </a:rPr>
                        <a:t>48M</a:t>
                      </a:r>
                    </a:p>
                  </a:txBody>
                  <a:tcPr anchor="ctr"/>
                </a:tc>
                <a:tc>
                  <a:txBody>
                    <a:bodyPr/>
                    <a:lstStyle/>
                    <a:p>
                      <a:pPr algn="ctr" fontAlgn="b">
                        <a:buNone/>
                      </a:pPr>
                      <a:r>
                        <a:rPr lang="en-GB" sz="700" b="0" i="0" u="none" strike="noStrike">
                          <a:solidFill>
                            <a:srgbClr val="000000"/>
                          </a:solidFill>
                          <a:effectLst/>
                          <a:latin typeface="Aptos Narrow" panose="020B0004020202020204" pitchFamily="34" charset="0"/>
                        </a:rPr>
                        <a:t>$244</a:t>
                      </a:r>
                    </a:p>
                  </a:txBody>
                  <a:tcPr marL="6350" marR="6350" marT="6350" marB="0" anchor="ctr"/>
                </a:tc>
                <a:tc>
                  <a:txBody>
                    <a:bodyPr/>
                    <a:lstStyle/>
                    <a:p>
                      <a:pPr algn="ctr" fontAlgn="b">
                        <a:buNone/>
                      </a:pPr>
                      <a:r>
                        <a:rPr lang="en-GB" sz="700" b="0" i="0" u="none" strike="noStrike">
                          <a:solidFill>
                            <a:srgbClr val="000000"/>
                          </a:solidFill>
                          <a:effectLst/>
                          <a:latin typeface="Aptos Narrow" panose="020B0004020202020204" pitchFamily="34" charset="0"/>
                        </a:rPr>
                        <a:t>$342</a:t>
                      </a:r>
                    </a:p>
                  </a:txBody>
                  <a:tcPr marL="6350" marR="6350" marT="6350" marB="0" anchor="ctr"/>
                </a:tc>
                <a:tc>
                  <a:txBody>
                    <a:bodyPr/>
                    <a:lstStyle/>
                    <a:p>
                      <a:pPr algn="ctr" fontAlgn="b">
                        <a:buNone/>
                      </a:pPr>
                      <a:r>
                        <a:rPr lang="en-GB" sz="700" b="0" i="0" u="none" strike="noStrike">
                          <a:solidFill>
                            <a:srgbClr val="000000"/>
                          </a:solidFill>
                          <a:effectLst/>
                          <a:latin typeface="Aptos Narrow" panose="020B0004020202020204" pitchFamily="34" charset="0"/>
                        </a:rPr>
                        <a:t>$460</a:t>
                      </a:r>
                    </a:p>
                  </a:txBody>
                  <a:tcPr marL="6350" marR="6350" marT="6350" marB="0" anchor="ctr"/>
                </a:tc>
                <a:tc>
                  <a:txBody>
                    <a:bodyPr/>
                    <a:lstStyle/>
                    <a:p>
                      <a:pPr algn="ctr" fontAlgn="b">
                        <a:buNone/>
                      </a:pPr>
                      <a:r>
                        <a:rPr lang="en-GB" sz="700" b="0" i="0" u="none" strike="noStrike">
                          <a:solidFill>
                            <a:srgbClr val="000000"/>
                          </a:solidFill>
                          <a:effectLst/>
                          <a:latin typeface="Aptos Narrow" panose="020B0004020202020204" pitchFamily="34" charset="0"/>
                        </a:rPr>
                        <a:t>$651</a:t>
                      </a:r>
                    </a:p>
                  </a:txBody>
                  <a:tcPr marL="6350" marR="6350" marT="6350" marB="0" anchor="ctr"/>
                </a:tc>
                <a:extLst>
                  <a:ext uri="{0D108BD9-81ED-4DB2-BD59-A6C34878D82A}">
                    <a16:rowId xmlns:a16="http://schemas.microsoft.com/office/drawing/2014/main" val="3861159966"/>
                  </a:ext>
                </a:extLst>
              </a:tr>
              <a:tr h="267166">
                <a:tc>
                  <a:txBody>
                    <a:bodyPr/>
                    <a:lstStyle/>
                    <a:p>
                      <a:pPr algn="ctr"/>
                      <a:r>
                        <a:rPr lang="en-GB" sz="700">
                          <a:latin typeface="+mn-lt"/>
                        </a:rPr>
                        <a:t>60M</a:t>
                      </a:r>
                    </a:p>
                  </a:txBody>
                  <a:tcPr anchor="ctr"/>
                </a:tc>
                <a:tc>
                  <a:txBody>
                    <a:bodyPr/>
                    <a:lstStyle/>
                    <a:p>
                      <a:pPr algn="ctr" fontAlgn="b">
                        <a:buNone/>
                      </a:pPr>
                      <a:r>
                        <a:rPr lang="en-GB" sz="700" b="0" i="0" u="none" strike="noStrike">
                          <a:solidFill>
                            <a:srgbClr val="000000"/>
                          </a:solidFill>
                          <a:effectLst/>
                          <a:latin typeface="Aptos Narrow" panose="020B0004020202020204" pitchFamily="34" charset="0"/>
                        </a:rPr>
                        <a:t>$264</a:t>
                      </a:r>
                    </a:p>
                  </a:txBody>
                  <a:tcPr marL="6350" marR="6350" marT="6350" marB="0" anchor="ctr"/>
                </a:tc>
                <a:tc>
                  <a:txBody>
                    <a:bodyPr/>
                    <a:lstStyle/>
                    <a:p>
                      <a:pPr algn="ctr" fontAlgn="b">
                        <a:buNone/>
                      </a:pPr>
                      <a:r>
                        <a:rPr lang="en-GB" sz="700" b="0" i="0" u="none" strike="noStrike">
                          <a:solidFill>
                            <a:srgbClr val="000000"/>
                          </a:solidFill>
                          <a:effectLst/>
                          <a:latin typeface="Aptos Narrow" panose="020B0004020202020204" pitchFamily="34" charset="0"/>
                        </a:rPr>
                        <a:t>$381</a:t>
                      </a:r>
                    </a:p>
                  </a:txBody>
                  <a:tcPr marL="6350" marR="6350" marT="6350" marB="0" anchor="ctr"/>
                </a:tc>
                <a:tc>
                  <a:txBody>
                    <a:bodyPr/>
                    <a:lstStyle/>
                    <a:p>
                      <a:pPr algn="ctr" fontAlgn="b">
                        <a:buNone/>
                      </a:pPr>
                      <a:r>
                        <a:rPr lang="en-GB" sz="700" b="0" i="0" u="none" strike="noStrike">
                          <a:solidFill>
                            <a:srgbClr val="000000"/>
                          </a:solidFill>
                          <a:effectLst/>
                          <a:latin typeface="Aptos Narrow" panose="020B0004020202020204" pitchFamily="34" charset="0"/>
                        </a:rPr>
                        <a:t>$516</a:t>
                      </a:r>
                    </a:p>
                  </a:txBody>
                  <a:tcPr marL="6350" marR="6350" marT="6350" marB="0" anchor="ctr"/>
                </a:tc>
                <a:tc>
                  <a:txBody>
                    <a:bodyPr/>
                    <a:lstStyle/>
                    <a:p>
                      <a:pPr algn="ctr" fontAlgn="b">
                        <a:buNone/>
                      </a:pPr>
                      <a:r>
                        <a:rPr lang="en-GB" sz="700" b="0" i="0" u="none" strike="noStrike">
                          <a:solidFill>
                            <a:srgbClr val="000000"/>
                          </a:solidFill>
                          <a:effectLst/>
                          <a:latin typeface="Aptos Narrow" panose="020B0004020202020204" pitchFamily="34" charset="0"/>
                        </a:rPr>
                        <a:t>$773</a:t>
                      </a:r>
                    </a:p>
                  </a:txBody>
                  <a:tcPr marL="6350" marR="6350" marT="6350" marB="0" anchor="ctr"/>
                </a:tc>
                <a:extLst>
                  <a:ext uri="{0D108BD9-81ED-4DB2-BD59-A6C34878D82A}">
                    <a16:rowId xmlns:a16="http://schemas.microsoft.com/office/drawing/2014/main" val="1188480417"/>
                  </a:ext>
                </a:extLst>
              </a:tr>
            </a:tbl>
          </a:graphicData>
        </a:graphic>
      </p:graphicFrame>
      <p:sp>
        <p:nvSpPr>
          <p:cNvPr id="13" name="TextBox 12">
            <a:extLst>
              <a:ext uri="{FF2B5EF4-FFF2-40B4-BE49-F238E27FC236}">
                <a16:creationId xmlns:a16="http://schemas.microsoft.com/office/drawing/2014/main" id="{4856E2E0-8E1D-D0E6-AC79-A7EA27BB92C3}"/>
              </a:ext>
            </a:extLst>
          </p:cNvPr>
          <p:cNvSpPr txBox="1"/>
          <p:nvPr/>
        </p:nvSpPr>
        <p:spPr>
          <a:xfrm>
            <a:off x="8175749" y="1234648"/>
            <a:ext cx="4120685" cy="461665"/>
          </a:xfrm>
          <a:prstGeom prst="rect">
            <a:avLst/>
          </a:prstGeom>
          <a:noFill/>
        </p:spPr>
        <p:txBody>
          <a:bodyPr wrap="square" rtlCol="0">
            <a:spAutoFit/>
          </a:bodyPr>
          <a:lstStyle/>
          <a:p>
            <a:pPr algn="ctr"/>
            <a:r>
              <a:rPr lang="en-US" sz="1200">
                <a:latin typeface="Arial" pitchFamily="34" charset="0"/>
                <a:cs typeface="Arial" pitchFamily="34" charset="0"/>
              </a:rPr>
              <a:t>Return Dynamic Price </a:t>
            </a:r>
            <a:r>
              <a:rPr lang="en-US" sz="1200" i="1">
                <a:latin typeface="Arial" pitchFamily="34" charset="0"/>
                <a:cs typeface="Arial" pitchFamily="34" charset="0"/>
              </a:rPr>
              <a:t>(and 1 PN per offering)</a:t>
            </a:r>
          </a:p>
          <a:p>
            <a:pPr algn="ctr"/>
            <a:r>
              <a:rPr lang="en-US" sz="1200">
                <a:latin typeface="Arial" pitchFamily="34" charset="0"/>
                <a:cs typeface="Arial" pitchFamily="34" charset="0"/>
              </a:rPr>
              <a:t>to customer</a:t>
            </a:r>
            <a:endParaRPr lang="en-US" sz="1800">
              <a:latin typeface="Arial" pitchFamily="34" charset="0"/>
              <a:cs typeface="Arial" pitchFamily="34" charset="0"/>
            </a:endParaRPr>
          </a:p>
        </p:txBody>
      </p:sp>
      <p:cxnSp>
        <p:nvCxnSpPr>
          <p:cNvPr id="23" name="Straight Arrow Connector 22">
            <a:extLst>
              <a:ext uri="{FF2B5EF4-FFF2-40B4-BE49-F238E27FC236}">
                <a16:creationId xmlns:a16="http://schemas.microsoft.com/office/drawing/2014/main" id="{72817B16-0B84-EC77-5872-9DC32440D50E}"/>
              </a:ext>
            </a:extLst>
          </p:cNvPr>
          <p:cNvCxnSpPr>
            <a:stCxn id="5" idx="3"/>
            <a:endCxn id="12" idx="1"/>
          </p:cNvCxnSpPr>
          <p:nvPr/>
        </p:nvCxnSpPr>
        <p:spPr>
          <a:xfrm flipV="1">
            <a:off x="3271077" y="3475129"/>
            <a:ext cx="674382" cy="253"/>
          </a:xfrm>
          <a:prstGeom prst="straightConnector1">
            <a:avLst/>
          </a:prstGeom>
          <a:ln w="12700">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55F51FC7-80E1-5651-60BF-8446976CEF9C}"/>
              </a:ext>
            </a:extLst>
          </p:cNvPr>
          <p:cNvCxnSpPr>
            <a:cxnSpLocks/>
            <a:stCxn id="12" idx="3"/>
            <a:endCxn id="7" idx="1"/>
          </p:cNvCxnSpPr>
          <p:nvPr/>
        </p:nvCxnSpPr>
        <p:spPr>
          <a:xfrm flipV="1">
            <a:off x="8111428" y="3474733"/>
            <a:ext cx="674382" cy="396"/>
          </a:xfrm>
          <a:prstGeom prst="straightConnector1">
            <a:avLst/>
          </a:prstGeom>
          <a:ln w="12700">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69887750"/>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39C35-1875-3908-A642-836AB123FD7B}"/>
            </a:ext>
          </a:extLst>
        </p:cNvPr>
        <p:cNvGrpSpPr/>
        <p:nvPr/>
      </p:nvGrpSpPr>
      <p:grpSpPr>
        <a:xfrm>
          <a:off x="0" y="0"/>
          <a:ext cx="0" cy="0"/>
          <a:chOff x="0" y="0"/>
          <a:chExt cx="0" cy="0"/>
        </a:xfrm>
      </p:grpSpPr>
      <p:sp>
        <p:nvSpPr>
          <p:cNvPr id="12" name="TextBox 11">
            <a:extLst>
              <a:ext uri="{FF2B5EF4-FFF2-40B4-BE49-F238E27FC236}">
                <a16:creationId xmlns:a16="http://schemas.microsoft.com/office/drawing/2014/main" id="{98CF599E-5E09-AF7C-96CD-FD20C5AC25BB}"/>
              </a:ext>
            </a:extLst>
          </p:cNvPr>
          <p:cNvSpPr txBox="1"/>
          <p:nvPr/>
        </p:nvSpPr>
        <p:spPr>
          <a:xfrm>
            <a:off x="3945459" y="1820830"/>
            <a:ext cx="4165969" cy="3308598"/>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pPr algn="ctr"/>
            <a:r>
              <a:rPr lang="en-US" sz="1100" b="1">
                <a:latin typeface="Arial" pitchFamily="34" charset="0"/>
                <a:cs typeface="Arial" pitchFamily="34" charset="0"/>
              </a:rPr>
              <a:t>REDPORT Pricing Engine</a:t>
            </a:r>
          </a:p>
          <a:p>
            <a:pPr algn="ctr"/>
            <a:endParaRPr lang="en-US" sz="1100" b="1">
              <a:latin typeface="Arial" pitchFamily="34" charset="0"/>
              <a:cs typeface="Arial" pitchFamily="34" charset="0"/>
            </a:endParaRPr>
          </a:p>
          <a:p>
            <a:pPr algn="ctr"/>
            <a:endParaRPr lang="en-US" sz="1100" b="1">
              <a:latin typeface="Arial" pitchFamily="34" charset="0"/>
              <a:cs typeface="Arial" pitchFamily="34" charset="0"/>
            </a:endParaRPr>
          </a:p>
          <a:p>
            <a:pPr algn="ctr"/>
            <a:endParaRPr lang="en-US" sz="1100" b="1">
              <a:latin typeface="Arial" pitchFamily="34" charset="0"/>
              <a:cs typeface="Arial" pitchFamily="34" charset="0"/>
            </a:endParaRPr>
          </a:p>
          <a:p>
            <a:pPr algn="ctr"/>
            <a:endParaRPr lang="en-US" sz="1100" b="1">
              <a:latin typeface="Arial" pitchFamily="34" charset="0"/>
              <a:cs typeface="Arial" pitchFamily="34" charset="0"/>
            </a:endParaRPr>
          </a:p>
          <a:p>
            <a:pPr algn="ctr"/>
            <a:endParaRPr lang="en-US" sz="1100" b="1">
              <a:latin typeface="Arial" pitchFamily="34" charset="0"/>
              <a:cs typeface="Arial" pitchFamily="34" charset="0"/>
            </a:endParaRPr>
          </a:p>
          <a:p>
            <a:pPr algn="ctr"/>
            <a:endParaRPr lang="en-US" sz="1100" b="1">
              <a:latin typeface="Arial" pitchFamily="34" charset="0"/>
              <a:cs typeface="Arial" pitchFamily="34" charset="0"/>
            </a:endParaRPr>
          </a:p>
          <a:p>
            <a:pPr algn="ctr"/>
            <a:endParaRPr lang="en-US" sz="1100" b="1">
              <a:latin typeface="Arial" pitchFamily="34" charset="0"/>
              <a:cs typeface="Arial" pitchFamily="34" charset="0"/>
            </a:endParaRPr>
          </a:p>
          <a:p>
            <a:pPr algn="ctr"/>
            <a:endParaRPr lang="en-US" sz="1100" b="1">
              <a:latin typeface="Arial" pitchFamily="34" charset="0"/>
              <a:cs typeface="Arial" pitchFamily="34" charset="0"/>
            </a:endParaRPr>
          </a:p>
          <a:p>
            <a:pPr algn="ctr"/>
            <a:endParaRPr lang="en-US" sz="1100" b="1">
              <a:latin typeface="Arial" pitchFamily="34" charset="0"/>
              <a:cs typeface="Arial" pitchFamily="34" charset="0"/>
            </a:endParaRPr>
          </a:p>
          <a:p>
            <a:pPr algn="ctr"/>
            <a:endParaRPr lang="en-US" sz="1100" b="1">
              <a:latin typeface="Arial" pitchFamily="34" charset="0"/>
              <a:cs typeface="Arial" pitchFamily="34" charset="0"/>
            </a:endParaRPr>
          </a:p>
          <a:p>
            <a:pPr algn="ctr"/>
            <a:endParaRPr lang="en-US" sz="1100" b="1">
              <a:latin typeface="Arial" pitchFamily="34" charset="0"/>
              <a:cs typeface="Arial" pitchFamily="34" charset="0"/>
            </a:endParaRPr>
          </a:p>
          <a:p>
            <a:pPr algn="ctr"/>
            <a:endParaRPr lang="en-US" sz="1100" b="1">
              <a:latin typeface="Arial" pitchFamily="34" charset="0"/>
              <a:cs typeface="Arial" pitchFamily="34" charset="0"/>
            </a:endParaRPr>
          </a:p>
          <a:p>
            <a:pPr algn="ctr"/>
            <a:endParaRPr lang="en-US" sz="1100" b="1">
              <a:latin typeface="Arial" pitchFamily="34" charset="0"/>
              <a:cs typeface="Arial" pitchFamily="34" charset="0"/>
            </a:endParaRPr>
          </a:p>
          <a:p>
            <a:pPr algn="ctr"/>
            <a:endParaRPr lang="en-US" sz="1100" b="1">
              <a:latin typeface="Arial" pitchFamily="34" charset="0"/>
              <a:cs typeface="Arial" pitchFamily="34" charset="0"/>
            </a:endParaRPr>
          </a:p>
          <a:p>
            <a:pPr algn="ctr"/>
            <a:endParaRPr lang="en-US" sz="1100" b="1">
              <a:latin typeface="Arial" pitchFamily="34" charset="0"/>
              <a:cs typeface="Arial" pitchFamily="34" charset="0"/>
            </a:endParaRPr>
          </a:p>
          <a:p>
            <a:pPr algn="ctr"/>
            <a:endParaRPr lang="en-US" sz="1100" b="1">
              <a:latin typeface="Arial" pitchFamily="34" charset="0"/>
              <a:cs typeface="Arial" pitchFamily="34" charset="0"/>
            </a:endParaRPr>
          </a:p>
          <a:p>
            <a:pPr algn="ctr"/>
            <a:endParaRPr lang="en-US" sz="1100" b="1">
              <a:latin typeface="Arial" pitchFamily="34" charset="0"/>
              <a:cs typeface="Arial" pitchFamily="34" charset="0"/>
            </a:endParaRPr>
          </a:p>
          <a:p>
            <a:pPr algn="ctr"/>
            <a:endParaRPr lang="en-US" sz="1100" b="1">
              <a:latin typeface="Arial" pitchFamily="34" charset="0"/>
              <a:cs typeface="Arial" pitchFamily="34" charset="0"/>
            </a:endParaRPr>
          </a:p>
        </p:txBody>
      </p:sp>
      <p:sp>
        <p:nvSpPr>
          <p:cNvPr id="2" name="Title 1">
            <a:extLst>
              <a:ext uri="{FF2B5EF4-FFF2-40B4-BE49-F238E27FC236}">
                <a16:creationId xmlns:a16="http://schemas.microsoft.com/office/drawing/2014/main" id="{F2FEBF0B-1D0D-A18E-0CE5-60E0455E4B94}"/>
              </a:ext>
            </a:extLst>
          </p:cNvPr>
          <p:cNvSpPr>
            <a:spLocks noGrp="1"/>
          </p:cNvSpPr>
          <p:nvPr>
            <p:ph type="title"/>
          </p:nvPr>
        </p:nvSpPr>
        <p:spPr/>
        <p:txBody>
          <a:bodyPr/>
          <a:lstStyle/>
          <a:p>
            <a:r>
              <a:rPr lang="en-US"/>
              <a:t>HLS - APOS</a:t>
            </a:r>
          </a:p>
        </p:txBody>
      </p:sp>
      <p:sp>
        <p:nvSpPr>
          <p:cNvPr id="3" name="Slide Number Placeholder 2">
            <a:extLst>
              <a:ext uri="{FF2B5EF4-FFF2-40B4-BE49-F238E27FC236}">
                <a16:creationId xmlns:a16="http://schemas.microsoft.com/office/drawing/2014/main" id="{24B5AF36-74C8-37F2-63AE-AC8E52AB5E28}"/>
              </a:ext>
            </a:extLst>
          </p:cNvPr>
          <p:cNvSpPr>
            <a:spLocks noGrp="1"/>
          </p:cNvSpPr>
          <p:nvPr>
            <p:ph type="sldNum" sz="quarter" idx="10"/>
          </p:nvPr>
        </p:nvSpPr>
        <p:spPr/>
        <p:txBody>
          <a:bodyPr/>
          <a:lstStyle/>
          <a:p>
            <a:fld id="{6D22F896-40B5-4ADD-8801-0D06FADFA095}" type="slidenum">
              <a:rPr lang="en-US" smtClean="0"/>
              <a:pPr/>
              <a:t>24</a:t>
            </a:fld>
            <a:endParaRPr lang="en-US"/>
          </a:p>
        </p:txBody>
      </p:sp>
      <p:sp>
        <p:nvSpPr>
          <p:cNvPr id="6" name="TextBox 5">
            <a:extLst>
              <a:ext uri="{FF2B5EF4-FFF2-40B4-BE49-F238E27FC236}">
                <a16:creationId xmlns:a16="http://schemas.microsoft.com/office/drawing/2014/main" id="{FF5D3CE8-D992-3EAA-B210-9648C7DDD06E}"/>
              </a:ext>
            </a:extLst>
          </p:cNvPr>
          <p:cNvSpPr txBox="1"/>
          <p:nvPr/>
        </p:nvSpPr>
        <p:spPr>
          <a:xfrm>
            <a:off x="4205099" y="1245404"/>
            <a:ext cx="3781802" cy="276999"/>
          </a:xfrm>
          <a:prstGeom prst="rect">
            <a:avLst/>
          </a:prstGeom>
          <a:noFill/>
        </p:spPr>
        <p:txBody>
          <a:bodyPr wrap="square" rtlCol="0">
            <a:spAutoFit/>
          </a:bodyPr>
          <a:lstStyle/>
          <a:p>
            <a:pPr algn="l"/>
            <a:r>
              <a:rPr lang="en-US" sz="1200">
                <a:latin typeface="Arial" pitchFamily="34" charset="0"/>
                <a:cs typeface="Arial" pitchFamily="34" charset="0"/>
              </a:rPr>
              <a:t>Price table &amp; PN lookup based on tier and price band</a:t>
            </a:r>
            <a:endParaRPr lang="en-US" sz="1800">
              <a:latin typeface="Arial" pitchFamily="34" charset="0"/>
              <a:cs typeface="Arial" pitchFamily="34" charset="0"/>
            </a:endParaRPr>
          </a:p>
        </p:txBody>
      </p:sp>
      <p:sp>
        <p:nvSpPr>
          <p:cNvPr id="8" name="TextBox 7">
            <a:extLst>
              <a:ext uri="{FF2B5EF4-FFF2-40B4-BE49-F238E27FC236}">
                <a16:creationId xmlns:a16="http://schemas.microsoft.com/office/drawing/2014/main" id="{FCD0CB2E-13E2-8349-4FF6-D520734683C0}"/>
              </a:ext>
            </a:extLst>
          </p:cNvPr>
          <p:cNvSpPr txBox="1"/>
          <p:nvPr/>
        </p:nvSpPr>
        <p:spPr>
          <a:xfrm>
            <a:off x="176759" y="1245404"/>
            <a:ext cx="3469798" cy="276999"/>
          </a:xfrm>
          <a:prstGeom prst="rect">
            <a:avLst/>
          </a:prstGeom>
          <a:noFill/>
        </p:spPr>
        <p:txBody>
          <a:bodyPr wrap="square" rtlCol="0">
            <a:spAutoFit/>
          </a:bodyPr>
          <a:lstStyle/>
          <a:p>
            <a:pPr algn="ctr"/>
            <a:r>
              <a:rPr lang="en-US" sz="1200">
                <a:latin typeface="Arial" pitchFamily="34" charset="0"/>
                <a:cs typeface="Arial" pitchFamily="34" charset="0"/>
              </a:rPr>
              <a:t>APOS: Customer Enters SN on </a:t>
            </a:r>
            <a:r>
              <a:rPr lang="en-US" sz="1200" err="1">
                <a:latin typeface="Arial" pitchFamily="34" charset="0"/>
                <a:cs typeface="Arial" pitchFamily="34" charset="0"/>
              </a:rPr>
              <a:t>eSupport</a:t>
            </a:r>
            <a:endParaRPr lang="en-US" sz="1200">
              <a:latin typeface="Arial" pitchFamily="34" charset="0"/>
              <a:cs typeface="Arial" pitchFamily="34" charset="0"/>
            </a:endParaRPr>
          </a:p>
        </p:txBody>
      </p:sp>
      <p:graphicFrame>
        <p:nvGraphicFramePr>
          <p:cNvPr id="9" name="Table 8">
            <a:extLst>
              <a:ext uri="{FF2B5EF4-FFF2-40B4-BE49-F238E27FC236}">
                <a16:creationId xmlns:a16="http://schemas.microsoft.com/office/drawing/2014/main" id="{BD7EA8C2-B428-DA59-7367-8F0E8BC1DFED}"/>
              </a:ext>
            </a:extLst>
          </p:cNvPr>
          <p:cNvGraphicFramePr>
            <a:graphicFrameLocks noGrp="1"/>
          </p:cNvGraphicFramePr>
          <p:nvPr/>
        </p:nvGraphicFramePr>
        <p:xfrm>
          <a:off x="5018504" y="2072705"/>
          <a:ext cx="1967598" cy="990600"/>
        </p:xfrm>
        <a:graphic>
          <a:graphicData uri="http://schemas.openxmlformats.org/drawingml/2006/table">
            <a:tbl>
              <a:tblPr firstRow="1" bandRow="1">
                <a:tableStyleId>{00A15C55-8517-42AA-B614-E9B94910E393}</a:tableStyleId>
              </a:tblPr>
              <a:tblGrid>
                <a:gridCol w="420030">
                  <a:extLst>
                    <a:ext uri="{9D8B030D-6E8A-4147-A177-3AD203B41FA5}">
                      <a16:colId xmlns:a16="http://schemas.microsoft.com/office/drawing/2014/main" val="107631796"/>
                    </a:ext>
                  </a:extLst>
                </a:gridCol>
                <a:gridCol w="810036">
                  <a:extLst>
                    <a:ext uri="{9D8B030D-6E8A-4147-A177-3AD203B41FA5}">
                      <a16:colId xmlns:a16="http://schemas.microsoft.com/office/drawing/2014/main" val="1310179223"/>
                    </a:ext>
                  </a:extLst>
                </a:gridCol>
                <a:gridCol w="737532">
                  <a:extLst>
                    <a:ext uri="{9D8B030D-6E8A-4147-A177-3AD203B41FA5}">
                      <a16:colId xmlns:a16="http://schemas.microsoft.com/office/drawing/2014/main" val="2092794824"/>
                    </a:ext>
                  </a:extLst>
                </a:gridCol>
              </a:tblGrid>
              <a:tr h="175274">
                <a:tc>
                  <a:txBody>
                    <a:bodyPr/>
                    <a:lstStyle/>
                    <a:p>
                      <a:pPr algn="ctr"/>
                      <a:r>
                        <a:rPr lang="en-GB" sz="700">
                          <a:latin typeface="+mj-lt"/>
                        </a:rPr>
                        <a:t>Band</a:t>
                      </a:r>
                    </a:p>
                  </a:txBody>
                  <a:tcPr anchor="ctr"/>
                </a:tc>
                <a:tc>
                  <a:txBody>
                    <a:bodyPr/>
                    <a:lstStyle/>
                    <a:p>
                      <a:pPr algn="ctr"/>
                      <a:r>
                        <a:rPr lang="en-GB" sz="700" err="1">
                          <a:latin typeface="+mj-lt"/>
                        </a:rPr>
                        <a:t>Avg</a:t>
                      </a:r>
                      <a:r>
                        <a:rPr lang="en-GB" sz="700">
                          <a:latin typeface="+mj-lt"/>
                        </a:rPr>
                        <a:t> HW AUR</a:t>
                      </a:r>
                    </a:p>
                  </a:txBody>
                  <a:tcPr anchor="ctr"/>
                </a:tc>
                <a:tc>
                  <a:txBody>
                    <a:bodyPr/>
                    <a:lstStyle/>
                    <a:p>
                      <a:pPr algn="ctr"/>
                      <a:r>
                        <a:rPr lang="en-GB" sz="700">
                          <a:latin typeface="+mj-lt"/>
                        </a:rPr>
                        <a:t>New 3Y PS</a:t>
                      </a:r>
                    </a:p>
                  </a:txBody>
                  <a:tcPr anchor="ctr"/>
                </a:tc>
                <a:extLst>
                  <a:ext uri="{0D108BD9-81ED-4DB2-BD59-A6C34878D82A}">
                    <a16:rowId xmlns:a16="http://schemas.microsoft.com/office/drawing/2014/main" val="4201269028"/>
                  </a:ext>
                </a:extLst>
              </a:tr>
              <a:tr h="175274">
                <a:tc>
                  <a:txBody>
                    <a:bodyPr/>
                    <a:lstStyle/>
                    <a:p>
                      <a:pPr algn="ctr"/>
                      <a:r>
                        <a:rPr lang="en-GB" sz="700">
                          <a:latin typeface="+mj-lt"/>
                        </a:rPr>
                        <a:t>C</a:t>
                      </a:r>
                    </a:p>
                  </a:txBody>
                  <a:tcPr anchor="ctr"/>
                </a:tc>
                <a:tc>
                  <a:txBody>
                    <a:bodyPr/>
                    <a:lstStyle/>
                    <a:p>
                      <a:pPr algn="ctr" fontAlgn="b">
                        <a:buNone/>
                      </a:pPr>
                      <a:r>
                        <a:rPr lang="en-GB" sz="700" b="0" i="0" u="none" strike="noStrike">
                          <a:solidFill>
                            <a:srgbClr val="000000"/>
                          </a:solidFill>
                          <a:effectLst/>
                          <a:latin typeface="+mj-lt"/>
                        </a:rPr>
                        <a:t>1008</a:t>
                      </a:r>
                    </a:p>
                  </a:txBody>
                  <a:tcPr marL="6350" marR="6350" marT="6350" marB="0" anchor="ctr"/>
                </a:tc>
                <a:tc>
                  <a:txBody>
                    <a:bodyPr/>
                    <a:lstStyle/>
                    <a:p>
                      <a:pPr algn="ctr"/>
                      <a:r>
                        <a:rPr lang="en-GB" sz="700">
                          <a:latin typeface="+mj-lt"/>
                        </a:rPr>
                        <a:t>$144</a:t>
                      </a:r>
                    </a:p>
                  </a:txBody>
                  <a:tcPr anchor="ctr"/>
                </a:tc>
                <a:extLst>
                  <a:ext uri="{0D108BD9-81ED-4DB2-BD59-A6C34878D82A}">
                    <a16:rowId xmlns:a16="http://schemas.microsoft.com/office/drawing/2014/main" val="1394349190"/>
                  </a:ext>
                </a:extLst>
              </a:tr>
              <a:tr h="175274">
                <a:tc>
                  <a:txBody>
                    <a:bodyPr/>
                    <a:lstStyle/>
                    <a:p>
                      <a:pPr algn="ctr"/>
                      <a:r>
                        <a:rPr lang="en-GB" sz="700">
                          <a:latin typeface="+mj-lt"/>
                        </a:rPr>
                        <a:t>D</a:t>
                      </a:r>
                    </a:p>
                  </a:txBody>
                  <a:tcPr anchor="ctr"/>
                </a:tc>
                <a:tc>
                  <a:txBody>
                    <a:bodyPr/>
                    <a:lstStyle/>
                    <a:p>
                      <a:pPr algn="ctr" fontAlgn="b">
                        <a:buNone/>
                      </a:pPr>
                      <a:r>
                        <a:rPr lang="en-GB" sz="700" b="0" i="0" u="none" strike="noStrike">
                          <a:solidFill>
                            <a:srgbClr val="000000"/>
                          </a:solidFill>
                          <a:effectLst/>
                          <a:latin typeface="+mj-lt"/>
                        </a:rPr>
                        <a:t>1534</a:t>
                      </a:r>
                    </a:p>
                  </a:txBody>
                  <a:tcPr marL="6350" marR="6350" marT="6350" marB="0" anchor="ctr"/>
                </a:tc>
                <a:tc>
                  <a:txBody>
                    <a:bodyPr/>
                    <a:lstStyle/>
                    <a:p>
                      <a:pPr algn="ctr"/>
                      <a:r>
                        <a:rPr lang="en-GB" sz="700">
                          <a:latin typeface="+mj-lt"/>
                        </a:rPr>
                        <a:t>$184</a:t>
                      </a:r>
                    </a:p>
                  </a:txBody>
                  <a:tcPr anchor="ctr"/>
                </a:tc>
                <a:extLst>
                  <a:ext uri="{0D108BD9-81ED-4DB2-BD59-A6C34878D82A}">
                    <a16:rowId xmlns:a16="http://schemas.microsoft.com/office/drawing/2014/main" val="2246029110"/>
                  </a:ext>
                </a:extLst>
              </a:tr>
              <a:tr h="175274">
                <a:tc>
                  <a:txBody>
                    <a:bodyPr/>
                    <a:lstStyle/>
                    <a:p>
                      <a:pPr algn="ctr"/>
                      <a:r>
                        <a:rPr lang="en-GB" sz="700">
                          <a:latin typeface="+mj-lt"/>
                        </a:rPr>
                        <a:t>E</a:t>
                      </a:r>
                    </a:p>
                  </a:txBody>
                  <a:tcPr anchor="ctr"/>
                </a:tc>
                <a:tc>
                  <a:txBody>
                    <a:bodyPr/>
                    <a:lstStyle/>
                    <a:p>
                      <a:pPr algn="ctr" fontAlgn="b">
                        <a:buNone/>
                      </a:pPr>
                      <a:r>
                        <a:rPr lang="en-GB" sz="700" b="0" i="0" u="none" strike="noStrike">
                          <a:solidFill>
                            <a:srgbClr val="000000"/>
                          </a:solidFill>
                          <a:effectLst/>
                          <a:latin typeface="+mj-lt"/>
                        </a:rPr>
                        <a:t>1865</a:t>
                      </a:r>
                    </a:p>
                  </a:txBody>
                  <a:tcPr marL="6350" marR="6350" marT="6350" marB="0" anchor="ctr"/>
                </a:tc>
                <a:tc>
                  <a:txBody>
                    <a:bodyPr/>
                    <a:lstStyle/>
                    <a:p>
                      <a:pPr algn="ctr"/>
                      <a:r>
                        <a:rPr lang="en-GB" sz="700">
                          <a:latin typeface="+mj-lt"/>
                        </a:rPr>
                        <a:t>$224</a:t>
                      </a:r>
                    </a:p>
                  </a:txBody>
                  <a:tcPr anchor="ctr"/>
                </a:tc>
                <a:extLst>
                  <a:ext uri="{0D108BD9-81ED-4DB2-BD59-A6C34878D82A}">
                    <a16:rowId xmlns:a16="http://schemas.microsoft.com/office/drawing/2014/main" val="1938628188"/>
                  </a:ext>
                </a:extLst>
              </a:tr>
              <a:tr h="175274">
                <a:tc>
                  <a:txBody>
                    <a:bodyPr/>
                    <a:lstStyle/>
                    <a:p>
                      <a:pPr algn="ctr"/>
                      <a:r>
                        <a:rPr lang="en-GB" sz="700">
                          <a:latin typeface="+mj-lt"/>
                        </a:rPr>
                        <a:t>E</a:t>
                      </a:r>
                    </a:p>
                  </a:txBody>
                  <a:tcPr anchor="ctr"/>
                </a:tc>
                <a:tc>
                  <a:txBody>
                    <a:bodyPr/>
                    <a:lstStyle/>
                    <a:p>
                      <a:pPr algn="ctr" fontAlgn="b">
                        <a:buNone/>
                      </a:pPr>
                      <a:r>
                        <a:rPr lang="en-GB" sz="700" b="0" i="0" u="none" strike="noStrike">
                          <a:solidFill>
                            <a:srgbClr val="000000"/>
                          </a:solidFill>
                          <a:effectLst/>
                          <a:latin typeface="+mj-lt"/>
                        </a:rPr>
                        <a:t>1872</a:t>
                      </a:r>
                    </a:p>
                  </a:txBody>
                  <a:tcPr marL="6350" marR="6350" marT="6350" marB="0" anchor="ctr"/>
                </a:tc>
                <a:tc>
                  <a:txBody>
                    <a:bodyPr/>
                    <a:lstStyle/>
                    <a:p>
                      <a:pPr algn="ctr"/>
                      <a:r>
                        <a:rPr lang="en-GB" sz="700">
                          <a:latin typeface="+mj-lt"/>
                        </a:rPr>
                        <a:t>$224</a:t>
                      </a:r>
                    </a:p>
                  </a:txBody>
                  <a:tcPr anchor="ctr"/>
                </a:tc>
                <a:extLst>
                  <a:ext uri="{0D108BD9-81ED-4DB2-BD59-A6C34878D82A}">
                    <a16:rowId xmlns:a16="http://schemas.microsoft.com/office/drawing/2014/main" val="3459076294"/>
                  </a:ext>
                </a:extLst>
              </a:tr>
            </a:tbl>
          </a:graphicData>
        </a:graphic>
      </p:graphicFrame>
      <p:graphicFrame>
        <p:nvGraphicFramePr>
          <p:cNvPr id="10" name="Table 9">
            <a:extLst>
              <a:ext uri="{FF2B5EF4-FFF2-40B4-BE49-F238E27FC236}">
                <a16:creationId xmlns:a16="http://schemas.microsoft.com/office/drawing/2014/main" id="{AF61B5D4-FA4D-11F2-3AAA-C91931527C76}"/>
              </a:ext>
            </a:extLst>
          </p:cNvPr>
          <p:cNvGraphicFramePr>
            <a:graphicFrameLocks noGrp="1"/>
          </p:cNvGraphicFramePr>
          <p:nvPr/>
        </p:nvGraphicFramePr>
        <p:xfrm>
          <a:off x="4264784" y="3278704"/>
          <a:ext cx="3475037" cy="1747310"/>
        </p:xfrm>
        <a:graphic>
          <a:graphicData uri="http://schemas.openxmlformats.org/drawingml/2006/table">
            <a:tbl>
              <a:tblPr firstRow="1" bandRow="1">
                <a:tableStyleId>{93296810-A885-4BE3-A3E7-6D5BEEA58F35}</a:tableStyleId>
              </a:tblPr>
              <a:tblGrid>
                <a:gridCol w="425767">
                  <a:extLst>
                    <a:ext uri="{9D8B030D-6E8A-4147-A177-3AD203B41FA5}">
                      <a16:colId xmlns:a16="http://schemas.microsoft.com/office/drawing/2014/main" val="1666715712"/>
                    </a:ext>
                  </a:extLst>
                </a:gridCol>
                <a:gridCol w="513080">
                  <a:extLst>
                    <a:ext uri="{9D8B030D-6E8A-4147-A177-3AD203B41FA5}">
                      <a16:colId xmlns:a16="http://schemas.microsoft.com/office/drawing/2014/main" val="2685092813"/>
                    </a:ext>
                  </a:extLst>
                </a:gridCol>
                <a:gridCol w="513080">
                  <a:extLst>
                    <a:ext uri="{9D8B030D-6E8A-4147-A177-3AD203B41FA5}">
                      <a16:colId xmlns:a16="http://schemas.microsoft.com/office/drawing/2014/main" val="1718740649"/>
                    </a:ext>
                  </a:extLst>
                </a:gridCol>
                <a:gridCol w="905193">
                  <a:extLst>
                    <a:ext uri="{9D8B030D-6E8A-4147-A177-3AD203B41FA5}">
                      <a16:colId xmlns:a16="http://schemas.microsoft.com/office/drawing/2014/main" val="194313785"/>
                    </a:ext>
                  </a:extLst>
                </a:gridCol>
                <a:gridCol w="1117917">
                  <a:extLst>
                    <a:ext uri="{9D8B030D-6E8A-4147-A177-3AD203B41FA5}">
                      <a16:colId xmlns:a16="http://schemas.microsoft.com/office/drawing/2014/main" val="4128419088"/>
                    </a:ext>
                  </a:extLst>
                </a:gridCol>
              </a:tblGrid>
              <a:tr h="365636">
                <a:tc>
                  <a:txBody>
                    <a:bodyPr/>
                    <a:lstStyle/>
                    <a:p>
                      <a:pPr algn="ctr"/>
                      <a:r>
                        <a:rPr lang="en-GB" sz="700"/>
                        <a:t>Term</a:t>
                      </a:r>
                    </a:p>
                  </a:txBody>
                  <a:tcPr anchor="ctr"/>
                </a:tc>
                <a:tc>
                  <a:txBody>
                    <a:bodyPr/>
                    <a:lstStyle/>
                    <a:p>
                      <a:pPr marL="0" marR="0" lvl="0" indent="0" algn="ctr" defTabSz="1218987" rtl="0" eaLnBrk="1" fontAlgn="auto" latinLnBrk="0" hangingPunct="1">
                        <a:lnSpc>
                          <a:spcPct val="100000"/>
                        </a:lnSpc>
                        <a:spcBef>
                          <a:spcPts val="0"/>
                        </a:spcBef>
                        <a:spcAft>
                          <a:spcPts val="0"/>
                        </a:spcAft>
                        <a:buClrTx/>
                        <a:buSzTx/>
                        <a:buFontTx/>
                        <a:buNone/>
                        <a:tabLst/>
                        <a:defRPr/>
                      </a:pPr>
                      <a:r>
                        <a:rPr lang="en-GB" sz="700"/>
                        <a:t>Band E</a:t>
                      </a:r>
                    </a:p>
                    <a:p>
                      <a:pPr marL="0" marR="0" lvl="0" indent="0" algn="ctr" defTabSz="1218987" rtl="0" eaLnBrk="1" fontAlgn="auto" latinLnBrk="0" hangingPunct="1">
                        <a:lnSpc>
                          <a:spcPct val="100000"/>
                        </a:lnSpc>
                        <a:spcBef>
                          <a:spcPts val="0"/>
                        </a:spcBef>
                        <a:spcAft>
                          <a:spcPts val="0"/>
                        </a:spcAft>
                        <a:buClrTx/>
                        <a:buSzTx/>
                        <a:buFontTx/>
                        <a:buNone/>
                        <a:tabLst/>
                        <a:defRPr/>
                      </a:pPr>
                      <a:r>
                        <a:rPr lang="en-GB" sz="700"/>
                        <a:t>Depot</a:t>
                      </a:r>
                    </a:p>
                    <a:p>
                      <a:pPr marL="0" marR="0" lvl="0" indent="0" algn="ctr" defTabSz="1218987" rtl="0" eaLnBrk="1" fontAlgn="auto" latinLnBrk="0" hangingPunct="1">
                        <a:lnSpc>
                          <a:spcPct val="100000"/>
                        </a:lnSpc>
                        <a:spcBef>
                          <a:spcPts val="0"/>
                        </a:spcBef>
                        <a:spcAft>
                          <a:spcPts val="0"/>
                        </a:spcAft>
                        <a:buClrTx/>
                        <a:buSzTx/>
                        <a:buFontTx/>
                        <a:buNone/>
                        <a:tabLst/>
                        <a:defRPr/>
                      </a:pPr>
                      <a:r>
                        <a:rPr lang="en-GB" sz="700"/>
                        <a:t>(0.55x)</a:t>
                      </a:r>
                    </a:p>
                  </a:txBody>
                  <a:tcPr anchor="ctr"/>
                </a:tc>
                <a:tc>
                  <a:txBody>
                    <a:bodyPr/>
                    <a:lstStyle/>
                    <a:p>
                      <a:pPr marL="0" marR="0" lvl="0" indent="0" algn="ctr" defTabSz="1218987" rtl="0" eaLnBrk="1" fontAlgn="auto" latinLnBrk="0" hangingPunct="1">
                        <a:lnSpc>
                          <a:spcPct val="100000"/>
                        </a:lnSpc>
                        <a:spcBef>
                          <a:spcPts val="0"/>
                        </a:spcBef>
                        <a:spcAft>
                          <a:spcPts val="0"/>
                        </a:spcAft>
                        <a:buClrTx/>
                        <a:buSzTx/>
                        <a:buFontTx/>
                        <a:buNone/>
                        <a:tabLst/>
                        <a:defRPr/>
                      </a:pPr>
                      <a:r>
                        <a:rPr lang="en-GB" sz="700"/>
                        <a:t>Band E</a:t>
                      </a:r>
                    </a:p>
                    <a:p>
                      <a:pPr marL="0" marR="0" lvl="0" indent="0" algn="ctr" defTabSz="1218987" rtl="0" eaLnBrk="1" fontAlgn="auto" latinLnBrk="0" hangingPunct="1">
                        <a:lnSpc>
                          <a:spcPct val="100000"/>
                        </a:lnSpc>
                        <a:spcBef>
                          <a:spcPts val="0"/>
                        </a:spcBef>
                        <a:spcAft>
                          <a:spcPts val="0"/>
                        </a:spcAft>
                        <a:buClrTx/>
                        <a:buSzTx/>
                        <a:buFontTx/>
                        <a:buNone/>
                        <a:tabLst/>
                        <a:defRPr/>
                      </a:pPr>
                      <a:r>
                        <a:rPr lang="en-GB" sz="700"/>
                        <a:t>Onsite</a:t>
                      </a:r>
                    </a:p>
                    <a:p>
                      <a:pPr marL="0" marR="0" lvl="0" indent="0" algn="ctr" defTabSz="1218987" rtl="0" eaLnBrk="1" fontAlgn="auto" latinLnBrk="0" hangingPunct="1">
                        <a:lnSpc>
                          <a:spcPct val="100000"/>
                        </a:lnSpc>
                        <a:spcBef>
                          <a:spcPts val="0"/>
                        </a:spcBef>
                        <a:spcAft>
                          <a:spcPts val="0"/>
                        </a:spcAft>
                        <a:buClrTx/>
                        <a:buSzTx/>
                        <a:buFontTx/>
                        <a:buNone/>
                        <a:tabLst/>
                        <a:defRPr/>
                      </a:pPr>
                      <a:r>
                        <a:rPr lang="en-GB" sz="700"/>
                        <a:t>(0.75x)</a:t>
                      </a:r>
                    </a:p>
                  </a:txBody>
                  <a:tcPr anchor="ctr"/>
                </a:tc>
                <a:tc>
                  <a:txBody>
                    <a:bodyPr/>
                    <a:lstStyle/>
                    <a:p>
                      <a:pPr algn="ctr"/>
                      <a:r>
                        <a:rPr lang="en-GB" sz="700"/>
                        <a:t>Band E</a:t>
                      </a:r>
                    </a:p>
                    <a:p>
                      <a:pPr algn="ctr"/>
                      <a:r>
                        <a:rPr lang="en-GB" sz="700"/>
                        <a:t>Premier Support</a:t>
                      </a:r>
                    </a:p>
                  </a:txBody>
                  <a:tcPr anchor="ctr"/>
                </a:tc>
                <a:tc>
                  <a:txBody>
                    <a:bodyPr/>
                    <a:lstStyle/>
                    <a:p>
                      <a:pPr algn="ctr"/>
                      <a:r>
                        <a:rPr lang="en-GB" sz="700"/>
                        <a:t>Band E</a:t>
                      </a:r>
                    </a:p>
                    <a:p>
                      <a:pPr algn="ctr"/>
                      <a:r>
                        <a:rPr lang="en-GB" sz="700"/>
                        <a:t>Premier Support Plus</a:t>
                      </a:r>
                    </a:p>
                    <a:p>
                      <a:pPr algn="ctr"/>
                      <a:r>
                        <a:rPr lang="en-GB" sz="700"/>
                        <a:t>(+38%)</a:t>
                      </a:r>
                    </a:p>
                  </a:txBody>
                  <a:tcPr anchor="ctr"/>
                </a:tc>
                <a:extLst>
                  <a:ext uri="{0D108BD9-81ED-4DB2-BD59-A6C34878D82A}">
                    <a16:rowId xmlns:a16="http://schemas.microsoft.com/office/drawing/2014/main" val="1363275246"/>
                  </a:ext>
                </a:extLst>
              </a:tr>
              <a:tr h="267166">
                <a:tc>
                  <a:txBody>
                    <a:bodyPr/>
                    <a:lstStyle/>
                    <a:p>
                      <a:pPr algn="ctr"/>
                      <a:r>
                        <a:rPr lang="en-GB" sz="700">
                          <a:latin typeface="+mn-lt"/>
                        </a:rPr>
                        <a:t>12M</a:t>
                      </a:r>
                    </a:p>
                  </a:txBody>
                  <a:tcPr anchor="ctr"/>
                </a:tc>
                <a:tc>
                  <a:txBody>
                    <a:bodyPr/>
                    <a:lstStyle/>
                    <a:p>
                      <a:pPr algn="ctr" fontAlgn="b">
                        <a:buNone/>
                      </a:pPr>
                      <a:endParaRPr lang="en-GB" sz="700" b="0"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b">
                        <a:buNone/>
                      </a:pPr>
                      <a:r>
                        <a:rPr lang="en-GB" sz="700" b="0" i="0" u="none" strike="noStrike">
                          <a:solidFill>
                            <a:srgbClr val="000000"/>
                          </a:solidFill>
                          <a:effectLst/>
                          <a:latin typeface="Aptos Narrow" panose="020B0004020202020204" pitchFamily="34" charset="0"/>
                        </a:rPr>
                        <a:t>$156</a:t>
                      </a:r>
                    </a:p>
                  </a:txBody>
                  <a:tcPr marL="6350" marR="6350" marT="6350" marB="0" anchor="ctr"/>
                </a:tc>
                <a:tc>
                  <a:txBody>
                    <a:bodyPr/>
                    <a:lstStyle/>
                    <a:p>
                      <a:pPr algn="ctr" fontAlgn="b">
                        <a:buNone/>
                      </a:pPr>
                      <a:r>
                        <a:rPr lang="en-GB" sz="700" b="0" i="0" u="none" strike="noStrike">
                          <a:solidFill>
                            <a:srgbClr val="000000"/>
                          </a:solidFill>
                          <a:effectLst/>
                          <a:latin typeface="Aptos Narrow" panose="020B0004020202020204" pitchFamily="34" charset="0"/>
                        </a:rPr>
                        <a:t>$208</a:t>
                      </a:r>
                    </a:p>
                  </a:txBody>
                  <a:tcPr marL="6350" marR="6350" marT="6350" marB="0" anchor="ctr"/>
                </a:tc>
                <a:tc>
                  <a:txBody>
                    <a:bodyPr/>
                    <a:lstStyle/>
                    <a:p>
                      <a:pPr algn="ctr" fontAlgn="b">
                        <a:buNone/>
                      </a:pPr>
                      <a:r>
                        <a:rPr lang="en-GB" sz="700" b="0" i="0" u="none" strike="noStrike">
                          <a:solidFill>
                            <a:srgbClr val="000000"/>
                          </a:solidFill>
                          <a:effectLst/>
                          <a:latin typeface="Aptos Narrow" panose="020B0004020202020204" pitchFamily="34" charset="0"/>
                        </a:rPr>
                        <a:t>$287</a:t>
                      </a:r>
                    </a:p>
                  </a:txBody>
                  <a:tcPr marL="6350" marR="6350" marT="6350" marB="0" anchor="ctr"/>
                </a:tc>
                <a:extLst>
                  <a:ext uri="{0D108BD9-81ED-4DB2-BD59-A6C34878D82A}">
                    <a16:rowId xmlns:a16="http://schemas.microsoft.com/office/drawing/2014/main" val="2086337682"/>
                  </a:ext>
                </a:extLst>
              </a:tr>
              <a:tr h="267166">
                <a:tc>
                  <a:txBody>
                    <a:bodyPr/>
                    <a:lstStyle/>
                    <a:p>
                      <a:pPr algn="ctr"/>
                      <a:r>
                        <a:rPr lang="en-GB" sz="700">
                          <a:latin typeface="+mn-lt"/>
                        </a:rPr>
                        <a:t>24M</a:t>
                      </a:r>
                    </a:p>
                  </a:txBody>
                  <a:tcPr anchor="ctr"/>
                </a:tc>
                <a:tc>
                  <a:txBody>
                    <a:bodyPr/>
                    <a:lstStyle/>
                    <a:p>
                      <a:pPr algn="ctr" fontAlgn="b">
                        <a:buNone/>
                      </a:pPr>
                      <a:r>
                        <a:rPr lang="en-GB" sz="700" b="0" i="0" u="none" strike="noStrike">
                          <a:solidFill>
                            <a:srgbClr val="000000"/>
                          </a:solidFill>
                          <a:effectLst/>
                          <a:latin typeface="Aptos Narrow" panose="020B0004020202020204" pitchFamily="34" charset="0"/>
                        </a:rPr>
                        <a:t>$180</a:t>
                      </a:r>
                    </a:p>
                  </a:txBody>
                  <a:tcPr marL="6350" marR="6350" marT="6350" marB="0" anchor="ctr"/>
                </a:tc>
                <a:tc>
                  <a:txBody>
                    <a:bodyPr/>
                    <a:lstStyle/>
                    <a:p>
                      <a:pPr algn="ctr" fontAlgn="b">
                        <a:buNone/>
                      </a:pPr>
                      <a:r>
                        <a:rPr lang="en-GB" sz="700" b="0" i="0" u="none" strike="noStrike">
                          <a:solidFill>
                            <a:srgbClr val="000000"/>
                          </a:solidFill>
                          <a:effectLst/>
                          <a:latin typeface="Aptos Narrow" panose="020B0004020202020204" pitchFamily="34" charset="0"/>
                        </a:rPr>
                        <a:t>$246</a:t>
                      </a:r>
                    </a:p>
                  </a:txBody>
                  <a:tcPr marL="6350" marR="6350" marT="6350" marB="0" anchor="ctr"/>
                </a:tc>
                <a:tc>
                  <a:txBody>
                    <a:bodyPr/>
                    <a:lstStyle/>
                    <a:p>
                      <a:pPr algn="ctr" fontAlgn="b">
                        <a:buNone/>
                      </a:pPr>
                      <a:r>
                        <a:rPr lang="en-GB" sz="700" b="0" i="0" u="none" strike="noStrike">
                          <a:solidFill>
                            <a:srgbClr val="000000"/>
                          </a:solidFill>
                          <a:effectLst/>
                          <a:latin typeface="Aptos Narrow" panose="020B0004020202020204" pitchFamily="34" charset="0"/>
                        </a:rPr>
                        <a:t>$328</a:t>
                      </a:r>
                    </a:p>
                  </a:txBody>
                  <a:tcPr marL="6350" marR="6350" marT="6350" marB="0" anchor="ctr"/>
                </a:tc>
                <a:tc>
                  <a:txBody>
                    <a:bodyPr/>
                    <a:lstStyle/>
                    <a:p>
                      <a:pPr algn="ctr" fontAlgn="b">
                        <a:buNone/>
                      </a:pPr>
                      <a:r>
                        <a:rPr lang="en-GB" sz="700" b="0" i="0" u="none" strike="noStrike">
                          <a:solidFill>
                            <a:srgbClr val="000000"/>
                          </a:solidFill>
                          <a:effectLst/>
                          <a:latin typeface="Aptos Narrow" panose="020B0004020202020204" pitchFamily="34" charset="0"/>
                        </a:rPr>
                        <a:t>$453</a:t>
                      </a:r>
                    </a:p>
                  </a:txBody>
                  <a:tcPr marL="6350" marR="6350" marT="6350" marB="0" anchor="ctr"/>
                </a:tc>
                <a:extLst>
                  <a:ext uri="{0D108BD9-81ED-4DB2-BD59-A6C34878D82A}">
                    <a16:rowId xmlns:a16="http://schemas.microsoft.com/office/drawing/2014/main" val="2981559497"/>
                  </a:ext>
                </a:extLst>
              </a:tr>
              <a:tr h="267166">
                <a:tc>
                  <a:txBody>
                    <a:bodyPr/>
                    <a:lstStyle/>
                    <a:p>
                      <a:pPr algn="ctr"/>
                      <a:r>
                        <a:rPr lang="en-GB" sz="700">
                          <a:latin typeface="+mn-lt"/>
                        </a:rPr>
                        <a:t>36M</a:t>
                      </a:r>
                    </a:p>
                  </a:txBody>
                  <a:tcPr anchor="ctr"/>
                </a:tc>
                <a:tc>
                  <a:txBody>
                    <a:bodyPr/>
                    <a:lstStyle/>
                    <a:p>
                      <a:pPr algn="ctr" fontAlgn="b">
                        <a:buNone/>
                      </a:pPr>
                      <a:r>
                        <a:rPr lang="en-GB" sz="700" b="0" i="0" u="none" strike="noStrike">
                          <a:solidFill>
                            <a:srgbClr val="000000"/>
                          </a:solidFill>
                          <a:effectLst/>
                          <a:latin typeface="Aptos Narrow" panose="020B0004020202020204" pitchFamily="34" charset="0"/>
                        </a:rPr>
                        <a:t>$220</a:t>
                      </a:r>
                    </a:p>
                  </a:txBody>
                  <a:tcPr marL="6350" marR="6350" marT="6350" marB="0" anchor="ctr"/>
                </a:tc>
                <a:tc>
                  <a:txBody>
                    <a:bodyPr/>
                    <a:lstStyle/>
                    <a:p>
                      <a:pPr algn="ctr" fontAlgn="b">
                        <a:buNone/>
                      </a:pPr>
                      <a:r>
                        <a:rPr lang="en-GB" sz="700" b="0" i="0" u="none" strike="noStrike">
                          <a:solidFill>
                            <a:srgbClr val="000000"/>
                          </a:solidFill>
                          <a:effectLst/>
                          <a:latin typeface="Aptos Narrow" panose="020B0004020202020204" pitchFamily="34" charset="0"/>
                        </a:rPr>
                        <a:t>$300</a:t>
                      </a:r>
                    </a:p>
                  </a:txBody>
                  <a:tcPr marL="6350" marR="6350" marT="6350" marB="0" anchor="ctr"/>
                </a:tc>
                <a:tc>
                  <a:txBody>
                    <a:bodyPr/>
                    <a:lstStyle/>
                    <a:p>
                      <a:pPr algn="ctr" fontAlgn="b">
                        <a:buNone/>
                      </a:pPr>
                      <a:r>
                        <a:rPr lang="en-GB" sz="700" b="0" i="0" u="none" strike="noStrike">
                          <a:solidFill>
                            <a:srgbClr val="000000"/>
                          </a:solidFill>
                          <a:effectLst/>
                          <a:latin typeface="Aptos Narrow" panose="020B0004020202020204" pitchFamily="34" charset="0"/>
                        </a:rPr>
                        <a:t>$400</a:t>
                      </a:r>
                    </a:p>
                  </a:txBody>
                  <a:tcPr marL="6350" marR="6350" marT="6350" marB="0" anchor="ctr"/>
                </a:tc>
                <a:tc>
                  <a:txBody>
                    <a:bodyPr/>
                    <a:lstStyle/>
                    <a:p>
                      <a:pPr algn="ctr" fontAlgn="b">
                        <a:buNone/>
                      </a:pPr>
                      <a:r>
                        <a:rPr lang="en-GB" sz="700" b="0" i="0" u="none" strike="noStrike">
                          <a:solidFill>
                            <a:srgbClr val="000000"/>
                          </a:solidFill>
                          <a:effectLst/>
                          <a:latin typeface="Aptos Narrow" panose="020B0004020202020204" pitchFamily="34" charset="0"/>
                        </a:rPr>
                        <a:t>$552</a:t>
                      </a:r>
                    </a:p>
                  </a:txBody>
                  <a:tcPr marL="6350" marR="6350" marT="6350" marB="0" anchor="ctr"/>
                </a:tc>
                <a:extLst>
                  <a:ext uri="{0D108BD9-81ED-4DB2-BD59-A6C34878D82A}">
                    <a16:rowId xmlns:a16="http://schemas.microsoft.com/office/drawing/2014/main" val="1559112507"/>
                  </a:ext>
                </a:extLst>
              </a:tr>
              <a:tr h="267166">
                <a:tc>
                  <a:txBody>
                    <a:bodyPr/>
                    <a:lstStyle/>
                    <a:p>
                      <a:pPr algn="ctr"/>
                      <a:r>
                        <a:rPr lang="en-GB" sz="700">
                          <a:latin typeface="+mn-lt"/>
                        </a:rPr>
                        <a:t>48M</a:t>
                      </a:r>
                    </a:p>
                  </a:txBody>
                  <a:tcPr anchor="ctr"/>
                </a:tc>
                <a:tc>
                  <a:txBody>
                    <a:bodyPr/>
                    <a:lstStyle/>
                    <a:p>
                      <a:pPr algn="ctr" fontAlgn="b">
                        <a:buNone/>
                      </a:pPr>
                      <a:r>
                        <a:rPr lang="en-GB" sz="700" b="0" i="0" u="none" strike="noStrike">
                          <a:solidFill>
                            <a:srgbClr val="000000"/>
                          </a:solidFill>
                          <a:effectLst/>
                          <a:latin typeface="Aptos Narrow" panose="020B0004020202020204" pitchFamily="34" charset="0"/>
                        </a:rPr>
                        <a:t>$244</a:t>
                      </a:r>
                    </a:p>
                  </a:txBody>
                  <a:tcPr marL="6350" marR="6350" marT="6350" marB="0" anchor="ctr"/>
                </a:tc>
                <a:tc>
                  <a:txBody>
                    <a:bodyPr/>
                    <a:lstStyle/>
                    <a:p>
                      <a:pPr algn="ctr" fontAlgn="b">
                        <a:buNone/>
                      </a:pPr>
                      <a:r>
                        <a:rPr lang="en-GB" sz="700" b="0" i="0" u="none" strike="noStrike">
                          <a:solidFill>
                            <a:srgbClr val="000000"/>
                          </a:solidFill>
                          <a:effectLst/>
                          <a:latin typeface="Aptos Narrow" panose="020B0004020202020204" pitchFamily="34" charset="0"/>
                        </a:rPr>
                        <a:t>$342</a:t>
                      </a:r>
                    </a:p>
                  </a:txBody>
                  <a:tcPr marL="6350" marR="6350" marT="6350" marB="0" anchor="ctr"/>
                </a:tc>
                <a:tc>
                  <a:txBody>
                    <a:bodyPr/>
                    <a:lstStyle/>
                    <a:p>
                      <a:pPr algn="ctr" fontAlgn="b">
                        <a:buNone/>
                      </a:pPr>
                      <a:r>
                        <a:rPr lang="en-GB" sz="700" b="0" i="0" u="none" strike="noStrike">
                          <a:solidFill>
                            <a:srgbClr val="000000"/>
                          </a:solidFill>
                          <a:effectLst/>
                          <a:latin typeface="Aptos Narrow" panose="020B0004020202020204" pitchFamily="34" charset="0"/>
                        </a:rPr>
                        <a:t>$460</a:t>
                      </a:r>
                    </a:p>
                  </a:txBody>
                  <a:tcPr marL="6350" marR="6350" marT="6350" marB="0" anchor="ctr"/>
                </a:tc>
                <a:tc>
                  <a:txBody>
                    <a:bodyPr/>
                    <a:lstStyle/>
                    <a:p>
                      <a:pPr algn="ctr" fontAlgn="b">
                        <a:buNone/>
                      </a:pPr>
                      <a:r>
                        <a:rPr lang="en-GB" sz="700" b="0" i="0" u="none" strike="noStrike">
                          <a:solidFill>
                            <a:srgbClr val="000000"/>
                          </a:solidFill>
                          <a:effectLst/>
                          <a:latin typeface="Aptos Narrow" panose="020B0004020202020204" pitchFamily="34" charset="0"/>
                        </a:rPr>
                        <a:t>$651</a:t>
                      </a:r>
                    </a:p>
                  </a:txBody>
                  <a:tcPr marL="6350" marR="6350" marT="6350" marB="0" anchor="ctr"/>
                </a:tc>
                <a:extLst>
                  <a:ext uri="{0D108BD9-81ED-4DB2-BD59-A6C34878D82A}">
                    <a16:rowId xmlns:a16="http://schemas.microsoft.com/office/drawing/2014/main" val="3861159966"/>
                  </a:ext>
                </a:extLst>
              </a:tr>
              <a:tr h="267166">
                <a:tc>
                  <a:txBody>
                    <a:bodyPr/>
                    <a:lstStyle/>
                    <a:p>
                      <a:pPr algn="ctr"/>
                      <a:r>
                        <a:rPr lang="en-GB" sz="700">
                          <a:latin typeface="+mn-lt"/>
                        </a:rPr>
                        <a:t>60M</a:t>
                      </a:r>
                    </a:p>
                  </a:txBody>
                  <a:tcPr anchor="ctr"/>
                </a:tc>
                <a:tc>
                  <a:txBody>
                    <a:bodyPr/>
                    <a:lstStyle/>
                    <a:p>
                      <a:pPr algn="ctr" fontAlgn="b">
                        <a:buNone/>
                      </a:pPr>
                      <a:r>
                        <a:rPr lang="en-GB" sz="700" b="0" i="0" u="none" strike="noStrike">
                          <a:solidFill>
                            <a:srgbClr val="000000"/>
                          </a:solidFill>
                          <a:effectLst/>
                          <a:latin typeface="Aptos Narrow" panose="020B0004020202020204" pitchFamily="34" charset="0"/>
                        </a:rPr>
                        <a:t>$264</a:t>
                      </a:r>
                    </a:p>
                  </a:txBody>
                  <a:tcPr marL="6350" marR="6350" marT="6350" marB="0" anchor="ctr"/>
                </a:tc>
                <a:tc>
                  <a:txBody>
                    <a:bodyPr/>
                    <a:lstStyle/>
                    <a:p>
                      <a:pPr algn="ctr" fontAlgn="b">
                        <a:buNone/>
                      </a:pPr>
                      <a:r>
                        <a:rPr lang="en-GB" sz="700" b="0" i="0" u="none" strike="noStrike">
                          <a:solidFill>
                            <a:srgbClr val="000000"/>
                          </a:solidFill>
                          <a:effectLst/>
                          <a:latin typeface="Aptos Narrow" panose="020B0004020202020204" pitchFamily="34" charset="0"/>
                        </a:rPr>
                        <a:t>$381</a:t>
                      </a:r>
                    </a:p>
                  </a:txBody>
                  <a:tcPr marL="6350" marR="6350" marT="6350" marB="0" anchor="ctr"/>
                </a:tc>
                <a:tc>
                  <a:txBody>
                    <a:bodyPr/>
                    <a:lstStyle/>
                    <a:p>
                      <a:pPr algn="ctr" fontAlgn="b">
                        <a:buNone/>
                      </a:pPr>
                      <a:r>
                        <a:rPr lang="en-GB" sz="700" b="0" i="0" u="none" strike="noStrike">
                          <a:solidFill>
                            <a:srgbClr val="000000"/>
                          </a:solidFill>
                          <a:effectLst/>
                          <a:latin typeface="Aptos Narrow" panose="020B0004020202020204" pitchFamily="34" charset="0"/>
                        </a:rPr>
                        <a:t>$516</a:t>
                      </a:r>
                    </a:p>
                  </a:txBody>
                  <a:tcPr marL="6350" marR="6350" marT="6350" marB="0" anchor="ctr"/>
                </a:tc>
                <a:tc>
                  <a:txBody>
                    <a:bodyPr/>
                    <a:lstStyle/>
                    <a:p>
                      <a:pPr algn="ctr" fontAlgn="b">
                        <a:buNone/>
                      </a:pPr>
                      <a:r>
                        <a:rPr lang="en-GB" sz="700" b="0" i="0" u="none" strike="noStrike">
                          <a:solidFill>
                            <a:srgbClr val="000000"/>
                          </a:solidFill>
                          <a:effectLst/>
                          <a:latin typeface="Aptos Narrow" panose="020B0004020202020204" pitchFamily="34" charset="0"/>
                        </a:rPr>
                        <a:t>$773</a:t>
                      </a:r>
                    </a:p>
                  </a:txBody>
                  <a:tcPr marL="6350" marR="6350" marT="6350" marB="0" anchor="ctr"/>
                </a:tc>
                <a:extLst>
                  <a:ext uri="{0D108BD9-81ED-4DB2-BD59-A6C34878D82A}">
                    <a16:rowId xmlns:a16="http://schemas.microsoft.com/office/drawing/2014/main" val="1188480417"/>
                  </a:ext>
                </a:extLst>
              </a:tr>
            </a:tbl>
          </a:graphicData>
        </a:graphic>
      </p:graphicFrame>
      <p:sp>
        <p:nvSpPr>
          <p:cNvPr id="13" name="TextBox 12">
            <a:extLst>
              <a:ext uri="{FF2B5EF4-FFF2-40B4-BE49-F238E27FC236}">
                <a16:creationId xmlns:a16="http://schemas.microsoft.com/office/drawing/2014/main" id="{48FB91BC-B845-4C1C-BCCB-6ACD439AEED2}"/>
              </a:ext>
            </a:extLst>
          </p:cNvPr>
          <p:cNvSpPr txBox="1"/>
          <p:nvPr/>
        </p:nvSpPr>
        <p:spPr>
          <a:xfrm>
            <a:off x="8175749" y="1234648"/>
            <a:ext cx="4120685" cy="461665"/>
          </a:xfrm>
          <a:prstGeom prst="rect">
            <a:avLst/>
          </a:prstGeom>
          <a:noFill/>
        </p:spPr>
        <p:txBody>
          <a:bodyPr wrap="square" rtlCol="0">
            <a:spAutoFit/>
          </a:bodyPr>
          <a:lstStyle/>
          <a:p>
            <a:pPr algn="ctr"/>
            <a:r>
              <a:rPr lang="en-US" sz="1200">
                <a:latin typeface="Arial" pitchFamily="34" charset="0"/>
                <a:cs typeface="Arial" pitchFamily="34" charset="0"/>
              </a:rPr>
              <a:t>Return Dynamic Price </a:t>
            </a:r>
            <a:r>
              <a:rPr lang="en-US" sz="1200" i="1">
                <a:latin typeface="Arial" pitchFamily="34" charset="0"/>
                <a:cs typeface="Arial" pitchFamily="34" charset="0"/>
              </a:rPr>
              <a:t>(and 1 PN per offering)</a:t>
            </a:r>
          </a:p>
          <a:p>
            <a:pPr algn="ctr"/>
            <a:r>
              <a:rPr lang="en-US" sz="1200">
                <a:latin typeface="Arial" pitchFamily="34" charset="0"/>
                <a:cs typeface="Arial" pitchFamily="34" charset="0"/>
              </a:rPr>
              <a:t>to customer</a:t>
            </a:r>
            <a:endParaRPr lang="en-US" sz="1800">
              <a:latin typeface="Arial" pitchFamily="34" charset="0"/>
              <a:cs typeface="Arial" pitchFamily="34" charset="0"/>
            </a:endParaRPr>
          </a:p>
        </p:txBody>
      </p:sp>
      <p:cxnSp>
        <p:nvCxnSpPr>
          <p:cNvPr id="23" name="Straight Arrow Connector 22">
            <a:extLst>
              <a:ext uri="{FF2B5EF4-FFF2-40B4-BE49-F238E27FC236}">
                <a16:creationId xmlns:a16="http://schemas.microsoft.com/office/drawing/2014/main" id="{8E064285-FC37-8AB0-E1CB-E37C5F8348C7}"/>
              </a:ext>
            </a:extLst>
          </p:cNvPr>
          <p:cNvCxnSpPr>
            <a:cxnSpLocks/>
            <a:stCxn id="14" idx="3"/>
            <a:endCxn id="12" idx="1"/>
          </p:cNvCxnSpPr>
          <p:nvPr/>
        </p:nvCxnSpPr>
        <p:spPr>
          <a:xfrm>
            <a:off x="3271077" y="3474733"/>
            <a:ext cx="674382" cy="396"/>
          </a:xfrm>
          <a:prstGeom prst="straightConnector1">
            <a:avLst/>
          </a:prstGeom>
          <a:ln w="12700">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4996633A-DD06-7A60-191F-8D29A50E35FD}"/>
              </a:ext>
            </a:extLst>
          </p:cNvPr>
          <p:cNvCxnSpPr>
            <a:cxnSpLocks/>
            <a:stCxn id="12" idx="3"/>
            <a:endCxn id="4" idx="1"/>
          </p:cNvCxnSpPr>
          <p:nvPr/>
        </p:nvCxnSpPr>
        <p:spPr>
          <a:xfrm flipV="1">
            <a:off x="8111428" y="3474733"/>
            <a:ext cx="674382" cy="396"/>
          </a:xfrm>
          <a:prstGeom prst="straightConnector1">
            <a:avLst/>
          </a:prstGeom>
          <a:ln w="12700">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727E9614-C209-F469-E08F-84A3C56A9B7F}"/>
              </a:ext>
            </a:extLst>
          </p:cNvPr>
          <p:cNvPicPr>
            <a:picLocks noChangeAspect="1"/>
          </p:cNvPicPr>
          <p:nvPr/>
        </p:nvPicPr>
        <p:blipFill>
          <a:blip r:embed="rId2"/>
          <a:stretch>
            <a:fillRect/>
          </a:stretch>
        </p:blipFill>
        <p:spPr>
          <a:xfrm>
            <a:off x="8785810" y="2413391"/>
            <a:ext cx="3094317" cy="2122684"/>
          </a:xfrm>
          <a:prstGeom prst="rect">
            <a:avLst/>
          </a:prstGeom>
          <a:ln>
            <a:noFill/>
          </a:ln>
          <a:effectLst>
            <a:outerShdw blurRad="190500" algn="tl" rotWithShape="0">
              <a:srgbClr val="000000">
                <a:alpha val="70000"/>
              </a:srgbClr>
            </a:outerShdw>
          </a:effectLst>
        </p:spPr>
      </p:pic>
      <p:pic>
        <p:nvPicPr>
          <p:cNvPr id="14" name="Picture 13">
            <a:extLst>
              <a:ext uri="{FF2B5EF4-FFF2-40B4-BE49-F238E27FC236}">
                <a16:creationId xmlns:a16="http://schemas.microsoft.com/office/drawing/2014/main" id="{6CF5E140-26BB-D5BC-76E8-31E7E8A82FCB}"/>
              </a:ext>
            </a:extLst>
          </p:cNvPr>
          <p:cNvPicPr>
            <a:picLocks noChangeAspect="1"/>
          </p:cNvPicPr>
          <p:nvPr/>
        </p:nvPicPr>
        <p:blipFill>
          <a:blip r:embed="rId3"/>
          <a:stretch>
            <a:fillRect/>
          </a:stretch>
        </p:blipFill>
        <p:spPr>
          <a:xfrm>
            <a:off x="1047521" y="2923235"/>
            <a:ext cx="2223556" cy="1102996"/>
          </a:xfrm>
          <a:prstGeom prst="rect">
            <a:avLst/>
          </a:prstGeom>
          <a:ln>
            <a:noFill/>
          </a:ln>
          <a:effectLst>
            <a:outerShdw blurRad="190500" algn="tl" rotWithShape="0">
              <a:srgbClr val="000000">
                <a:alpha val="70000"/>
              </a:srgbClr>
            </a:outerShdw>
          </a:effectLst>
        </p:spPr>
      </p:pic>
      <p:sp>
        <p:nvSpPr>
          <p:cNvPr id="16" name="TextBox 15">
            <a:extLst>
              <a:ext uri="{FF2B5EF4-FFF2-40B4-BE49-F238E27FC236}">
                <a16:creationId xmlns:a16="http://schemas.microsoft.com/office/drawing/2014/main" id="{D744A8AE-AA92-C828-36C2-E7E3C92B3967}"/>
              </a:ext>
            </a:extLst>
          </p:cNvPr>
          <p:cNvSpPr txBox="1"/>
          <p:nvPr/>
        </p:nvSpPr>
        <p:spPr>
          <a:xfrm>
            <a:off x="3945458" y="5356413"/>
            <a:ext cx="4165969" cy="600164"/>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pPr algn="ctr"/>
            <a:r>
              <a:rPr lang="en-US" sz="1100" b="1">
                <a:latin typeface="Arial" pitchFamily="34" charset="0"/>
                <a:cs typeface="Arial" pitchFamily="34" charset="0"/>
              </a:rPr>
              <a:t>Unique APOS Factors:</a:t>
            </a:r>
          </a:p>
          <a:p>
            <a:pPr algn="ctr"/>
            <a:r>
              <a:rPr lang="en-US" sz="1100" b="1">
                <a:latin typeface="Arial" pitchFamily="34" charset="0"/>
                <a:cs typeface="Arial" pitchFamily="34" charset="0"/>
              </a:rPr>
              <a:t>Moment in Time</a:t>
            </a:r>
          </a:p>
          <a:p>
            <a:pPr algn="ctr"/>
            <a:r>
              <a:rPr lang="en-US" sz="1100" b="1">
                <a:latin typeface="Arial" pitchFamily="34" charset="0"/>
                <a:cs typeface="Arial" pitchFamily="34" charset="0"/>
              </a:rPr>
              <a:t>Starting Point</a:t>
            </a:r>
          </a:p>
        </p:txBody>
      </p:sp>
      <p:cxnSp>
        <p:nvCxnSpPr>
          <p:cNvPr id="18" name="Straight Connector 17">
            <a:extLst>
              <a:ext uri="{FF2B5EF4-FFF2-40B4-BE49-F238E27FC236}">
                <a16:creationId xmlns:a16="http://schemas.microsoft.com/office/drawing/2014/main" id="{25930C2B-38E3-1E3D-6AD1-9C9A31258C3C}"/>
              </a:ext>
            </a:extLst>
          </p:cNvPr>
          <p:cNvCxnSpPr>
            <a:stCxn id="12" idx="2"/>
            <a:endCxn id="16" idx="0"/>
          </p:cNvCxnSpPr>
          <p:nvPr/>
        </p:nvCxnSpPr>
        <p:spPr>
          <a:xfrm flipH="1">
            <a:off x="6028443" y="5129428"/>
            <a:ext cx="1" cy="226985"/>
          </a:xfrm>
          <a:prstGeom prst="line">
            <a:avLst/>
          </a:prstGeom>
          <a:ln w="12700">
            <a:solidFill>
              <a:schemeClr val="tx1"/>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74382106"/>
      </p:ext>
    </p:extLst>
  </p:cSld>
  <p:clrMapOvr>
    <a:masterClrMapping/>
  </p:clrMapOvr>
  <p:transition spd="med"/>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lt;root reqver=&quot;28224&quot;&gt;&lt;version val=&quot;35790&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d/%m/%Y&lt;/m_strFormatTime&gt;&lt;m_yearfmt&gt;&lt;begin val=&quot;0&quot;/&gt;&lt;end val=&quot;0&quot;/&gt;&lt;/m_yearfmt&gt;&lt;/m_precDefaultDate&gt;&lt;m_precDefaultDay&gt;&lt;m_yearfmt&gt;&lt;begin val=&quot;0&quot;/&gt;&lt;end val=&quot;4&quot;/&gt;&lt;/m_yearfmt&gt;&lt;/m_precDefaultDay&gt;&lt;m_precDefaultWeek&gt;&lt;m_yearfmt&gt;&lt;begin val=&quot;0&quot;/&gt;&lt;end val=&quot;4&quot;/&gt;&lt;/m_yearfmt&gt;&lt;/m_precDefaultWeek&gt;&lt;m_precDefaultMonth&gt;&lt;m_yearfmt&gt;&lt;begin val=&quot;0&quot;/&gt;&lt;end val=&quot;4&quot;/&gt;&lt;/m_yearfmt&gt;&lt;/m_precDefaultMonth&gt;&lt;m_precDefaultQuarter&gt;&lt;m_yearfmt&gt;&lt;begin val=&quot;0&quot;/&gt;&lt;end val=&quot;4&quot;/&gt;&lt;/m_yearfmt&gt;&lt;/m_precDefaultQuarter&gt;&lt;m_precDefaultYear&gt;&lt;m_yearfmt&gt;&lt;begin val=&quot;0&quot;/&gt;&lt;end val=&quot;4&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0&quot;/&gt;&lt;/m_mruColor&gt;&lt;m_eweekdayFirstOfWeek val=&quot;2&quot;/&gt;&lt;m_eweekdayFirstOfWorkweek val=&quot;2&quot;/&gt;&lt;m_eweekdayFirstOfWeekend val=&quot;7&quot;/&gt;&lt;/CPresentation&gt;&lt;/root&gt;"/>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Lenovo Master">
  <a:themeElements>
    <a:clrScheme name="OneLenovo">
      <a:dk1>
        <a:srgbClr val="000000"/>
      </a:dk1>
      <a:lt1>
        <a:sysClr val="window" lastClr="FFFFFF"/>
      </a:lt1>
      <a:dk2>
        <a:srgbClr val="F26A52"/>
      </a:dk2>
      <a:lt2>
        <a:srgbClr val="4E444E"/>
      </a:lt2>
      <a:accent1>
        <a:srgbClr val="E1251B"/>
      </a:accent1>
      <a:accent2>
        <a:srgbClr val="871C23"/>
      </a:accent2>
      <a:accent3>
        <a:srgbClr val="D9C1D8"/>
      </a:accent3>
      <a:accent4>
        <a:srgbClr val="4D144A"/>
      </a:accent4>
      <a:accent5>
        <a:srgbClr val="C9D0F0"/>
      </a:accent5>
      <a:accent6>
        <a:srgbClr val="11184F"/>
      </a:accent6>
      <a:hlink>
        <a:srgbClr val="3046AD"/>
      </a:hlink>
      <a:folHlink>
        <a:srgbClr val="3046AD"/>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B8252E"/>
        </a:solidFill>
        <a:ln>
          <a:noFill/>
        </a:ln>
      </a:spPr>
      <a:bodyPr lIns="182880" tIns="182880" rIns="182880" bIns="182880" rtlCol="0" anchor="t"/>
      <a:lstStyle>
        <a:defPPr algn="l">
          <a:defRPr sz="1600" dirty="0" err="1">
            <a:solidFill>
              <a:prstClr val="white"/>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miter lim="800000"/>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gn="l">
          <a:defRPr sz="1800" dirty="0" err="1" smtClean="0">
            <a:latin typeface="Arial" pitchFamily="34" charset="0"/>
            <a:cs typeface="Arial" pitchFamily="34" charset="0"/>
          </a:defRPr>
        </a:defPPr>
      </a:lstStyle>
    </a:txDef>
  </a:objectDefaults>
  <a:extraClrSchemeLst/>
  <a:extLst>
    <a:ext uri="{05A4C25C-085E-4340-85A3-A5531E510DB2}">
      <thm15:themeFamily xmlns:thm15="http://schemas.microsoft.com/office/thememl/2012/main" name="Lenovo_Restricted-Template" id="{96C4AC9C-50EB-4C5C-9B7F-FE7F2CA55CAE}" vid="{49DE9C15-F3B6-4DCC-896D-BD177571688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1870</TotalTime>
  <Words>3891</Words>
  <Application>Microsoft Office PowerPoint</Application>
  <PresentationFormat>Widescreen</PresentationFormat>
  <Paragraphs>1078</Paragraphs>
  <Slides>24</Slides>
  <Notes>21</Notes>
  <HiddenSlides>5</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24</vt:i4>
      </vt:variant>
    </vt:vector>
  </HeadingPairs>
  <TitlesOfParts>
    <vt:vector size="32" baseType="lpstr">
      <vt:lpstr>Aptos</vt:lpstr>
      <vt:lpstr>Aptos Narrow</vt:lpstr>
      <vt:lpstr>Arial</vt:lpstr>
      <vt:lpstr>Arial (Body)</vt:lpstr>
      <vt:lpstr>Cambria Math</vt:lpstr>
      <vt:lpstr>Wingdings</vt:lpstr>
      <vt:lpstr>Lenovo Master</vt:lpstr>
      <vt:lpstr>think-cell Slide</vt:lpstr>
      <vt:lpstr>Dynamic Pricing 2.0 – Linking Service Value to Hardware Value</vt:lpstr>
      <vt:lpstr>Static Pricing = Broken Value Logic</vt:lpstr>
      <vt:lpstr>The Pricing Lag</vt:lpstr>
      <vt:lpstr>Current Pricing Gaps</vt:lpstr>
      <vt:lpstr>Dell Example </vt:lpstr>
      <vt:lpstr>Summary </vt:lpstr>
      <vt:lpstr>New Model Overview</vt:lpstr>
      <vt:lpstr>Key Points</vt:lpstr>
      <vt:lpstr>Hardware Value Banding - SMB</vt:lpstr>
      <vt:lpstr>Hardware Value Banding - CONS</vt:lpstr>
      <vt:lpstr>Behavioural Willingness to Pay</vt:lpstr>
      <vt:lpstr>Behavioural Willingness to Pay</vt:lpstr>
      <vt:lpstr>Term Factors and Multipliers (SMB)</vt:lpstr>
      <vt:lpstr>Term Factors and Multipliers</vt:lpstr>
      <vt:lpstr>Example Calculations</vt:lpstr>
      <vt:lpstr>Example Calculations</vt:lpstr>
      <vt:lpstr>Business Incremental </vt:lpstr>
      <vt:lpstr>Auto-Calibration Logic</vt:lpstr>
      <vt:lpstr>Potential Issues</vt:lpstr>
      <vt:lpstr>PowerPoint Presentation</vt:lpstr>
      <vt:lpstr>Behavioural Willingness to Pay</vt:lpstr>
      <vt:lpstr>PowerPoint Presentation</vt:lpstr>
      <vt:lpstr>HLS - POS</vt:lpstr>
      <vt:lpstr>HLS - APOS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Ishan Aggarwal</dc:creator>
  <cp:lastModifiedBy>Ishan Aggarwal</cp:lastModifiedBy>
  <cp:revision>2</cp:revision>
  <dcterms:created xsi:type="dcterms:W3CDTF">2025-10-22T10:25:50Z</dcterms:created>
  <dcterms:modified xsi:type="dcterms:W3CDTF">2026-01-21T14:28:30Z</dcterms:modified>
</cp:coreProperties>
</file>