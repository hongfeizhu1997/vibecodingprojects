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62" r:id="rId5"/>
  </p:sldMasterIdLst>
  <p:notesMasterIdLst>
    <p:notesMasterId r:id="rId33"/>
  </p:notesMasterIdLst>
  <p:handoutMasterIdLst>
    <p:handoutMasterId r:id="rId34"/>
  </p:handoutMasterIdLst>
  <p:sldIdLst>
    <p:sldId id="370" r:id="rId6"/>
    <p:sldId id="2147474178" r:id="rId7"/>
    <p:sldId id="2147474174" r:id="rId8"/>
    <p:sldId id="2147472142" r:id="rId9"/>
    <p:sldId id="2147474195" r:id="rId10"/>
    <p:sldId id="2147474196" r:id="rId11"/>
    <p:sldId id="2147474198" r:id="rId12"/>
    <p:sldId id="2147474197" r:id="rId13"/>
    <p:sldId id="2147474199" r:id="rId14"/>
    <p:sldId id="2147474200" r:id="rId15"/>
    <p:sldId id="2147474201" r:id="rId16"/>
    <p:sldId id="2147474203" r:id="rId17"/>
    <p:sldId id="2147474204" r:id="rId18"/>
    <p:sldId id="2147474202" r:id="rId19"/>
    <p:sldId id="2147474206" r:id="rId20"/>
    <p:sldId id="2147474207" r:id="rId21"/>
    <p:sldId id="2147474208" r:id="rId22"/>
    <p:sldId id="2147474210" r:id="rId23"/>
    <p:sldId id="2147474209" r:id="rId24"/>
    <p:sldId id="2147474205" r:id="rId25"/>
    <p:sldId id="2147474212" r:id="rId26"/>
    <p:sldId id="2147474214" r:id="rId27"/>
    <p:sldId id="2147474213" r:id="rId28"/>
    <p:sldId id="2147474216" r:id="rId29"/>
    <p:sldId id="2147474211" r:id="rId30"/>
    <p:sldId id="2147474144" r:id="rId31"/>
    <p:sldId id="364" r:id="rId3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8E7"/>
    <a:srgbClr val="4D144A"/>
    <a:srgbClr val="E9E7E9"/>
    <a:srgbClr val="D0CCD0"/>
    <a:srgbClr val="FFFFFF"/>
    <a:srgbClr val="E7E7E9"/>
    <a:srgbClr val="DDE0F8"/>
    <a:srgbClr val="743C71"/>
    <a:srgbClr val="7385D8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7/15/2026</a:t>
            </a:fld>
            <a:endParaRPr lang="en-US" sz="10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7C222CE-31C9-4AE2-A9DE-A34ECC37F0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710DBB3B-7FB8-4ACB-8FA4-3F2A105B9B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3E443DA7-CC51-4460-98C4-193A73750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1BCDB13-2B5A-46EC-B1D6-C526DEAA84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EDDE8EA-BE8E-4066-AB4A-21CD274354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F442D16-F34F-4D4E-A65A-8C3BC17F2F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158C3A6B-F5BB-E37E-DB3D-C1ABEA07F2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A56AE87F-217D-4207-F227-987A2E7FEB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D65BCC2D-74A9-8E37-6BBC-33B74966DA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BA8558ED-E4BF-D888-EF3B-A311AFE8C4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AFF1776F-9DBA-D51E-8F71-E1FB30D767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820D6E3B-9704-EBDF-9D0D-A571A36CB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0375F64-E651-1A0A-ABF1-9C38BA663F9F}"/>
              </a:ext>
            </a:extLst>
          </p:cNvPr>
          <p:cNvSpPr txBox="1"/>
          <p:nvPr userDrawn="1"/>
        </p:nvSpPr>
        <p:spPr>
          <a:xfrm>
            <a:off x="75033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&#10;&#10;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9C3EB64-A851-71DD-8882-1FDB7C2E99CB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FC16D85-BEED-1820-DFF9-5D8B0AACAC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F2566FE-64C0-16F6-945D-2961668799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3B60C47-FE53-B519-B5B0-91907EAADB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51BD7309-4598-0B4D-F955-25A4778655B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3AB317A1-606F-084E-CD32-A64A53D259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3ECEF077-D5E5-A906-C26A-748935BA5E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&#10;&#10;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&#10;&#10;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50D814F-EE5B-C084-7424-D39C0DE54FF7}"/>
              </a:ext>
            </a:extLst>
          </p:cNvPr>
          <p:cNvSpPr txBox="1"/>
          <p:nvPr userDrawn="1"/>
        </p:nvSpPr>
        <p:spPr>
          <a:xfrm>
            <a:off x="1603354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2025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6CAA72E6-FAE3-6740-34C0-7A08091254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0EE70422-5E10-8634-79CC-15428116CD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F9B9866C-878A-3BAE-D601-6317EEEB78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20DD7C9B-A88C-7ECB-27AE-CB4579CDB9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084B2859-A58F-9171-5328-94CFD162F5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DC1829C2-6CD9-FE35-3F45-EEC10E2F16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2025 Lenovo Internal. All rights reserved</a:t>
            </a:r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10E5A7-B9D3-4A2B-DE64-11D11241AC7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03FC84A-8F52-5F1D-38A9-C64EE5C6B5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1547846-5B73-A894-F0B4-466A292FE8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39F5F64D-B9AA-2AAA-21F6-2CAF46B0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093FA7E-6243-55E3-A1D8-E9A2E7479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82876AE-214A-F90F-FAE5-C3E50982F4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75EC1C0B-EC3B-C973-9828-360528AEB9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Title 28">
            <a:extLst>
              <a:ext uri="{FF2B5EF4-FFF2-40B4-BE49-F238E27FC236}">
                <a16:creationId xmlns:a16="http://schemas.microsoft.com/office/drawing/2014/main" id="{4D06AA26-F915-4482-943C-39E44C973F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67503-2ED6-44DE-98E0-2006F15675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5237" y="1144588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7" name="Picture Placeholder 3">
            <a:extLst>
              <a:ext uri="{FF2B5EF4-FFF2-40B4-BE49-F238E27FC236}">
                <a16:creationId xmlns:a16="http://schemas.microsoft.com/office/drawing/2014/main" id="{AA124289-2FC5-49CB-AA11-01D5543A68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3791" y="1144588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5417166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7">
            <a:extLst>
              <a:ext uri="{FF2B5EF4-FFF2-40B4-BE49-F238E27FC236}">
                <a16:creationId xmlns:a16="http://schemas.microsoft.com/office/drawing/2014/main" id="{F91207CA-3BE9-4C17-8CC2-5FD0216FF7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9" name="Picture Placeholder 3">
            <a:extLst>
              <a:ext uri="{FF2B5EF4-FFF2-40B4-BE49-F238E27FC236}">
                <a16:creationId xmlns:a16="http://schemas.microsoft.com/office/drawing/2014/main" id="{071DFB7E-59D3-44DE-8996-FAE5A47FF11D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765237" y="114445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itle 28">
            <a:extLst>
              <a:ext uri="{FF2B5EF4-FFF2-40B4-BE49-F238E27FC236}">
                <a16:creationId xmlns:a16="http://schemas.microsoft.com/office/drawing/2014/main" id="{BBA47EC1-ECF7-4028-8512-0085B63E61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3" name="Picture Placeholder 3">
            <a:extLst>
              <a:ext uri="{FF2B5EF4-FFF2-40B4-BE49-F238E27FC236}">
                <a16:creationId xmlns:a16="http://schemas.microsoft.com/office/drawing/2014/main" id="{97942604-6A6D-4300-9F5E-F665021CDD9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65237" y="286708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Picture Placeholder 3">
            <a:extLst>
              <a:ext uri="{FF2B5EF4-FFF2-40B4-BE49-F238E27FC236}">
                <a16:creationId xmlns:a16="http://schemas.microsoft.com/office/drawing/2014/main" id="{AA2E7F24-9350-4567-945B-9474BC4996F5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765237" y="458971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8" name="Picture Placeholder 3">
            <a:extLst>
              <a:ext uri="{FF2B5EF4-FFF2-40B4-BE49-F238E27FC236}">
                <a16:creationId xmlns:a16="http://schemas.microsoft.com/office/drawing/2014/main" id="{A79280A8-55A4-44A0-B321-26E1046FFB5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22363" y="114445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9" name="Picture Placeholder 3">
            <a:extLst>
              <a:ext uri="{FF2B5EF4-FFF2-40B4-BE49-F238E27FC236}">
                <a16:creationId xmlns:a16="http://schemas.microsoft.com/office/drawing/2014/main" id="{B7DDBE6E-17A6-42A7-9C9B-D064BB45CEE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2363" y="286708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BA9A3BED-9269-49B7-B2AF-6027C5A396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2363" y="4589717"/>
            <a:ext cx="126365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1861197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E319A93-1EE8-4DF0-8C0F-BA2E40F23D79}"/>
              </a:ext>
            </a:extLst>
          </p:cNvPr>
          <p:cNvCxnSpPr>
            <a:cxnSpLocks/>
          </p:cNvCxnSpPr>
          <p:nvPr userDrawn="1"/>
        </p:nvCxnSpPr>
        <p:spPr>
          <a:xfrm>
            <a:off x="5679200" y="2343150"/>
            <a:ext cx="0" cy="591618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3C8B807-1945-4D9E-B448-C1E97436D660}"/>
              </a:ext>
            </a:extLst>
          </p:cNvPr>
          <p:cNvCxnSpPr>
            <a:cxnSpLocks/>
          </p:cNvCxnSpPr>
          <p:nvPr userDrawn="1"/>
        </p:nvCxnSpPr>
        <p:spPr>
          <a:xfrm>
            <a:off x="1152375" y="2704148"/>
            <a:ext cx="0" cy="23062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F2703DD-1A37-453B-892F-8C17D1969445}"/>
              </a:ext>
            </a:extLst>
          </p:cNvPr>
          <p:cNvCxnSpPr>
            <a:cxnSpLocks/>
          </p:cNvCxnSpPr>
          <p:nvPr userDrawn="1"/>
        </p:nvCxnSpPr>
        <p:spPr>
          <a:xfrm>
            <a:off x="3409771" y="2720181"/>
            <a:ext cx="0" cy="2145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54B372-2AE9-4F06-AB8D-563121DAED07}"/>
              </a:ext>
            </a:extLst>
          </p:cNvPr>
          <p:cNvCxnSpPr>
            <a:cxnSpLocks/>
          </p:cNvCxnSpPr>
          <p:nvPr userDrawn="1"/>
        </p:nvCxnSpPr>
        <p:spPr>
          <a:xfrm>
            <a:off x="7932922" y="2720181"/>
            <a:ext cx="0" cy="2145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AB52C25-74F9-41DD-8CB1-FED7D59A9D4E}"/>
              </a:ext>
            </a:extLst>
          </p:cNvPr>
          <p:cNvCxnSpPr>
            <a:cxnSpLocks/>
          </p:cNvCxnSpPr>
          <p:nvPr userDrawn="1"/>
        </p:nvCxnSpPr>
        <p:spPr>
          <a:xfrm>
            <a:off x="10181319" y="2704148"/>
            <a:ext cx="0" cy="23062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F9FF1D9-795C-4CBA-B6AD-0D44C487DF2B}"/>
              </a:ext>
            </a:extLst>
          </p:cNvPr>
          <p:cNvCxnSpPr>
            <a:cxnSpLocks/>
          </p:cNvCxnSpPr>
          <p:nvPr userDrawn="1"/>
        </p:nvCxnSpPr>
        <p:spPr>
          <a:xfrm>
            <a:off x="1152375" y="2711965"/>
            <a:ext cx="9028944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AA6CBBA-3F36-4849-8752-93C041F6423F}"/>
              </a:ext>
            </a:extLst>
          </p:cNvPr>
          <p:cNvSpPr/>
          <p:nvPr userDrawn="1"/>
        </p:nvSpPr>
        <p:spPr>
          <a:xfrm>
            <a:off x="4842164" y="1973897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8D85AFB8-023B-4759-BD5F-6073003FD8E0}"/>
              </a:ext>
            </a:extLst>
          </p:cNvPr>
          <p:cNvSpPr/>
          <p:nvPr userDrawn="1"/>
        </p:nvSpPr>
        <p:spPr>
          <a:xfrm>
            <a:off x="303306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618C1B6-F9C7-4982-A888-0B0BB5F00D51}"/>
              </a:ext>
            </a:extLst>
          </p:cNvPr>
          <p:cNvSpPr/>
          <p:nvPr userDrawn="1"/>
        </p:nvSpPr>
        <p:spPr>
          <a:xfrm>
            <a:off x="2572735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868CDBCA-61FA-4B54-A0E6-14E1BA521845}"/>
              </a:ext>
            </a:extLst>
          </p:cNvPr>
          <p:cNvSpPr/>
          <p:nvPr userDrawn="1"/>
        </p:nvSpPr>
        <p:spPr>
          <a:xfrm>
            <a:off x="4842164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B29C83C2-A111-43E1-8F3B-989F7BF56538}"/>
              </a:ext>
            </a:extLst>
          </p:cNvPr>
          <p:cNvSpPr/>
          <p:nvPr userDrawn="1"/>
        </p:nvSpPr>
        <p:spPr>
          <a:xfrm>
            <a:off x="7090646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932D43CA-F312-44A4-BF7E-B6F2CA37B861}"/>
              </a:ext>
            </a:extLst>
          </p:cNvPr>
          <p:cNvSpPr/>
          <p:nvPr userDrawn="1"/>
        </p:nvSpPr>
        <p:spPr>
          <a:xfrm>
            <a:off x="9339129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400">
                <a:solidFill>
                  <a:srgbClr val="1E0113"/>
                </a:solidFill>
                <a:latin typeface="Arial"/>
              </a:rPr>
            </a:br>
            <a:r>
              <a:rPr lang="en-US" sz="1200">
                <a:solidFill>
                  <a:srgbClr val="1E0113"/>
                </a:solidFill>
                <a:latin typeface="Arial"/>
              </a:rPr>
              <a:t>Title</a:t>
            </a:r>
            <a:endParaRPr lang="en-GB" sz="12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76" name="Slide Number Placeholder 7">
            <a:extLst>
              <a:ext uri="{FF2B5EF4-FFF2-40B4-BE49-F238E27FC236}">
                <a16:creationId xmlns:a16="http://schemas.microsoft.com/office/drawing/2014/main" id="{F107877D-C19A-4401-ABC7-138FE32BF944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235E94D-CADF-4E5F-B8F0-84363353F63B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102322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4E54939A-84E9-4F35-9FF6-945AACB3302A}"/>
              </a:ext>
            </a:extLst>
          </p:cNvPr>
          <p:cNvSpPr/>
          <p:nvPr userDrawn="1"/>
        </p:nvSpPr>
        <p:spPr>
          <a:xfrm>
            <a:off x="8261241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7D7329E0-5381-4C80-AE9A-23F76C2D2451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398782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7E1EB878-546E-4D96-B99A-6B1BD9CF7961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896330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379056A-852E-461F-A9C2-F37AE0D8CEB5}"/>
              </a:ext>
            </a:extLst>
          </p:cNvPr>
          <p:cNvCxnSpPr>
            <a:cxnSpLocks/>
          </p:cNvCxnSpPr>
          <p:nvPr userDrawn="1"/>
        </p:nvCxnSpPr>
        <p:spPr>
          <a:xfrm>
            <a:off x="7932922" y="5393878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209D283C-6BDB-4C50-810F-D38B1FF3EB87}"/>
              </a:ext>
            </a:extLst>
          </p:cNvPr>
          <p:cNvCxnSpPr>
            <a:cxnSpLocks/>
          </p:cNvCxnSpPr>
          <p:nvPr userDrawn="1"/>
        </p:nvCxnSpPr>
        <p:spPr>
          <a:xfrm>
            <a:off x="7932922" y="5837085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7CA3AF6A-064E-4CF7-8800-782A153C4091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102322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171AD49-684D-4404-A099-CE9057C88BDA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398782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77B6B83-CEBC-446E-8E83-75F5C9E54A66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896330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682D054B-E82B-4044-8240-C7D57E9344E3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5393878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9659EEAF-FE97-4EDC-AFD1-7D7918C1EB14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5837085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3D2C173A-8552-4DAA-A229-AE750AB4A8C7}"/>
              </a:ext>
            </a:extLst>
          </p:cNvPr>
          <p:cNvSpPr/>
          <p:nvPr userDrawn="1"/>
        </p:nvSpPr>
        <p:spPr>
          <a:xfrm>
            <a:off x="8261241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8FF8F61F-5A07-46CE-A2CD-1CA373021F6B}"/>
              </a:ext>
            </a:extLst>
          </p:cNvPr>
          <p:cNvSpPr/>
          <p:nvPr userDrawn="1"/>
        </p:nvSpPr>
        <p:spPr>
          <a:xfrm>
            <a:off x="8261241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EDF20F4C-C6C0-4C6C-B41B-1C4A23D39EEC}"/>
              </a:ext>
            </a:extLst>
          </p:cNvPr>
          <p:cNvSpPr/>
          <p:nvPr userDrawn="1"/>
        </p:nvSpPr>
        <p:spPr>
          <a:xfrm>
            <a:off x="8261241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7" name="Freeform: Shape 116">
            <a:extLst>
              <a:ext uri="{FF2B5EF4-FFF2-40B4-BE49-F238E27FC236}">
                <a16:creationId xmlns:a16="http://schemas.microsoft.com/office/drawing/2014/main" id="{D8FF5578-D6DA-416C-B327-EE7602BDA77A}"/>
              </a:ext>
            </a:extLst>
          </p:cNvPr>
          <p:cNvSpPr/>
          <p:nvPr userDrawn="1"/>
        </p:nvSpPr>
        <p:spPr>
          <a:xfrm>
            <a:off x="10498202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8" name="Freeform: Shape 117">
            <a:extLst>
              <a:ext uri="{FF2B5EF4-FFF2-40B4-BE49-F238E27FC236}">
                <a16:creationId xmlns:a16="http://schemas.microsoft.com/office/drawing/2014/main" id="{3439945D-FF95-43C7-8BA3-BC3D4BC84D1B}"/>
              </a:ext>
            </a:extLst>
          </p:cNvPr>
          <p:cNvSpPr/>
          <p:nvPr userDrawn="1"/>
        </p:nvSpPr>
        <p:spPr>
          <a:xfrm>
            <a:off x="10498202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19" name="Freeform: Shape 118">
            <a:extLst>
              <a:ext uri="{FF2B5EF4-FFF2-40B4-BE49-F238E27FC236}">
                <a16:creationId xmlns:a16="http://schemas.microsoft.com/office/drawing/2014/main" id="{21B8EF45-066D-4642-86E2-B7A9D45254C6}"/>
              </a:ext>
            </a:extLst>
          </p:cNvPr>
          <p:cNvSpPr/>
          <p:nvPr userDrawn="1"/>
        </p:nvSpPr>
        <p:spPr>
          <a:xfrm>
            <a:off x="10498202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0" name="Freeform: Shape 119">
            <a:extLst>
              <a:ext uri="{FF2B5EF4-FFF2-40B4-BE49-F238E27FC236}">
                <a16:creationId xmlns:a16="http://schemas.microsoft.com/office/drawing/2014/main" id="{C9943FDD-4199-42F0-B408-8B80A0E3EF00}"/>
              </a:ext>
            </a:extLst>
          </p:cNvPr>
          <p:cNvSpPr/>
          <p:nvPr userDrawn="1"/>
        </p:nvSpPr>
        <p:spPr>
          <a:xfrm>
            <a:off x="10498202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9DB669D-48B5-4377-8380-97FC300434B8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102322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Freeform: Shape 121">
            <a:extLst>
              <a:ext uri="{FF2B5EF4-FFF2-40B4-BE49-F238E27FC236}">
                <a16:creationId xmlns:a16="http://schemas.microsoft.com/office/drawing/2014/main" id="{271E7A89-C33E-4C14-B9CA-5E8D883DCB02}"/>
              </a:ext>
            </a:extLst>
          </p:cNvPr>
          <p:cNvSpPr/>
          <p:nvPr userDrawn="1"/>
        </p:nvSpPr>
        <p:spPr>
          <a:xfrm>
            <a:off x="6002275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2E0D984-07AE-448D-9C7E-50B02F8E444D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398782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606C868-A2D2-47ED-B76C-FE2B86DEE401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896330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AB1CFCD3-6AA4-4835-8E33-10369F558C39}"/>
              </a:ext>
            </a:extLst>
          </p:cNvPr>
          <p:cNvCxnSpPr>
            <a:cxnSpLocks/>
          </p:cNvCxnSpPr>
          <p:nvPr userDrawn="1"/>
        </p:nvCxnSpPr>
        <p:spPr>
          <a:xfrm>
            <a:off x="5673956" y="5393878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AB99BA7C-7499-4F69-8217-0E2BF8AC24B9}"/>
              </a:ext>
            </a:extLst>
          </p:cNvPr>
          <p:cNvCxnSpPr>
            <a:cxnSpLocks/>
          </p:cNvCxnSpPr>
          <p:nvPr userDrawn="1"/>
        </p:nvCxnSpPr>
        <p:spPr>
          <a:xfrm>
            <a:off x="5673956" y="5837085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375A1060-ACC9-4B1B-8683-8E04F12B2625}"/>
              </a:ext>
            </a:extLst>
          </p:cNvPr>
          <p:cNvSpPr/>
          <p:nvPr userDrawn="1"/>
        </p:nvSpPr>
        <p:spPr>
          <a:xfrm>
            <a:off x="6002275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60DF18DC-F5B6-454F-A388-1611F2BC55CD}"/>
              </a:ext>
            </a:extLst>
          </p:cNvPr>
          <p:cNvSpPr/>
          <p:nvPr userDrawn="1"/>
        </p:nvSpPr>
        <p:spPr>
          <a:xfrm>
            <a:off x="6002275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3860DDE8-748E-4E50-83C8-2C503A20F0A3}"/>
              </a:ext>
            </a:extLst>
          </p:cNvPr>
          <p:cNvSpPr/>
          <p:nvPr userDrawn="1"/>
        </p:nvSpPr>
        <p:spPr>
          <a:xfrm>
            <a:off x="6002275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AD3C215E-595B-4A6C-8498-393A7D361A98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102322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Freeform: Shape 130">
            <a:extLst>
              <a:ext uri="{FF2B5EF4-FFF2-40B4-BE49-F238E27FC236}">
                <a16:creationId xmlns:a16="http://schemas.microsoft.com/office/drawing/2014/main" id="{F4E58212-6224-478E-97B7-818E7C23EBF9}"/>
              </a:ext>
            </a:extLst>
          </p:cNvPr>
          <p:cNvSpPr/>
          <p:nvPr userDrawn="1"/>
        </p:nvSpPr>
        <p:spPr>
          <a:xfrm>
            <a:off x="3739894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BD77DC3-4CA6-49B9-B9B3-B5732A273B3D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398782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2FEE2FD7-2D0B-40A3-B9DD-1C5D61F30E00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896330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D256505-D8BB-4851-8136-344B9E4AF664}"/>
              </a:ext>
            </a:extLst>
          </p:cNvPr>
          <p:cNvCxnSpPr>
            <a:cxnSpLocks/>
          </p:cNvCxnSpPr>
          <p:nvPr userDrawn="1"/>
        </p:nvCxnSpPr>
        <p:spPr>
          <a:xfrm>
            <a:off x="3411575" y="5393878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1D9595AA-BF17-4EA3-BD5B-E20BF54BC048}"/>
              </a:ext>
            </a:extLst>
          </p:cNvPr>
          <p:cNvCxnSpPr>
            <a:cxnSpLocks/>
          </p:cNvCxnSpPr>
          <p:nvPr userDrawn="1"/>
        </p:nvCxnSpPr>
        <p:spPr>
          <a:xfrm>
            <a:off x="3411575" y="5837085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reeform: Shape 135">
            <a:extLst>
              <a:ext uri="{FF2B5EF4-FFF2-40B4-BE49-F238E27FC236}">
                <a16:creationId xmlns:a16="http://schemas.microsoft.com/office/drawing/2014/main" id="{E894039B-213C-495E-AD99-46FE6BD73D28}"/>
              </a:ext>
            </a:extLst>
          </p:cNvPr>
          <p:cNvSpPr/>
          <p:nvPr userDrawn="1"/>
        </p:nvSpPr>
        <p:spPr>
          <a:xfrm>
            <a:off x="3739894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37" name="Freeform: Shape 136">
            <a:extLst>
              <a:ext uri="{FF2B5EF4-FFF2-40B4-BE49-F238E27FC236}">
                <a16:creationId xmlns:a16="http://schemas.microsoft.com/office/drawing/2014/main" id="{DCC0C65F-2351-4EFA-93E0-64F18648548D}"/>
              </a:ext>
            </a:extLst>
          </p:cNvPr>
          <p:cNvSpPr/>
          <p:nvPr userDrawn="1"/>
        </p:nvSpPr>
        <p:spPr>
          <a:xfrm>
            <a:off x="3739894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0F96021F-C2DF-4E6B-8BAC-0C3FE4F86BA6}"/>
              </a:ext>
            </a:extLst>
          </p:cNvPr>
          <p:cNvSpPr/>
          <p:nvPr userDrawn="1"/>
        </p:nvSpPr>
        <p:spPr>
          <a:xfrm>
            <a:off x="3739894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98B1C53-B143-442C-BAE6-824E98727672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102322"/>
            <a:ext cx="0" cy="174330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DB06DB5F-E021-4586-A963-5DBAD49BE888}"/>
              </a:ext>
            </a:extLst>
          </p:cNvPr>
          <p:cNvSpPr/>
          <p:nvPr userDrawn="1"/>
        </p:nvSpPr>
        <p:spPr>
          <a:xfrm>
            <a:off x="1477514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1A5AC41-26B6-45AC-B5F9-1B13B4A30815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398782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509DA5A4-8AD5-4CEF-8C41-3BF7F07426E9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896330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93E56D6-2D45-4211-B3FA-A5DE2909AE51}"/>
              </a:ext>
            </a:extLst>
          </p:cNvPr>
          <p:cNvCxnSpPr>
            <a:cxnSpLocks/>
          </p:cNvCxnSpPr>
          <p:nvPr userDrawn="1"/>
        </p:nvCxnSpPr>
        <p:spPr>
          <a:xfrm>
            <a:off x="1149195" y="5393878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B48DE18-4799-48C3-96EA-3329CB328ACA}"/>
              </a:ext>
            </a:extLst>
          </p:cNvPr>
          <p:cNvCxnSpPr>
            <a:cxnSpLocks/>
          </p:cNvCxnSpPr>
          <p:nvPr userDrawn="1"/>
        </p:nvCxnSpPr>
        <p:spPr>
          <a:xfrm>
            <a:off x="1149195" y="5837085"/>
            <a:ext cx="253048" cy="0"/>
          </a:xfrm>
          <a:prstGeom prst="line">
            <a:avLst/>
          </a:prstGeom>
          <a:ln w="1270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384DBA32-DCEF-4DDD-A1A2-038A8963C847}"/>
              </a:ext>
            </a:extLst>
          </p:cNvPr>
          <p:cNvSpPr/>
          <p:nvPr userDrawn="1"/>
        </p:nvSpPr>
        <p:spPr>
          <a:xfrm>
            <a:off x="1477514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6" name="Freeform: Shape 145">
            <a:extLst>
              <a:ext uri="{FF2B5EF4-FFF2-40B4-BE49-F238E27FC236}">
                <a16:creationId xmlns:a16="http://schemas.microsoft.com/office/drawing/2014/main" id="{BECD8A20-D75E-47E1-B5EC-D30A397F10A6}"/>
              </a:ext>
            </a:extLst>
          </p:cNvPr>
          <p:cNvSpPr/>
          <p:nvPr userDrawn="1"/>
        </p:nvSpPr>
        <p:spPr>
          <a:xfrm>
            <a:off x="1477514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CAB5F801-25FB-490D-8F63-44C3C3A92809}"/>
              </a:ext>
            </a:extLst>
          </p:cNvPr>
          <p:cNvSpPr/>
          <p:nvPr userDrawn="1"/>
        </p:nvSpPr>
        <p:spPr>
          <a:xfrm>
            <a:off x="1477514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rgbClr val="1E0113"/>
                </a:solidFill>
                <a:latin typeface="Arial"/>
              </a:rPr>
              <a:t>First Last</a:t>
            </a:r>
            <a:br>
              <a:rPr lang="en-US" sz="1200">
                <a:solidFill>
                  <a:srgbClr val="1E0113"/>
                </a:solidFill>
                <a:latin typeface="Arial"/>
              </a:rPr>
            </a:br>
            <a:r>
              <a:rPr lang="en-US" sz="1000">
                <a:solidFill>
                  <a:srgbClr val="1E0113"/>
                </a:solidFill>
                <a:latin typeface="Arial"/>
              </a:rPr>
              <a:t>Title</a:t>
            </a:r>
            <a:endParaRPr lang="en-GB" sz="1000">
              <a:solidFill>
                <a:srgbClr val="1E0113"/>
              </a:solidFill>
              <a:latin typeface="Arial"/>
            </a:endParaRPr>
          </a:p>
        </p:txBody>
      </p:sp>
      <p:sp>
        <p:nvSpPr>
          <p:cNvPr id="148" name="Title 28">
            <a:extLst>
              <a:ext uri="{FF2B5EF4-FFF2-40B4-BE49-F238E27FC236}">
                <a16:creationId xmlns:a16="http://schemas.microsoft.com/office/drawing/2014/main" id="{EBFEB7CB-FE77-4157-860F-CF3CE457116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A6E515-B04B-4EF7-B957-CEB747F091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97488" y="1179513"/>
            <a:ext cx="763587" cy="76358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2" name="Picture Placeholder 2">
            <a:extLst>
              <a:ext uri="{FF2B5EF4-FFF2-40B4-BE49-F238E27FC236}">
                <a16:creationId xmlns:a16="http://schemas.microsoft.com/office/drawing/2014/main" id="{5CFAA97B-C003-4537-AA54-9DA07FB667A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7401" y="2934768"/>
            <a:ext cx="763587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3" name="Picture Placeholder 2">
            <a:extLst>
              <a:ext uri="{FF2B5EF4-FFF2-40B4-BE49-F238E27FC236}">
                <a16:creationId xmlns:a16="http://schemas.microsoft.com/office/drawing/2014/main" id="{208C4BD3-34B3-4995-AD61-5759A728B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5803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0" name="Picture Placeholder 2">
            <a:extLst>
              <a:ext uri="{FF2B5EF4-FFF2-40B4-BE49-F238E27FC236}">
                <a16:creationId xmlns:a16="http://schemas.microsoft.com/office/drawing/2014/main" id="{48A41CF6-6D0E-47F5-8C99-3D04407CE68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2444" y="2934768"/>
            <a:ext cx="763587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1" name="Picture Placeholder 2">
            <a:extLst>
              <a:ext uri="{FF2B5EF4-FFF2-40B4-BE49-F238E27FC236}">
                <a16:creationId xmlns:a16="http://schemas.microsoft.com/office/drawing/2014/main" id="{FC259C05-A190-4462-AB1E-30AB08CBF29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94372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2" name="Picture Placeholder 2">
            <a:extLst>
              <a:ext uri="{FF2B5EF4-FFF2-40B4-BE49-F238E27FC236}">
                <a16:creationId xmlns:a16="http://schemas.microsoft.com/office/drawing/2014/main" id="{289D417C-AB60-4049-9091-4586A4907C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260964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EE098D-3AB1-76DB-7D94-47416B95B315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91EA1B80-EF2A-EAE6-2B00-FF82A1405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679F583A-C57A-3239-E8A4-1C575A0EA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36324797-C488-8192-F77E-9F600E5490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6A067FCF-35DE-4E09-CCD5-280D653D4A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65171654-F4B2-F1B9-6AF4-18F3A499E4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E3A5950-4507-5E83-F8E2-F78AD0930D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86DA1A-820B-4321-911F-3EF035D58D91}"/>
              </a:ext>
            </a:extLst>
          </p:cNvPr>
          <p:cNvCxnSpPr>
            <a:cxnSpLocks/>
          </p:cNvCxnSpPr>
          <p:nvPr userDrawn="1"/>
        </p:nvCxnSpPr>
        <p:spPr>
          <a:xfrm>
            <a:off x="5679200" y="2343150"/>
            <a:ext cx="0" cy="591618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C180FB-49EE-4361-92E7-46356836DA25}"/>
              </a:ext>
            </a:extLst>
          </p:cNvPr>
          <p:cNvCxnSpPr>
            <a:cxnSpLocks/>
          </p:cNvCxnSpPr>
          <p:nvPr userDrawn="1"/>
        </p:nvCxnSpPr>
        <p:spPr>
          <a:xfrm>
            <a:off x="1152375" y="2704148"/>
            <a:ext cx="0" cy="23062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47E45C-E26E-466D-A464-F0E3836415F6}"/>
              </a:ext>
            </a:extLst>
          </p:cNvPr>
          <p:cNvCxnSpPr>
            <a:cxnSpLocks/>
          </p:cNvCxnSpPr>
          <p:nvPr userDrawn="1"/>
        </p:nvCxnSpPr>
        <p:spPr>
          <a:xfrm>
            <a:off x="3409771" y="2711965"/>
            <a:ext cx="0" cy="222803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E61731-B29F-4CAB-9A25-291C2DC6C84B}"/>
              </a:ext>
            </a:extLst>
          </p:cNvPr>
          <p:cNvCxnSpPr>
            <a:cxnSpLocks/>
          </p:cNvCxnSpPr>
          <p:nvPr userDrawn="1"/>
        </p:nvCxnSpPr>
        <p:spPr>
          <a:xfrm>
            <a:off x="7932922" y="2720181"/>
            <a:ext cx="0" cy="21458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9CA0B8-4AC2-4828-B0AF-ABA4BBB4386C}"/>
              </a:ext>
            </a:extLst>
          </p:cNvPr>
          <p:cNvCxnSpPr>
            <a:cxnSpLocks/>
          </p:cNvCxnSpPr>
          <p:nvPr userDrawn="1"/>
        </p:nvCxnSpPr>
        <p:spPr>
          <a:xfrm>
            <a:off x="10181319" y="2704148"/>
            <a:ext cx="0" cy="23062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A30A1F-79CE-417C-849F-D83B11D27867}"/>
              </a:ext>
            </a:extLst>
          </p:cNvPr>
          <p:cNvCxnSpPr>
            <a:cxnSpLocks/>
          </p:cNvCxnSpPr>
          <p:nvPr userDrawn="1"/>
        </p:nvCxnSpPr>
        <p:spPr>
          <a:xfrm>
            <a:off x="1152375" y="2711965"/>
            <a:ext cx="9028944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3B2D7A9-466E-438C-923D-ED8E32719F7F}"/>
              </a:ext>
            </a:extLst>
          </p:cNvPr>
          <p:cNvSpPr/>
          <p:nvPr userDrawn="1"/>
        </p:nvSpPr>
        <p:spPr>
          <a:xfrm>
            <a:off x="4842164" y="1973897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DE4494-0046-4E7E-87CB-0FE6B5B58F0C}"/>
              </a:ext>
            </a:extLst>
          </p:cNvPr>
          <p:cNvSpPr/>
          <p:nvPr userDrawn="1"/>
        </p:nvSpPr>
        <p:spPr>
          <a:xfrm>
            <a:off x="303306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78C4AD1-CFB5-4D8E-A3DF-3CBEC93AB6B0}"/>
              </a:ext>
            </a:extLst>
          </p:cNvPr>
          <p:cNvSpPr/>
          <p:nvPr userDrawn="1"/>
        </p:nvSpPr>
        <p:spPr>
          <a:xfrm>
            <a:off x="2572735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5EBF781-3BB9-43AC-AFB6-D68D6DC8CF7D}"/>
              </a:ext>
            </a:extLst>
          </p:cNvPr>
          <p:cNvSpPr/>
          <p:nvPr userDrawn="1"/>
        </p:nvSpPr>
        <p:spPr>
          <a:xfrm>
            <a:off x="4842164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1B29670-C82F-440A-B4AB-3FA32F581B7A}"/>
              </a:ext>
            </a:extLst>
          </p:cNvPr>
          <p:cNvSpPr/>
          <p:nvPr userDrawn="1"/>
        </p:nvSpPr>
        <p:spPr>
          <a:xfrm>
            <a:off x="7090646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E16CDB5-DA7B-45AA-BD6D-12A4F2048F16}"/>
              </a:ext>
            </a:extLst>
          </p:cNvPr>
          <p:cNvSpPr/>
          <p:nvPr userDrawn="1"/>
        </p:nvSpPr>
        <p:spPr>
          <a:xfrm>
            <a:off x="9339129" y="3719621"/>
            <a:ext cx="1674072" cy="3600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4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400">
                <a:solidFill>
                  <a:schemeClr val="bg1"/>
                </a:solidFill>
                <a:latin typeface="Arial"/>
              </a:rPr>
            </a:br>
            <a:r>
              <a:rPr lang="en-US" sz="1200">
                <a:solidFill>
                  <a:schemeClr val="bg1"/>
                </a:solidFill>
                <a:latin typeface="Arial"/>
              </a:rPr>
              <a:t>Title</a:t>
            </a:r>
            <a:endParaRPr lang="en-GB" sz="12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C78034F-25CD-4E12-89CB-86E80EAD310D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102322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A23D8-4972-4E8C-B895-2AC7168C1E2F}"/>
              </a:ext>
            </a:extLst>
          </p:cNvPr>
          <p:cNvSpPr/>
          <p:nvPr userDrawn="1"/>
        </p:nvSpPr>
        <p:spPr>
          <a:xfrm>
            <a:off x="8261241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F72E63-DA5E-4A04-9E9F-9A7B8D9FE168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398782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EB4CEB-05E4-4103-9F28-F1B3E6491C5A}"/>
              </a:ext>
            </a:extLst>
          </p:cNvPr>
          <p:cNvCxnSpPr>
            <a:cxnSpLocks/>
          </p:cNvCxnSpPr>
          <p:nvPr userDrawn="1"/>
        </p:nvCxnSpPr>
        <p:spPr>
          <a:xfrm>
            <a:off x="7932922" y="4896330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1CDD3E-0271-4B1C-99A0-97FAD5A306E8}"/>
              </a:ext>
            </a:extLst>
          </p:cNvPr>
          <p:cNvCxnSpPr>
            <a:cxnSpLocks/>
          </p:cNvCxnSpPr>
          <p:nvPr userDrawn="1"/>
        </p:nvCxnSpPr>
        <p:spPr>
          <a:xfrm>
            <a:off x="7932922" y="5393878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BF293D-6A5B-4B75-BA13-F8E9F19C356F}"/>
              </a:ext>
            </a:extLst>
          </p:cNvPr>
          <p:cNvCxnSpPr>
            <a:cxnSpLocks/>
          </p:cNvCxnSpPr>
          <p:nvPr userDrawn="1"/>
        </p:nvCxnSpPr>
        <p:spPr>
          <a:xfrm>
            <a:off x="7932922" y="5837085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EC553E-D930-4BD7-BF92-AF0A2E27C797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102322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9786C00-B884-4652-A665-FD71406E3AF7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398782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4838565-3184-4D62-9FDC-6E29F4BB2441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4896330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3E256E9-4D05-4AA8-9991-8CBC48EBD2B4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5393878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191B776-337C-4D18-8738-9453378D1FCA}"/>
              </a:ext>
            </a:extLst>
          </p:cNvPr>
          <p:cNvCxnSpPr>
            <a:cxnSpLocks/>
          </p:cNvCxnSpPr>
          <p:nvPr userDrawn="1"/>
        </p:nvCxnSpPr>
        <p:spPr>
          <a:xfrm>
            <a:off x="10169884" y="5837085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347E975-CE58-4036-B617-1D1802F5127E}"/>
              </a:ext>
            </a:extLst>
          </p:cNvPr>
          <p:cNvSpPr/>
          <p:nvPr userDrawn="1"/>
        </p:nvSpPr>
        <p:spPr>
          <a:xfrm>
            <a:off x="8261241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41E44D1F-5002-454F-87F9-5D59E71A514A}"/>
              </a:ext>
            </a:extLst>
          </p:cNvPr>
          <p:cNvSpPr/>
          <p:nvPr userDrawn="1"/>
        </p:nvSpPr>
        <p:spPr>
          <a:xfrm>
            <a:off x="8261241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67A19E5-187A-46FE-B1C1-ECB68A048B63}"/>
              </a:ext>
            </a:extLst>
          </p:cNvPr>
          <p:cNvSpPr/>
          <p:nvPr userDrawn="1"/>
        </p:nvSpPr>
        <p:spPr>
          <a:xfrm>
            <a:off x="8261241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EE2EC86-ED01-47B2-A33C-6D7ABE425F9A}"/>
              </a:ext>
            </a:extLst>
          </p:cNvPr>
          <p:cNvSpPr/>
          <p:nvPr userDrawn="1"/>
        </p:nvSpPr>
        <p:spPr>
          <a:xfrm>
            <a:off x="10498202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69F1EDBD-C510-478C-A232-F2EB6ADCEA3D}"/>
              </a:ext>
            </a:extLst>
          </p:cNvPr>
          <p:cNvSpPr/>
          <p:nvPr userDrawn="1"/>
        </p:nvSpPr>
        <p:spPr>
          <a:xfrm>
            <a:off x="10498202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D1635A4D-837D-4063-A3F1-890C812DC4F8}"/>
              </a:ext>
            </a:extLst>
          </p:cNvPr>
          <p:cNvSpPr/>
          <p:nvPr userDrawn="1"/>
        </p:nvSpPr>
        <p:spPr>
          <a:xfrm>
            <a:off x="10498202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44954049-A12D-4D35-8C96-8D7B8C0ABE5A}"/>
              </a:ext>
            </a:extLst>
          </p:cNvPr>
          <p:cNvSpPr/>
          <p:nvPr userDrawn="1"/>
        </p:nvSpPr>
        <p:spPr>
          <a:xfrm>
            <a:off x="10498202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73B7820-CA08-4B35-A26D-DEAA5CA87DAB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102322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0CADC954-C93D-43EB-AD47-332367C66EE8}"/>
              </a:ext>
            </a:extLst>
          </p:cNvPr>
          <p:cNvSpPr/>
          <p:nvPr userDrawn="1"/>
        </p:nvSpPr>
        <p:spPr>
          <a:xfrm>
            <a:off x="6002275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9ABDEDA-97AC-4C92-B997-D77D8EA04A77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398782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8963C6A-0152-4186-821B-C08E25FC162B}"/>
              </a:ext>
            </a:extLst>
          </p:cNvPr>
          <p:cNvCxnSpPr>
            <a:cxnSpLocks/>
          </p:cNvCxnSpPr>
          <p:nvPr userDrawn="1"/>
        </p:nvCxnSpPr>
        <p:spPr>
          <a:xfrm>
            <a:off x="5673956" y="4896330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AE87A4E-98A4-4F2C-A2D8-3DA8774C63F2}"/>
              </a:ext>
            </a:extLst>
          </p:cNvPr>
          <p:cNvCxnSpPr>
            <a:cxnSpLocks/>
          </p:cNvCxnSpPr>
          <p:nvPr userDrawn="1"/>
        </p:nvCxnSpPr>
        <p:spPr>
          <a:xfrm>
            <a:off x="5673956" y="5393878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3040623-76B0-4BD6-B8BA-05A20AD49B5F}"/>
              </a:ext>
            </a:extLst>
          </p:cNvPr>
          <p:cNvCxnSpPr>
            <a:cxnSpLocks/>
          </p:cNvCxnSpPr>
          <p:nvPr userDrawn="1"/>
        </p:nvCxnSpPr>
        <p:spPr>
          <a:xfrm>
            <a:off x="5673956" y="5837085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691306D0-0FFC-40BD-9B80-0A4B79819F80}"/>
              </a:ext>
            </a:extLst>
          </p:cNvPr>
          <p:cNvSpPr/>
          <p:nvPr userDrawn="1"/>
        </p:nvSpPr>
        <p:spPr>
          <a:xfrm>
            <a:off x="6002275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3D4C9C5-BF0F-4995-B2E3-A1016008D8E5}"/>
              </a:ext>
            </a:extLst>
          </p:cNvPr>
          <p:cNvSpPr/>
          <p:nvPr userDrawn="1"/>
        </p:nvSpPr>
        <p:spPr>
          <a:xfrm>
            <a:off x="6002275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3774E6E-776D-46E1-82ED-16F163A1A464}"/>
              </a:ext>
            </a:extLst>
          </p:cNvPr>
          <p:cNvSpPr/>
          <p:nvPr userDrawn="1"/>
        </p:nvSpPr>
        <p:spPr>
          <a:xfrm>
            <a:off x="6002275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6F51B64-2C7B-46A5-B0F1-955CAC756AE7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102322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C0B107DE-03AF-472B-84E6-6C040C4121F5}"/>
              </a:ext>
            </a:extLst>
          </p:cNvPr>
          <p:cNvSpPr/>
          <p:nvPr userDrawn="1"/>
        </p:nvSpPr>
        <p:spPr>
          <a:xfrm>
            <a:off x="3739894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C2931D7-AC66-44C7-821B-16F4F5CDD365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398782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692B62D-6BE5-4497-92BB-CB05E70EE6D4}"/>
              </a:ext>
            </a:extLst>
          </p:cNvPr>
          <p:cNvCxnSpPr>
            <a:cxnSpLocks/>
          </p:cNvCxnSpPr>
          <p:nvPr userDrawn="1"/>
        </p:nvCxnSpPr>
        <p:spPr>
          <a:xfrm>
            <a:off x="3411575" y="4896330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1B1FE42-5230-4F0E-8AAE-C25C93B3DF2E}"/>
              </a:ext>
            </a:extLst>
          </p:cNvPr>
          <p:cNvCxnSpPr>
            <a:cxnSpLocks/>
          </p:cNvCxnSpPr>
          <p:nvPr userDrawn="1"/>
        </p:nvCxnSpPr>
        <p:spPr>
          <a:xfrm>
            <a:off x="3411575" y="5393878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A97A1C6-FCD2-47A5-B2E4-A75192B610CD}"/>
              </a:ext>
            </a:extLst>
          </p:cNvPr>
          <p:cNvCxnSpPr>
            <a:cxnSpLocks/>
          </p:cNvCxnSpPr>
          <p:nvPr userDrawn="1"/>
        </p:nvCxnSpPr>
        <p:spPr>
          <a:xfrm>
            <a:off x="3411575" y="5837085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FE4486E5-B0F3-47DC-A4B2-C846DF050710}"/>
              </a:ext>
            </a:extLst>
          </p:cNvPr>
          <p:cNvSpPr/>
          <p:nvPr userDrawn="1"/>
        </p:nvSpPr>
        <p:spPr>
          <a:xfrm>
            <a:off x="3739894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8117A59D-4669-482C-AD41-CAE347C5B85A}"/>
              </a:ext>
            </a:extLst>
          </p:cNvPr>
          <p:cNvSpPr/>
          <p:nvPr userDrawn="1"/>
        </p:nvSpPr>
        <p:spPr>
          <a:xfrm>
            <a:off x="3739894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B36BEBB0-EDF1-4570-8AAC-3BCAA87267EC}"/>
              </a:ext>
            </a:extLst>
          </p:cNvPr>
          <p:cNvSpPr/>
          <p:nvPr userDrawn="1"/>
        </p:nvSpPr>
        <p:spPr>
          <a:xfrm>
            <a:off x="3739894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9EEA704-120E-4D3B-8D0D-F1AAA6E3AF07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102322"/>
            <a:ext cx="0" cy="1743307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4502411F-A061-4731-B307-57CEF537F432}"/>
              </a:ext>
            </a:extLst>
          </p:cNvPr>
          <p:cNvSpPr/>
          <p:nvPr userDrawn="1"/>
        </p:nvSpPr>
        <p:spPr>
          <a:xfrm>
            <a:off x="1477514" y="4327112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02290D0-4C24-479D-84A7-DB19FA5D4723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398782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613721C2-1DC4-4D2B-A638-F2BEE2B541EB}"/>
              </a:ext>
            </a:extLst>
          </p:cNvPr>
          <p:cNvCxnSpPr>
            <a:cxnSpLocks/>
          </p:cNvCxnSpPr>
          <p:nvPr userDrawn="1"/>
        </p:nvCxnSpPr>
        <p:spPr>
          <a:xfrm>
            <a:off x="1149195" y="4896330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669BDF3-BF72-4B9C-837B-095188AFF787}"/>
              </a:ext>
            </a:extLst>
          </p:cNvPr>
          <p:cNvCxnSpPr>
            <a:cxnSpLocks/>
          </p:cNvCxnSpPr>
          <p:nvPr userDrawn="1"/>
        </p:nvCxnSpPr>
        <p:spPr>
          <a:xfrm>
            <a:off x="1149195" y="5393878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82DCC4B3-2103-46F5-A160-56B0D6F061BC}"/>
              </a:ext>
            </a:extLst>
          </p:cNvPr>
          <p:cNvCxnSpPr>
            <a:cxnSpLocks/>
          </p:cNvCxnSpPr>
          <p:nvPr userDrawn="1"/>
        </p:nvCxnSpPr>
        <p:spPr>
          <a:xfrm>
            <a:off x="1149195" y="5837085"/>
            <a:ext cx="253048" cy="0"/>
          </a:xfrm>
          <a:prstGeom prst="line">
            <a:avLst/>
          </a:prstGeom>
          <a:ln w="9525">
            <a:solidFill>
              <a:schemeClr val="bg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92665E73-28DF-4EB2-9056-65ABABA4A8A4}"/>
              </a:ext>
            </a:extLst>
          </p:cNvPr>
          <p:cNvSpPr/>
          <p:nvPr userDrawn="1"/>
        </p:nvSpPr>
        <p:spPr>
          <a:xfrm>
            <a:off x="1477514" y="4824660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FC35D98E-A60D-495D-8A57-522B84CCBB1F}"/>
              </a:ext>
            </a:extLst>
          </p:cNvPr>
          <p:cNvSpPr/>
          <p:nvPr userDrawn="1"/>
        </p:nvSpPr>
        <p:spPr>
          <a:xfrm>
            <a:off x="1477514" y="5322208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BC74844-44FB-4F3F-BF73-44E287282DBB}"/>
              </a:ext>
            </a:extLst>
          </p:cNvPr>
          <p:cNvSpPr/>
          <p:nvPr userDrawn="1"/>
        </p:nvSpPr>
        <p:spPr>
          <a:xfrm>
            <a:off x="1477514" y="5757433"/>
            <a:ext cx="795757" cy="304699"/>
          </a:xfrm>
          <a:custGeom>
            <a:avLst/>
            <a:gdLst>
              <a:gd name="connsiteX0" fmla="*/ 0 w 1510574"/>
              <a:gd name="connsiteY0" fmla="*/ 0 h 755287"/>
              <a:gd name="connsiteX1" fmla="*/ 1510574 w 1510574"/>
              <a:gd name="connsiteY1" fmla="*/ 0 h 755287"/>
              <a:gd name="connsiteX2" fmla="*/ 1510574 w 1510574"/>
              <a:gd name="connsiteY2" fmla="*/ 755287 h 755287"/>
              <a:gd name="connsiteX3" fmla="*/ 0 w 1510574"/>
              <a:gd name="connsiteY3" fmla="*/ 755287 h 755287"/>
              <a:gd name="connsiteX4" fmla="*/ 0 w 1510574"/>
              <a:gd name="connsiteY4" fmla="*/ 0 h 755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0574" h="755287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rgbClr r="0" g="0" b="0"/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spAutoFit/>
          </a:bodyPr>
          <a:lstStyle/>
          <a:p>
            <a:pPr marL="0" marR="0" lvl="0" indent="0" defTabSz="7112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lang="en-GB" sz="1200" b="1">
                <a:solidFill>
                  <a:schemeClr val="bg1"/>
                </a:solidFill>
                <a:latin typeface="Arial"/>
              </a:rPr>
              <a:t>First Last</a:t>
            </a:r>
            <a:br>
              <a:rPr lang="en-US" sz="1200">
                <a:solidFill>
                  <a:schemeClr val="bg1"/>
                </a:solidFill>
                <a:latin typeface="Arial"/>
              </a:rPr>
            </a:br>
            <a:r>
              <a:rPr lang="en-US" sz="1000">
                <a:solidFill>
                  <a:schemeClr val="bg1"/>
                </a:solidFill>
                <a:latin typeface="Arial"/>
              </a:rPr>
              <a:t>Title</a:t>
            </a:r>
            <a:endParaRPr lang="en-GB" sz="1000">
              <a:solidFill>
                <a:schemeClr val="bg1"/>
              </a:solidFill>
              <a:latin typeface="Arial"/>
            </a:endParaRP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0AC55631-6690-41E6-822A-7B17BE8EA8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97488" y="1179513"/>
            <a:ext cx="763587" cy="76358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2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A9B056D2-4CA5-4A89-9066-85E20EB95D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7401" y="2934768"/>
            <a:ext cx="763587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2" name="Picture Placeholder 2">
            <a:extLst>
              <a:ext uri="{FF2B5EF4-FFF2-40B4-BE49-F238E27FC236}">
                <a16:creationId xmlns:a16="http://schemas.microsoft.com/office/drawing/2014/main" id="{271497F1-2F2E-4309-B2B0-136C071CAB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45803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A0E2CBCF-B92B-4F7C-AD57-23DA33A601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32444" y="2934768"/>
            <a:ext cx="763587" cy="763587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7A126B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D6D71B88-BF93-425F-822D-433689CA51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94372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5" name="Picture Placeholder 2">
            <a:extLst>
              <a:ext uri="{FF2B5EF4-FFF2-40B4-BE49-F238E27FC236}">
                <a16:creationId xmlns:a16="http://schemas.microsoft.com/office/drawing/2014/main" id="{CCB838B4-9A22-440B-B4DB-62332664785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2934768"/>
            <a:ext cx="763587" cy="763587"/>
          </a:xfrm>
          <a:prstGeom prst="ellipse">
            <a:avLst/>
          </a:prstGeom>
          <a:solidFill>
            <a:schemeClr val="accent5"/>
          </a:solidFill>
          <a:ln w="19050">
            <a:solidFill>
              <a:srgbClr val="294E95"/>
            </a:solidFill>
          </a:ln>
        </p:spPr>
        <p:txBody>
          <a:bodyPr lIns="0" rIns="0" anchor="ctr" anchorCtr="0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30564892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9DA9F1-36A0-76F9-4D49-1FFB30F8CFE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1E3E6E29-BEC4-288C-B32B-AF774446EF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E12B6CAE-326B-E34A-31F1-77AFF35385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AF684C43-A236-A698-D9CB-1D9BB8955A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22E76D79-F84B-B7B3-36C7-DDFA1F84B4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F8B250DB-C361-A6E3-4C85-D21F8209C1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147BE96E-3F4B-84BA-6775-D41FF7C532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5F3551-81ED-C908-0D9D-64C876F81F0D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6CCA88FD-78DE-CEC8-8BFD-721D475ECD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FF7D2711-8021-39A5-678E-CDC6C4470D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C3BC8212-B451-4273-2728-F59952E7BC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E52C8F5-D1FE-4AC8-4162-7CF0174C7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1B573B61-8792-4F95-2044-72CB5D6018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EFCA5AB-AA3A-875C-1ECF-F75A93964C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156568-E050-C688-ED26-0B21D0654CAA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14D81DD-1F3B-B50D-F43D-3E209D45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F58D34C8-C6F8-F06E-7715-9288F76C9A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6107FD63-81FF-191D-0B53-F42767D14F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54F87762-C44E-A3F8-3E3D-46E9684774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C9782FAE-D7D9-18FB-6538-0F3C12A16C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0396B2B4-C495-974A-4A3B-44C71DDB91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6526B-689D-F225-B2C2-E0BBC08CF3D7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3D61DFCD-9B7B-9CEE-09F1-B3FFBCEC4B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2E7D430F-6BD5-C242-3242-1C4393E85F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5AA8EC8-6FD0-6F7C-5280-A51D231177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E7CAAC3B-4107-FAE2-2BB7-B0E46A4F5E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163CF3C-7F65-26FA-53B9-F3B8000834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FA837C5D-6026-3DC8-E17F-DE9A1A3337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A088EC-A7D4-9C0A-C322-1161E9EFEA5E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5C4F613F-1DD6-3F3D-9BAE-708257885F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8F30CC7-8DA5-9459-5823-3D7027574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9549D5A1-8221-2608-197C-70D3E119DD3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D6C29BFA-EBE0-3409-DA75-D6D86C95C5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DE56CA28-603E-6C83-560F-82347F4C92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AE3DA774-A3A9-8F32-B9A2-708F35FC0E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005ED3-DC5A-16D6-BC0D-2BC8DBC127C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425E7774-98DD-0FEF-9145-91D6B46D26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7F3BA1AE-9A9D-B9A4-5403-6AA4C35F1E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437AAFBE-8A17-35F2-274B-EB0FA065C2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A3380145-9EE8-3EC6-9B1C-FB9540A9C7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0BF31EAF-B3E0-97CF-2E5E-B91BC8A708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0F3C66CC-04BD-A3C8-72CC-31B30C4C59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1A4D94C-10A5-93DD-7545-E8A78E3E76DF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EB7F9CF2-27FB-5CFF-3AF9-F3D782AF8F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A4FE0BE7-E21B-0A34-6A99-A25D9D183E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D9344221-152E-2762-91B6-95EFB33B4E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0">
              <a:extLst>
                <a:ext uri="{FF2B5EF4-FFF2-40B4-BE49-F238E27FC236}">
                  <a16:creationId xmlns:a16="http://schemas.microsoft.com/office/drawing/2014/main" id="{2B8FF3A7-A802-4EFD-1B3E-BE4FD55930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8E61D3F6-A1B4-B1CF-57E5-6C0A92BC8A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CECCA6D3-F3B6-26C6-0F5D-83832B6120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6A780702-9C9B-96F4-8B07-21C9D8C8A0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7E1B9D4-3009-CCED-240A-6514B89A344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F8592D55-D1DD-021F-F58A-C23393CDA1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6ECC017-F717-4757-9B44-6475FFD17C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278498B7-D9E9-F174-4F80-972AA25563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B8B70A7C-1FE3-4C27-A360-FF4D04AB32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40BBE49-3380-52D0-1396-73ED8BD97A88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034602-4EFB-8E5B-8FAA-B579A05D71D3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B10DDEA8-C62F-FFEF-8E88-937A40610A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A5215B45-7283-2B79-53B8-8EC24F78CF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9C313BF5-1342-2D50-4CD8-F0843C8D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499A91AC-5617-3A97-3CA7-56FF0F2C26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C7400D53-2A85-B307-D1F5-7E6EB77D05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CB004BB-6761-8374-A9BD-CD2644D661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02847966-6DB9-1FB6-9676-273C285CBBB9}"/>
              </a:ext>
            </a:extLst>
          </p:cNvPr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B5AB7E31-14A7-9501-5A1B-CA9C8DF7F9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62254130-3E7F-93A9-7119-F750B966F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F09E9735-A341-685A-2E0E-8E623D1823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7576E6CE-DA5C-AF50-7933-59F501DBD1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69BCEF5B-3A08-5E7B-9ED1-3F71D12FBA9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B6FEDC4B-7FBE-AE64-86BE-07088AD5B6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EF0C28DE-3EA0-613C-F6F5-A668E5A933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>
                <a:extLst>
                  <a:ext uri="{FF2B5EF4-FFF2-40B4-BE49-F238E27FC236}">
                    <a16:creationId xmlns:a16="http://schemas.microsoft.com/office/drawing/2014/main" id="{AA3A9144-5E21-1340-D82E-781E8E03088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16E502AF-0487-43AF-00DB-14F962B92C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0DE8FD0D-C28A-B61F-DFEE-6F90FAD7BFAA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F351CFF9-9DD1-E9B5-EE76-334AE5F0349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788B3367-A4C9-CCD9-A688-1D2826A4B0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8">
              <a:extLst>
                <a:ext uri="{FF2B5EF4-FFF2-40B4-BE49-F238E27FC236}">
                  <a16:creationId xmlns:a16="http://schemas.microsoft.com/office/drawing/2014/main" id="{E75C15B3-8177-7E6B-C4A7-1B9D3FB9D0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9">
              <a:extLst>
                <a:ext uri="{FF2B5EF4-FFF2-40B4-BE49-F238E27FC236}">
                  <a16:creationId xmlns:a16="http://schemas.microsoft.com/office/drawing/2014/main" id="{AA27F0F6-EBAD-77B3-0964-617F5FC5A0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0">
              <a:extLst>
                <a:ext uri="{FF2B5EF4-FFF2-40B4-BE49-F238E27FC236}">
                  <a16:creationId xmlns:a16="http://schemas.microsoft.com/office/drawing/2014/main" id="{0D449E32-BCCB-5FA7-37E4-30FF7569B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Freeform 7">
              <a:extLst>
                <a:ext uri="{FF2B5EF4-FFF2-40B4-BE49-F238E27FC236}">
                  <a16:creationId xmlns:a16="http://schemas.microsoft.com/office/drawing/2014/main" id="{6DB7C37A-1FE6-9BFA-5E83-3EC0F79497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Freeform 8">
              <a:extLst>
                <a:ext uri="{FF2B5EF4-FFF2-40B4-BE49-F238E27FC236}">
                  <a16:creationId xmlns:a16="http://schemas.microsoft.com/office/drawing/2014/main" id="{3AEA624F-19C6-31CA-5CD9-7E42ED68DA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Freeform 9">
              <a:extLst>
                <a:ext uri="{FF2B5EF4-FFF2-40B4-BE49-F238E27FC236}">
                  <a16:creationId xmlns:a16="http://schemas.microsoft.com/office/drawing/2014/main" id="{ED142D15-3F97-1719-8D74-37D26D1CA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Freeform 10">
              <a:extLst>
                <a:ext uri="{FF2B5EF4-FFF2-40B4-BE49-F238E27FC236}">
                  <a16:creationId xmlns:a16="http://schemas.microsoft.com/office/drawing/2014/main" id="{6FEBB0B2-4586-05AB-B4FE-055E54F117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7">
                <a:extLst>
                  <a:ext uri="{FF2B5EF4-FFF2-40B4-BE49-F238E27FC236}">
                    <a16:creationId xmlns:a16="http://schemas.microsoft.com/office/drawing/2014/main" id="{8776387C-7DBE-0FBD-3AED-689433E7686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25971" y="567985"/>
                <a:ext cx="193713" cy="216764"/>
              </a:xfrm>
              <a:custGeom>
                <a:avLst/>
                <a:gdLst>
                  <a:gd name="T0" fmla="*/ 0 w 446"/>
                  <a:gd name="T1" fmla="*/ 351 h 499"/>
                  <a:gd name="T2" fmla="*/ 0 w 446"/>
                  <a:gd name="T3" fmla="*/ 349 h 499"/>
                  <a:gd name="T4" fmla="*/ 195 w 446"/>
                  <a:gd name="T5" fmla="*/ 194 h 499"/>
                  <a:gd name="T6" fmla="*/ 314 w 446"/>
                  <a:gd name="T7" fmla="*/ 214 h 499"/>
                  <a:gd name="T8" fmla="*/ 314 w 446"/>
                  <a:gd name="T9" fmla="*/ 206 h 499"/>
                  <a:gd name="T10" fmla="*/ 210 w 446"/>
                  <a:gd name="T11" fmla="*/ 117 h 499"/>
                  <a:gd name="T12" fmla="*/ 76 w 446"/>
                  <a:gd name="T13" fmla="*/ 144 h 499"/>
                  <a:gd name="T14" fmla="*/ 42 w 446"/>
                  <a:gd name="T15" fmla="*/ 39 h 499"/>
                  <a:gd name="T16" fmla="*/ 230 w 446"/>
                  <a:gd name="T17" fmla="*/ 0 h 499"/>
                  <a:gd name="T18" fmla="*/ 394 w 446"/>
                  <a:gd name="T19" fmla="*/ 54 h 499"/>
                  <a:gd name="T20" fmla="*/ 446 w 446"/>
                  <a:gd name="T21" fmla="*/ 209 h 499"/>
                  <a:gd name="T22" fmla="*/ 446 w 446"/>
                  <a:gd name="T23" fmla="*/ 490 h 499"/>
                  <a:gd name="T24" fmla="*/ 313 w 446"/>
                  <a:gd name="T25" fmla="*/ 490 h 499"/>
                  <a:gd name="T26" fmla="*/ 313 w 446"/>
                  <a:gd name="T27" fmla="*/ 438 h 499"/>
                  <a:gd name="T28" fmla="*/ 166 w 446"/>
                  <a:gd name="T29" fmla="*/ 499 h 499"/>
                  <a:gd name="T30" fmla="*/ 0 w 446"/>
                  <a:gd name="T31" fmla="*/ 351 h 499"/>
                  <a:gd name="T32" fmla="*/ 316 w 446"/>
                  <a:gd name="T33" fmla="*/ 319 h 499"/>
                  <a:gd name="T34" fmla="*/ 316 w 446"/>
                  <a:gd name="T35" fmla="*/ 295 h 499"/>
                  <a:gd name="T36" fmla="*/ 228 w 446"/>
                  <a:gd name="T37" fmla="*/ 277 h 499"/>
                  <a:gd name="T38" fmla="*/ 133 w 446"/>
                  <a:gd name="T39" fmla="*/ 344 h 499"/>
                  <a:gd name="T40" fmla="*/ 133 w 446"/>
                  <a:gd name="T41" fmla="*/ 346 h 499"/>
                  <a:gd name="T42" fmla="*/ 208 w 446"/>
                  <a:gd name="T43" fmla="*/ 404 h 499"/>
                  <a:gd name="T44" fmla="*/ 316 w 446"/>
                  <a:gd name="T45" fmla="*/ 319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499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8">
                <a:extLst>
                  <a:ext uri="{FF2B5EF4-FFF2-40B4-BE49-F238E27FC236}">
                    <a16:creationId xmlns:a16="http://schemas.microsoft.com/office/drawing/2014/main" id="{262E0FEC-2981-11B0-3D88-8A94D08178C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36529" y="564438"/>
                <a:ext cx="127665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9">
                <a:extLst>
                  <a:ext uri="{FF2B5EF4-FFF2-40B4-BE49-F238E27FC236}">
                    <a16:creationId xmlns:a16="http://schemas.microsoft.com/office/drawing/2014/main" id="{FECC1288-545E-BDB4-6462-3EE5544D702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475719" y="516121"/>
                <a:ext cx="134757" cy="268184"/>
              </a:xfrm>
              <a:custGeom>
                <a:avLst/>
                <a:gdLst>
                  <a:gd name="T0" fmla="*/ 58 w 310"/>
                  <a:gd name="T1" fmla="*/ 472 h 617"/>
                  <a:gd name="T2" fmla="*/ 58 w 310"/>
                  <a:gd name="T3" fmla="*/ 242 h 617"/>
                  <a:gd name="T4" fmla="*/ 0 w 310"/>
                  <a:gd name="T5" fmla="*/ 242 h 617"/>
                  <a:gd name="T6" fmla="*/ 0 w 310"/>
                  <a:gd name="T7" fmla="*/ 124 h 617"/>
                  <a:gd name="T8" fmla="*/ 58 w 310"/>
                  <a:gd name="T9" fmla="*/ 124 h 617"/>
                  <a:gd name="T10" fmla="*/ 58 w 310"/>
                  <a:gd name="T11" fmla="*/ 0 h 617"/>
                  <a:gd name="T12" fmla="*/ 196 w 310"/>
                  <a:gd name="T13" fmla="*/ 0 h 617"/>
                  <a:gd name="T14" fmla="*/ 196 w 310"/>
                  <a:gd name="T15" fmla="*/ 124 h 617"/>
                  <a:gd name="T16" fmla="*/ 310 w 310"/>
                  <a:gd name="T17" fmla="*/ 124 h 617"/>
                  <a:gd name="T18" fmla="*/ 310 w 310"/>
                  <a:gd name="T19" fmla="*/ 242 h 617"/>
                  <a:gd name="T20" fmla="*/ 196 w 310"/>
                  <a:gd name="T21" fmla="*/ 242 h 617"/>
                  <a:gd name="T22" fmla="*/ 196 w 310"/>
                  <a:gd name="T23" fmla="*/ 449 h 617"/>
                  <a:gd name="T24" fmla="*/ 240 w 310"/>
                  <a:gd name="T25" fmla="*/ 496 h 617"/>
                  <a:gd name="T26" fmla="*/ 308 w 310"/>
                  <a:gd name="T27" fmla="*/ 479 h 617"/>
                  <a:gd name="T28" fmla="*/ 308 w 310"/>
                  <a:gd name="T29" fmla="*/ 589 h 617"/>
                  <a:gd name="T30" fmla="*/ 199 w 310"/>
                  <a:gd name="T31" fmla="*/ 617 h 617"/>
                  <a:gd name="T32" fmla="*/ 58 w 310"/>
                  <a:gd name="T33" fmla="*/ 472 h 6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7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10">
                <a:extLst>
                  <a:ext uri="{FF2B5EF4-FFF2-40B4-BE49-F238E27FC236}">
                    <a16:creationId xmlns:a16="http://schemas.microsoft.com/office/drawing/2014/main" id="{9DB49BE1-F1C8-5A4F-1BE7-B9C5B671A4B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618455" y="566212"/>
                <a:ext cx="207012" cy="219424"/>
              </a:xfrm>
              <a:custGeom>
                <a:avLst/>
                <a:gdLst>
                  <a:gd name="T0" fmla="*/ 0 w 476"/>
                  <a:gd name="T1" fmla="*/ 254 h 505"/>
                  <a:gd name="T2" fmla="*/ 0 w 476"/>
                  <a:gd name="T3" fmla="*/ 253 h 505"/>
                  <a:gd name="T4" fmla="*/ 240 w 476"/>
                  <a:gd name="T5" fmla="*/ 0 h 505"/>
                  <a:gd name="T6" fmla="*/ 476 w 476"/>
                  <a:gd name="T7" fmla="*/ 263 h 505"/>
                  <a:gd name="T8" fmla="*/ 475 w 476"/>
                  <a:gd name="T9" fmla="*/ 300 h 505"/>
                  <a:gd name="T10" fmla="*/ 137 w 476"/>
                  <a:gd name="T11" fmla="*/ 300 h 505"/>
                  <a:gd name="T12" fmla="*/ 256 w 476"/>
                  <a:gd name="T13" fmla="*/ 395 h 505"/>
                  <a:gd name="T14" fmla="*/ 373 w 476"/>
                  <a:gd name="T15" fmla="*/ 345 h 505"/>
                  <a:gd name="T16" fmla="*/ 452 w 476"/>
                  <a:gd name="T17" fmla="*/ 415 h 505"/>
                  <a:gd name="T18" fmla="*/ 254 w 476"/>
                  <a:gd name="T19" fmla="*/ 505 h 505"/>
                  <a:gd name="T20" fmla="*/ 0 w 476"/>
                  <a:gd name="T21" fmla="*/ 254 h 505"/>
                  <a:gd name="T22" fmla="*/ 342 w 476"/>
                  <a:gd name="T23" fmla="*/ 214 h 505"/>
                  <a:gd name="T24" fmla="*/ 240 w 476"/>
                  <a:gd name="T25" fmla="*/ 111 h 505"/>
                  <a:gd name="T26" fmla="*/ 135 w 476"/>
                  <a:gd name="T27" fmla="*/ 214 h 505"/>
                  <a:gd name="T28" fmla="*/ 342 w 476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11">
                <a:extLst>
                  <a:ext uri="{FF2B5EF4-FFF2-40B4-BE49-F238E27FC236}">
                    <a16:creationId xmlns:a16="http://schemas.microsoft.com/office/drawing/2014/main" id="{5700CEE7-82FA-F314-D150-00348A9C199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837879" y="564438"/>
                <a:ext cx="127221" cy="216321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1 h 498"/>
                  <a:gd name="T6" fmla="*/ 293 w 293"/>
                  <a:gd name="T7" fmla="*/ 4 h 498"/>
                  <a:gd name="T8" fmla="*/ 293 w 293"/>
                  <a:gd name="T9" fmla="*/ 148 h 498"/>
                  <a:gd name="T10" fmla="*/ 285 w 293"/>
                  <a:gd name="T11" fmla="*/ 148 h 498"/>
                  <a:gd name="T12" fmla="*/ 138 w 293"/>
                  <a:gd name="T13" fmla="*/ 319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640" y="1685684"/>
            <a:ext cx="9960236" cy="2894768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255" rtl="0" eaLnBrk="1" latinLnBrk="0" hangingPunct="1">
              <a:lnSpc>
                <a:spcPts val="6796"/>
              </a:lnSpc>
              <a:spcBef>
                <a:spcPct val="0"/>
              </a:spcBef>
              <a:buNone/>
              <a:defRPr lang="en-US" sz="7996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br>
              <a:rPr lang="en-US"/>
            </a:br>
            <a:r>
              <a:rPr lang="en-US"/>
              <a:t>three lines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640" y="4715116"/>
            <a:ext cx="99497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98" b="0" kern="1200" cap="none" spc="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548640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4B5B53C-9814-4319-B2AA-2C21FFC03C6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9855469" y="2024681"/>
            <a:ext cx="3499241" cy="1167475"/>
            <a:chOff x="547688" y="952500"/>
            <a:chExt cx="12190413" cy="406717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86DAFFA-DD2C-4B45-869C-80A8537FFB1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gradFill flip="none" rotWithShape="1">
              <a:gsLst>
                <a:gs pos="0">
                  <a:srgbClr val="7C55A3"/>
                </a:gs>
                <a:gs pos="33000">
                  <a:srgbClr val="4C8AC8"/>
                </a:gs>
                <a:gs pos="67000">
                  <a:srgbClr val="47B98E"/>
                </a:gs>
                <a:gs pos="100000">
                  <a:srgbClr val="64B951"/>
                </a:gs>
              </a:gsLst>
              <a:lin ang="189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26F6C622-0F1C-400B-80F7-27499D487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3843D85E-D61D-49D2-8C0B-2814AA2761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3230BEAE-88C1-454A-9CCC-1D4B1775E5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051B78A0-6BF0-417B-86F2-F30C1521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7" name="Freeform 10">
              <a:extLst>
                <a:ext uri="{FF2B5EF4-FFF2-40B4-BE49-F238E27FC236}">
                  <a16:creationId xmlns:a16="http://schemas.microsoft.com/office/drawing/2014/main" id="{DC72F71B-EE86-4EF7-B865-447B4ED71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8" name="Freeform 11">
              <a:extLst>
                <a:ext uri="{FF2B5EF4-FFF2-40B4-BE49-F238E27FC236}">
                  <a16:creationId xmlns:a16="http://schemas.microsoft.com/office/drawing/2014/main" id="{A3EC0C04-B0DD-4A32-813E-011A695342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63" name="Freeform 5">
            <a:extLst>
              <a:ext uri="{FF2B5EF4-FFF2-40B4-BE49-F238E27FC236}">
                <a16:creationId xmlns:a16="http://schemas.microsoft.com/office/drawing/2014/main" id="{433BBA68-D2F6-45DA-B6D3-4CBDACC1E27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48642" y="858794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gradFill flip="none" rotWithShape="1">
            <a:gsLst>
              <a:gs pos="0">
                <a:srgbClr val="7C55A3"/>
              </a:gs>
              <a:gs pos="33000">
                <a:srgbClr val="4C8AC8"/>
              </a:gs>
              <a:gs pos="67000">
                <a:srgbClr val="47B98E"/>
              </a:gs>
              <a:gs pos="100000">
                <a:srgbClr val="64B951"/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1439796432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548640" y="1682496"/>
            <a:ext cx="9960236" cy="289864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255" rtl="0" eaLnBrk="1" latinLnBrk="0" hangingPunct="1">
              <a:lnSpc>
                <a:spcPts val="6796"/>
              </a:lnSpc>
              <a:spcBef>
                <a:spcPct val="0"/>
              </a:spcBef>
              <a:buNone/>
              <a:defRPr lang="en-US" sz="7996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Presentation</a:t>
            </a:r>
            <a:br>
              <a:rPr lang="en-US"/>
            </a:br>
            <a:r>
              <a:rPr lang="en-US"/>
              <a:t>title here</a:t>
            </a:r>
            <a:br>
              <a:rPr lang="en-US"/>
            </a:br>
            <a:r>
              <a:rPr lang="en-US"/>
              <a:t>three lines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548640" y="4718304"/>
            <a:ext cx="99497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598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1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2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5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Speaker Name | Date</a:t>
            </a:r>
          </a:p>
        </p:txBody>
      </p:sp>
      <p:sp>
        <p:nvSpPr>
          <p:cNvPr id="49" name="TextBox 48"/>
          <p:cNvSpPr txBox="1"/>
          <p:nvPr userDrawn="1"/>
        </p:nvSpPr>
        <p:spPr>
          <a:xfrm>
            <a:off x="548640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0FCEFF-7702-4B0E-948D-7E37B6A4478F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9855469" y="2024681"/>
            <a:ext cx="3499241" cy="1167475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72C7185-76FD-4187-919A-25A3BADA4C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gradFill flip="none" rotWithShape="1">
              <a:gsLst>
                <a:gs pos="0">
                  <a:srgbClr val="7C55A3"/>
                </a:gs>
                <a:gs pos="33000">
                  <a:srgbClr val="4C8AC8"/>
                </a:gs>
                <a:gs pos="67000">
                  <a:srgbClr val="47B98E"/>
                </a:gs>
                <a:gs pos="100000">
                  <a:srgbClr val="64B951"/>
                </a:gs>
              </a:gsLst>
              <a:lin ang="189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844F2D33-776A-4BB3-B1AA-62CB8D3805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B25A57CA-E6B6-4485-835D-0514A4A91E6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B983D725-9822-46DD-8CD5-54531CAF8C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4CC97943-BF3A-4904-AD5E-6CFC9FD87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3B185A1-AEB4-48E4-A650-C4E852BDB0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F77586AC-5A01-4830-952E-837A7F96ED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7236D2EB-FA01-4115-A656-FC750463446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548642" y="858794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gradFill flip="none" rotWithShape="1">
            <a:gsLst>
              <a:gs pos="0">
                <a:srgbClr val="7C55A3"/>
              </a:gs>
              <a:gs pos="33000">
                <a:srgbClr val="4C8AC8"/>
              </a:gs>
              <a:gs pos="67000">
                <a:srgbClr val="47B98E"/>
              </a:gs>
              <a:gs pos="100000">
                <a:srgbClr val="64B951"/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</p:spTree>
    <p:extLst>
      <p:ext uri="{BB962C8B-B14F-4D97-AF65-F5344CB8AC3E}">
        <p14:creationId xmlns:p14="http://schemas.microsoft.com/office/powerpoint/2010/main" val="2366852351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50893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255" rtl="0" eaLnBrk="1" latinLnBrk="0" hangingPunct="1">
              <a:lnSpc>
                <a:spcPts val="4998"/>
              </a:lnSpc>
              <a:spcBef>
                <a:spcPct val="0"/>
              </a:spcBef>
              <a:buNone/>
              <a:defRPr lang="en-US" sz="5996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56227"/>
            <a:ext cx="9957816" cy="46201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ts val="2398"/>
              </a:lnSpc>
              <a:spcBef>
                <a:spcPts val="0"/>
              </a:spcBef>
              <a:buNone/>
              <a:defRPr sz="2498" spc="0" baseline="0">
                <a:solidFill>
                  <a:schemeClr val="tx1"/>
                </a:solidFill>
              </a:defRPr>
            </a:lvl1pPr>
            <a:lvl2pPr marL="456926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852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7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7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6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5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4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5" name="TextBox 74"/>
          <p:cNvSpPr txBox="1"/>
          <p:nvPr userDrawn="1"/>
        </p:nvSpPr>
        <p:spPr>
          <a:xfrm>
            <a:off x="548640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162ACE4-674E-4D71-8C04-476835CC170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9855469" y="2024681"/>
            <a:ext cx="3499241" cy="1167475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68D014B-3E62-402C-B8D2-F7ADB610E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gradFill flip="none" rotWithShape="1">
              <a:gsLst>
                <a:gs pos="0">
                  <a:srgbClr val="7C55A3"/>
                </a:gs>
                <a:gs pos="33000">
                  <a:srgbClr val="4C8AC8"/>
                </a:gs>
                <a:gs pos="67000">
                  <a:srgbClr val="47B98E"/>
                </a:gs>
                <a:gs pos="100000">
                  <a:srgbClr val="64B951"/>
                </a:gs>
              </a:gsLst>
              <a:lin ang="189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3ABE3A10-30FE-4D80-9210-45E4780632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00D141DB-74E1-4BBD-A74A-B469564C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5B849A63-727A-44E1-A785-BBDB9E7E68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7BAA956E-BBA4-4B4E-A1A2-1FD12B20482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C25C7AF9-A1E7-4FCD-812D-ECCF248744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492FCE74-DEFB-426A-B54E-A54871812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161572235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50893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255" rtl="0" eaLnBrk="1" latinLnBrk="0" hangingPunct="1">
              <a:lnSpc>
                <a:spcPts val="4998"/>
              </a:lnSpc>
              <a:spcBef>
                <a:spcPct val="0"/>
              </a:spcBef>
              <a:buNone/>
              <a:defRPr lang="en-US" sz="5996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56227"/>
            <a:ext cx="9957816" cy="462018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ts val="2398"/>
              </a:lnSpc>
              <a:spcBef>
                <a:spcPts val="0"/>
              </a:spcBef>
              <a:buNone/>
              <a:defRPr sz="2498" spc="0" baseline="0">
                <a:solidFill>
                  <a:schemeClr val="bg1"/>
                </a:solidFill>
              </a:defRPr>
            </a:lvl1pPr>
            <a:lvl2pPr marL="456926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852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7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7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62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5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4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 here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5" name="TextBox 74"/>
          <p:cNvSpPr txBox="1"/>
          <p:nvPr userDrawn="1"/>
        </p:nvSpPr>
        <p:spPr>
          <a:xfrm>
            <a:off x="548640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4354387-7352-4EDE-B10D-7E98777C3341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9855469" y="2024681"/>
            <a:ext cx="3499241" cy="1167475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068FE78-9E0C-420F-BFDF-2A1DB5DDAF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gradFill flip="none" rotWithShape="1">
              <a:gsLst>
                <a:gs pos="0">
                  <a:srgbClr val="7C55A3"/>
                </a:gs>
                <a:gs pos="33000">
                  <a:srgbClr val="4C8AC8"/>
                </a:gs>
                <a:gs pos="67000">
                  <a:srgbClr val="47B98E"/>
                </a:gs>
                <a:gs pos="100000">
                  <a:srgbClr val="64B951"/>
                </a:gs>
              </a:gsLst>
              <a:lin ang="189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26099F2B-AA1C-488F-AA7C-ABFA1FCEE0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088FA8F-9439-47CF-8D78-598F44C922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C26AF859-19F7-4030-B610-1D8769A170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421D0F15-28EC-4EC4-9F91-EA19E7CE7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14FA6E2F-4C4F-413E-BF05-0C2D64790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84E56910-E988-4902-A325-07FB563FAA3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936779353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38846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7" name="Rectangle 6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1" name="Freeform 10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0942025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56789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2730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9992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444521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3624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8880"/>
            <a:ext cx="11073384" cy="4906726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231668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7593"/>
            <a:ext cx="11073384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0344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5767"/>
            <a:ext cx="11073384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899112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6945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7911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2770"/>
            <a:ext cx="11073384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392616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4035726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307596"/>
            <a:ext cx="537895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3066" y="1307596"/>
            <a:ext cx="537895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20091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307596"/>
            <a:ext cx="537895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243066" y="1307596"/>
            <a:ext cx="537895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6033906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5767"/>
            <a:ext cx="5380212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899112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6945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D1D361-2275-490D-9337-CF90510C8486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6240226" y="1575767"/>
            <a:ext cx="5380212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38057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 Two Column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2770"/>
            <a:ext cx="5382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392616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2021 Lenovo.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E7F8999-3DD7-49E8-A7DF-0AB314115AA0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6240024" y="1572770"/>
            <a:ext cx="5382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04147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hirds 1 third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7596"/>
            <a:ext cx="7272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8148024" y="1307596"/>
            <a:ext cx="3474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08454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thirds 1 third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7596"/>
            <a:ext cx="7272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8148024" y="1307595"/>
            <a:ext cx="3474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5102169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third 2 thirds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307596"/>
            <a:ext cx="3474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4350024" y="1307596"/>
            <a:ext cx="7272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887875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 third 2 thirds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1" y="1307596"/>
            <a:ext cx="3474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4350024" y="1307595"/>
            <a:ext cx="7272000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4356264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2 thirds 1 thir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5767"/>
            <a:ext cx="7272000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899112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6945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D1D361-2275-490D-9337-CF90510C8486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8157170" y="1575767"/>
            <a:ext cx="3474000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137706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2 thirds 1 third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38" y="1572770"/>
            <a:ext cx="7272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392616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2021 Lenovo.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E7F8999-3DD7-49E8-A7DF-0AB314115AA0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8148024" y="1572770"/>
            <a:ext cx="3474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89628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1 third 2 thirds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575767"/>
            <a:ext cx="3474000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557784" y="899112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40"/>
            <a:ext cx="11073384" cy="369451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D1D361-2275-490D-9337-CF90510C8486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4359168" y="1575767"/>
            <a:ext cx="7272000" cy="4651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44745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1 third 2 thirds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572770"/>
            <a:ext cx="3474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557784" y="89611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392616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2021 Lenovo.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E7F8999-3DD7-49E8-A7DF-0AB314115AA0}"/>
              </a:ext>
            </a:extLst>
          </p:cNvPr>
          <p:cNvSpPr>
            <a:spLocks noGrp="1"/>
          </p:cNvSpPr>
          <p:nvPr>
            <p:ph sz="half" idx="11"/>
          </p:nvPr>
        </p:nvSpPr>
        <p:spPr bwMode="gray">
          <a:xfrm>
            <a:off x="4350024" y="1572770"/>
            <a:ext cx="7272000" cy="4654413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78271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47974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147304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12601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2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47974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147304" y="1307593"/>
            <a:ext cx="3474720" cy="4919588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13" name="Rectangle 12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568983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1" y="1307593"/>
            <a:ext cx="11073383" cy="2376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548641" y="3830991"/>
            <a:ext cx="11073385" cy="2376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847903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Row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1" y="1307591"/>
            <a:ext cx="11073383" cy="2376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548641" y="3851181"/>
            <a:ext cx="11073385" cy="2376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0900084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Row Sub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57787" y="1407114"/>
            <a:ext cx="11073383" cy="2304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548641" y="3902995"/>
            <a:ext cx="11073385" cy="230399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ABDB3CC-2ED1-457C-A277-D7741798014F}"/>
              </a:ext>
            </a:extLst>
          </p:cNvPr>
          <p:cNvSpPr>
            <a:spLocks noGrp="1"/>
          </p:cNvSpPr>
          <p:nvPr>
            <p:ph type="body" idx="10"/>
          </p:nvPr>
        </p:nvSpPr>
        <p:spPr bwMode="gray">
          <a:xfrm>
            <a:off x="557784" y="1018568"/>
            <a:ext cx="11073384" cy="29260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2198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99177190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Row Subtitle Slide_Black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1" y="1379593"/>
            <a:ext cx="11073383" cy="2304001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548641" y="3926611"/>
            <a:ext cx="11073385" cy="230400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2021 Lenovo. All rights reserved.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9" name="Rectangle 8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02AEB714-C14E-4FA7-B025-89A3666618A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 bwMode="gray">
          <a:xfrm>
            <a:off x="548638" y="1005262"/>
            <a:ext cx="11073384" cy="292608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ts val="2198"/>
              </a:lnSpc>
              <a:spcBef>
                <a:spcPts val="0"/>
              </a:spcBef>
              <a:buNone/>
              <a:defRPr sz="1998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0">
              <a:buNone/>
              <a:defRPr sz="2698" b="1"/>
            </a:lvl2pPr>
            <a:lvl3pPr marL="1218255" indent="0">
              <a:buNone/>
              <a:defRPr sz="2398" b="1"/>
            </a:lvl3pPr>
            <a:lvl4pPr marL="1827383" indent="0">
              <a:buNone/>
              <a:defRPr sz="2098" b="1"/>
            </a:lvl4pPr>
            <a:lvl5pPr marL="2436511" indent="0">
              <a:buNone/>
              <a:defRPr sz="2098" b="1"/>
            </a:lvl5pPr>
            <a:lvl6pPr marL="3045639" indent="0">
              <a:buNone/>
              <a:defRPr sz="2098" b="1"/>
            </a:lvl6pPr>
            <a:lvl7pPr marL="3654766" indent="0">
              <a:buNone/>
              <a:defRPr sz="2098" b="1"/>
            </a:lvl7pPr>
            <a:lvl8pPr marL="4263893" indent="0">
              <a:buNone/>
              <a:defRPr sz="2098" b="1"/>
            </a:lvl8pPr>
            <a:lvl9pPr marL="4873022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2306242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6036718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7596"/>
            <a:ext cx="603671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5287" y="0"/>
            <a:ext cx="535353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24158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6036718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548640" y="1307596"/>
            <a:ext cx="6036718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35287" y="0"/>
            <a:ext cx="535353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21" name="Rectangle 2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2" name="Freeform 2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3" name="Freeform 2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4" name="Freeform 2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5" name="Freeform 2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331324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8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198"/>
              </a:lnSpc>
              <a:spcBef>
                <a:spcPts val="0"/>
              </a:spcBef>
              <a:buFont typeface="Arial" panose="020B0604020202020204" pitchFamily="34" charset="0"/>
              <a:buNone/>
              <a:defRPr sz="4598" b="1" strike="noStrike" spc="-150" baseline="0">
                <a:solidFill>
                  <a:schemeClr val="tx1"/>
                </a:solidFill>
              </a:defRPr>
            </a:lvl1pPr>
            <a:lvl2pPr marL="341109" indent="0">
              <a:buNone/>
              <a:defRPr/>
            </a:lvl2pPr>
            <a:lvl3pPr marL="679042" indent="0">
              <a:buNone/>
              <a:defRPr/>
            </a:lvl3pPr>
            <a:lvl4pPr marL="966207" indent="0">
              <a:buNone/>
              <a:defRPr/>
            </a:lvl4pPr>
            <a:lvl5pPr marL="1145487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3" y="2943641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98"/>
              </a:lnSpc>
              <a:spcBef>
                <a:spcPts val="0"/>
              </a:spcBef>
              <a:buNone/>
              <a:defRPr sz="2398" baseline="0">
                <a:solidFill>
                  <a:schemeClr val="tx1"/>
                </a:solidFill>
              </a:defRPr>
            </a:lvl1pPr>
            <a:lvl2pPr marL="609128" indent="0">
              <a:buNone/>
              <a:defRPr/>
            </a:lvl2pPr>
            <a:lvl3pPr marL="1218254" indent="0">
              <a:buNone/>
              <a:defRPr/>
            </a:lvl3pPr>
            <a:lvl4pPr marL="1827383" indent="0">
              <a:buNone/>
              <a:defRPr/>
            </a:lvl4pPr>
            <a:lvl5pPr marL="2436511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8427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2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8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198"/>
              </a:lnSpc>
              <a:spcBef>
                <a:spcPts val="0"/>
              </a:spcBef>
              <a:buFont typeface="Arial" panose="020B0604020202020204" pitchFamily="34" charset="0"/>
              <a:buNone/>
              <a:defRPr sz="4598" b="1" strike="noStrike" spc="-150" baseline="0">
                <a:solidFill>
                  <a:schemeClr val="bg1"/>
                </a:solidFill>
              </a:defRPr>
            </a:lvl1pPr>
            <a:lvl2pPr marL="341109" indent="0">
              <a:buNone/>
              <a:defRPr/>
            </a:lvl2pPr>
            <a:lvl3pPr marL="679042" indent="0">
              <a:buNone/>
              <a:defRPr/>
            </a:lvl3pPr>
            <a:lvl4pPr marL="966207" indent="0">
              <a:buNone/>
              <a:defRPr/>
            </a:lvl4pPr>
            <a:lvl5pPr marL="1145487" indent="0">
              <a:buNone/>
              <a:defRPr/>
            </a:lvl5pPr>
          </a:lstStyle>
          <a:p>
            <a:pPr lvl="0"/>
            <a:r>
              <a:rPr lang="en-US"/>
              <a:t>Photo plus</a:t>
            </a:r>
            <a:br>
              <a:rPr lang="en-US"/>
            </a:br>
            <a:r>
              <a:rPr lang="en-US"/>
              <a:t>statement</a:t>
            </a:r>
            <a:br>
              <a:rPr lang="en-US"/>
            </a:br>
            <a:r>
              <a:rPr lang="en-US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3" y="2943641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398"/>
              </a:lnSpc>
              <a:spcBef>
                <a:spcPts val="0"/>
              </a:spcBef>
              <a:buNone/>
              <a:defRPr sz="2398" baseline="0">
                <a:solidFill>
                  <a:schemeClr val="bg1"/>
                </a:solidFill>
              </a:defRPr>
            </a:lvl1pPr>
            <a:lvl2pPr marL="609128" indent="0">
              <a:buNone/>
              <a:defRPr/>
            </a:lvl2pPr>
            <a:lvl3pPr marL="1218254" indent="0">
              <a:buNone/>
              <a:defRPr/>
            </a:lvl3pPr>
            <a:lvl4pPr marL="1827383" indent="0">
              <a:buNone/>
              <a:defRPr/>
            </a:lvl4pPr>
            <a:lvl5pPr marL="2436511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52162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640" y="1276353"/>
            <a:ext cx="10165080" cy="324264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398" b="1" spc="-150">
                <a:solidFill>
                  <a:schemeClr val="tx1"/>
                </a:solidFill>
              </a:defRPr>
            </a:lvl1pPr>
            <a:lvl2pPr marL="341109" indent="0" algn="ctr">
              <a:buNone/>
              <a:defRPr>
                <a:solidFill>
                  <a:schemeClr val="bg1"/>
                </a:solidFill>
              </a:defRPr>
            </a:lvl2pPr>
            <a:lvl3pPr marL="679042" indent="0" algn="ctr">
              <a:buNone/>
              <a:defRPr>
                <a:solidFill>
                  <a:schemeClr val="bg1"/>
                </a:solidFill>
              </a:defRPr>
            </a:lvl3pPr>
            <a:lvl4pPr marL="966207" indent="0" algn="ctr">
              <a:buNone/>
              <a:defRPr>
                <a:solidFill>
                  <a:schemeClr val="bg1"/>
                </a:solidFill>
              </a:defRPr>
            </a:lvl4pPr>
            <a:lvl5pPr marL="1145487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339" y="4623890"/>
            <a:ext cx="10159383" cy="87630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398" b="1" spc="-150" baseline="0">
                <a:solidFill>
                  <a:schemeClr val="tx1"/>
                </a:solidFill>
              </a:defRPr>
            </a:lvl1pPr>
            <a:lvl2pPr marL="341109" indent="0">
              <a:buNone/>
              <a:defRPr/>
            </a:lvl2pPr>
            <a:lvl3pPr marL="679042" indent="0">
              <a:buNone/>
              <a:defRPr/>
            </a:lvl3pPr>
            <a:lvl4pPr marL="966207" indent="0">
              <a:buNone/>
              <a:defRPr/>
            </a:lvl4pPr>
            <a:lvl5pPr marL="1145487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548640" y="398467"/>
            <a:ext cx="990600" cy="735013"/>
            <a:chOff x="657226" y="398463"/>
            <a:chExt cx="990600" cy="735013"/>
          </a:xfrm>
          <a:gradFill flip="none" rotWithShape="1">
            <a:gsLst>
              <a:gs pos="0">
                <a:srgbClr val="7C55A3"/>
              </a:gs>
              <a:gs pos="33000">
                <a:srgbClr val="4C8AC8"/>
              </a:gs>
              <a:gs pos="67000">
                <a:srgbClr val="47B98E"/>
              </a:gs>
              <a:gs pos="100000">
                <a:srgbClr val="64B951"/>
              </a:gs>
            </a:gsLst>
            <a:lin ang="13500000" scaled="1"/>
            <a:tileRect/>
          </a:gradFill>
        </p:grpSpPr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2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19362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548640" y="1276353"/>
            <a:ext cx="10165080" cy="3242641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4398" b="1" spc="-150">
                <a:solidFill>
                  <a:schemeClr val="bg1"/>
                </a:solidFill>
              </a:defRPr>
            </a:lvl1pPr>
            <a:lvl2pPr marL="341109" indent="0" algn="ctr">
              <a:buNone/>
              <a:defRPr>
                <a:solidFill>
                  <a:schemeClr val="bg1"/>
                </a:solidFill>
              </a:defRPr>
            </a:lvl2pPr>
            <a:lvl3pPr marL="679042" indent="0" algn="ctr">
              <a:buNone/>
              <a:defRPr>
                <a:solidFill>
                  <a:schemeClr val="bg1"/>
                </a:solidFill>
              </a:defRPr>
            </a:lvl3pPr>
            <a:lvl4pPr marL="966207" indent="0" algn="ctr">
              <a:buNone/>
              <a:defRPr>
                <a:solidFill>
                  <a:schemeClr val="bg1"/>
                </a:solidFill>
              </a:defRPr>
            </a:lvl4pPr>
            <a:lvl5pPr marL="1145487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554339" y="4623890"/>
            <a:ext cx="10159383" cy="876300"/>
          </a:xfrm>
          <a:prstGeom prst="rect">
            <a:avLst/>
          </a:prstGeom>
        </p:spPr>
        <p:txBody>
          <a:bodyPr lIns="0"/>
          <a:lstStyle>
            <a:lvl1pPr marL="0" indent="0" algn="l">
              <a:buNone/>
              <a:defRPr sz="2398" b="1" spc="-150" baseline="0">
                <a:solidFill>
                  <a:schemeClr val="bg1"/>
                </a:solidFill>
              </a:defRPr>
            </a:lvl1pPr>
            <a:lvl2pPr marL="341109" indent="0">
              <a:buNone/>
              <a:defRPr/>
            </a:lvl2pPr>
            <a:lvl3pPr marL="679042" indent="0">
              <a:buNone/>
              <a:defRPr/>
            </a:lvl3pPr>
            <a:lvl4pPr marL="966207" indent="0">
              <a:buNone/>
              <a:defRPr/>
            </a:lvl4pPr>
            <a:lvl5pPr marL="1145487" indent="0">
              <a:buNone/>
              <a:defRPr/>
            </a:lvl5pPr>
          </a:lstStyle>
          <a:p>
            <a:pPr lvl="0"/>
            <a:r>
              <a:rPr lang="en-US"/>
              <a:t>Click to edit quote source</a:t>
            </a:r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11" name="Rectangle 10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0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1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9371872-34E0-4E87-A880-855C986DEFEB}"/>
              </a:ext>
            </a:extLst>
          </p:cNvPr>
          <p:cNvGrpSpPr/>
          <p:nvPr userDrawn="1"/>
        </p:nvGrpSpPr>
        <p:grpSpPr>
          <a:xfrm>
            <a:off x="548640" y="398467"/>
            <a:ext cx="990600" cy="735013"/>
            <a:chOff x="657226" y="398463"/>
            <a:chExt cx="990600" cy="735013"/>
          </a:xfrm>
          <a:gradFill>
            <a:gsLst>
              <a:gs pos="0">
                <a:srgbClr val="7C55A3"/>
              </a:gs>
              <a:gs pos="33000">
                <a:srgbClr val="4C8AC8"/>
              </a:gs>
              <a:gs pos="67000">
                <a:srgbClr val="47B98E"/>
              </a:gs>
              <a:gs pos="100000">
                <a:srgbClr val="64B951"/>
              </a:gs>
            </a:gsLst>
            <a:lin ang="13500000" scaled="1"/>
          </a:gra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CA59E31A-C52B-4474-A5A0-530DF770A4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123B3F17-34EE-4FBA-8852-7ED07762D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1022176964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" y="0"/>
            <a:ext cx="6566888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35286" y="1307596"/>
            <a:ext cx="4707555" cy="4919589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35285" y="402336"/>
            <a:ext cx="4707555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67126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" y="0"/>
            <a:ext cx="6566888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398">
                <a:solidFill>
                  <a:schemeClr val="accent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35286" y="1307592"/>
            <a:ext cx="4707555" cy="5023760"/>
          </a:xfrm>
          <a:prstGeom prst="rect">
            <a:avLst/>
          </a:prstGeom>
        </p:spPr>
        <p:txBody>
          <a:bodyPr lIns="0" tIns="0" rIns="0" bIns="0"/>
          <a:lstStyle>
            <a:lvl1pPr marL="171348" indent="-17134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9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127" indent="-228422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436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6345" indent="-156512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4564" indent="-15016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798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35285" y="402336"/>
            <a:ext cx="4707555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13" name="Rectangle 12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9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4249627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641" y="1307593"/>
            <a:ext cx="11073385" cy="4919588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8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4900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548640" y="402336"/>
            <a:ext cx="11073384" cy="521208"/>
          </a:xfrm>
          <a:prstGeom prst="rect">
            <a:avLst/>
          </a:prstGeom>
        </p:spPr>
        <p:txBody>
          <a:bodyPr wrap="square" lIns="0" tIns="0" rIns="0" bIns="0" anchor="t" anchorCtr="0"/>
          <a:lstStyle>
            <a:lvl1pPr marL="0" algn="l" defTabSz="1218255" rtl="0" eaLnBrk="1" latinLnBrk="0" hangingPunct="1">
              <a:lnSpc>
                <a:spcPts val="3198"/>
              </a:lnSpc>
              <a:spcBef>
                <a:spcPct val="0"/>
              </a:spcBef>
              <a:buNone/>
              <a:tabLst>
                <a:tab pos="1218255" algn="l"/>
              </a:tabLst>
              <a:defRPr lang="en-US" sz="3198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548641" y="1307593"/>
            <a:ext cx="11073385" cy="4919588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3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create chart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8" name="Rectangle 7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4" name="Freeform 13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5" name="Freeform 14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0907956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31922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7" name="Freeform 16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8" name="Freeform 17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3910402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4A528FCF-65A1-4B76-B528-87D9B0FBE527}"/>
              </a:ext>
            </a:extLst>
          </p:cNvPr>
          <p:cNvGrpSpPr/>
          <p:nvPr userDrawn="1"/>
        </p:nvGrpSpPr>
        <p:grpSpPr>
          <a:xfrm>
            <a:off x="9390326" y="1007069"/>
            <a:ext cx="1965963" cy="1042086"/>
            <a:chOff x="4988072" y="501936"/>
            <a:chExt cx="1978802" cy="1051017"/>
          </a:xfrm>
          <a:solidFill>
            <a:schemeClr val="accent6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950DA20-7427-46C1-BEA5-8D227DE3EA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66A364-6FA3-44DA-A21C-9F26B5A3F9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0EB87D4-584F-4884-9809-2618B5F0BE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51E8447-9E0F-4D78-B1FD-2CADDD3500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E48906-CF13-457A-BF96-6C8E516647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43AC6D-7838-4F37-88E8-52FEBACFE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25B0672-DE59-4ECA-B0E7-B790066891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8436D55-7005-4378-814F-D44CFE979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6A79EDF-5E61-4207-BE2D-FF92BBF80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E8FC2BE-83D2-4E89-84B1-6204300EF8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0BF9710-84EF-48F3-83AC-79B857845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1617563-0E5D-4304-8347-94091B18C6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44BF847-C98F-4D2F-A010-37D3A26D4B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424E75C9-AA44-4EC4-BB9E-BE47649AE0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EBDD19B-EA9E-403C-8765-67EC4F33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7A373CE5-CD38-4DAB-8B96-B0968C2DF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74D5EE84-9E16-4D88-9A9C-3A56ED3F3C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E09D81A6-0484-4291-A061-755878B9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790B3C9F-7941-47B7-8BBE-C9BE7DE89F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E75BF800-A9FA-4FA5-B06E-00F909B5A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31170700-1A5B-4233-9767-A27ACACA86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5" name="Rectangle 26">
              <a:extLst>
                <a:ext uri="{FF2B5EF4-FFF2-40B4-BE49-F238E27FC236}">
                  <a16:creationId xmlns:a16="http://schemas.microsoft.com/office/drawing/2014/main" id="{9CF25159-7802-4E5B-8837-8E57F2A51E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8C48BAA6-002A-430B-9CD2-AF23AC05A7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37" name="Rectangle 28">
            <a:extLst>
              <a:ext uri="{FF2B5EF4-FFF2-40B4-BE49-F238E27FC236}">
                <a16:creationId xmlns:a16="http://schemas.microsoft.com/office/drawing/2014/main" id="{4D872154-4275-422F-BF6F-C8ECDAFCF8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56232" y="837417"/>
            <a:ext cx="634181" cy="18986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BEE63C-C3F8-4C38-9BE5-7F464ABA10A0}"/>
              </a:ext>
            </a:extLst>
          </p:cNvPr>
          <p:cNvGrpSpPr/>
          <p:nvPr userDrawn="1"/>
        </p:nvGrpSpPr>
        <p:grpSpPr>
          <a:xfrm>
            <a:off x="11701122" y="1007069"/>
            <a:ext cx="321494" cy="1552800"/>
            <a:chOff x="7313961" y="501936"/>
            <a:chExt cx="323594" cy="1566108"/>
          </a:xfrm>
        </p:grpSpPr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F6D2C1F-123F-4FC5-A8AF-9FD924E3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3556" y="1311808"/>
              <a:ext cx="249567" cy="247350"/>
            </a:xfrm>
            <a:custGeom>
              <a:avLst/>
              <a:gdLst>
                <a:gd name="T0" fmla="*/ 0 w 574"/>
                <a:gd name="T1" fmla="*/ 229 h 569"/>
                <a:gd name="T2" fmla="*/ 90 w 574"/>
                <a:gd name="T3" fmla="*/ 413 h 569"/>
                <a:gd name="T4" fmla="*/ 90 w 574"/>
                <a:gd name="T5" fmla="*/ 413 h 569"/>
                <a:gd name="T6" fmla="*/ 90 w 574"/>
                <a:gd name="T7" fmla="*/ 413 h 569"/>
                <a:gd name="T8" fmla="*/ 9 w 574"/>
                <a:gd name="T9" fmla="*/ 413 h 569"/>
                <a:gd name="T10" fmla="*/ 9 w 574"/>
                <a:gd name="T11" fmla="*/ 569 h 569"/>
                <a:gd name="T12" fmla="*/ 574 w 574"/>
                <a:gd name="T13" fmla="*/ 569 h 569"/>
                <a:gd name="T14" fmla="*/ 574 w 574"/>
                <a:gd name="T15" fmla="*/ 413 h 569"/>
                <a:gd name="T16" fmla="*/ 253 w 574"/>
                <a:gd name="T17" fmla="*/ 413 h 569"/>
                <a:gd name="T18" fmla="*/ 133 w 574"/>
                <a:gd name="T19" fmla="*/ 286 h 569"/>
                <a:gd name="T20" fmla="*/ 253 w 574"/>
                <a:gd name="T21" fmla="*/ 155 h 569"/>
                <a:gd name="T22" fmla="*/ 574 w 574"/>
                <a:gd name="T23" fmla="*/ 155 h 569"/>
                <a:gd name="T24" fmla="*/ 574 w 574"/>
                <a:gd name="T25" fmla="*/ 0 h 569"/>
                <a:gd name="T26" fmla="*/ 224 w 574"/>
                <a:gd name="T27" fmla="*/ 0 h 569"/>
                <a:gd name="T28" fmla="*/ 0 w 574"/>
                <a:gd name="T29" fmla="*/ 22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74" h="569">
                  <a:moveTo>
                    <a:pt x="0" y="229"/>
                  </a:moveTo>
                  <a:cubicBezTo>
                    <a:pt x="0" y="294"/>
                    <a:pt x="30" y="368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" y="413"/>
                    <a:pt x="9" y="413"/>
                    <a:pt x="9" y="413"/>
                  </a:cubicBezTo>
                  <a:cubicBezTo>
                    <a:pt x="9" y="569"/>
                    <a:pt x="9" y="569"/>
                    <a:pt x="9" y="569"/>
                  </a:cubicBezTo>
                  <a:cubicBezTo>
                    <a:pt x="574" y="569"/>
                    <a:pt x="574" y="569"/>
                    <a:pt x="574" y="569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195" y="413"/>
                    <a:pt x="133" y="369"/>
                    <a:pt x="133" y="286"/>
                  </a:cubicBezTo>
                  <a:cubicBezTo>
                    <a:pt x="133" y="221"/>
                    <a:pt x="178" y="155"/>
                    <a:pt x="253" y="155"/>
                  </a:cubicBezTo>
                  <a:cubicBezTo>
                    <a:pt x="574" y="155"/>
                    <a:pt x="574" y="155"/>
                    <a:pt x="574" y="15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94" y="0"/>
                    <a:pt x="0" y="93"/>
                    <a:pt x="0" y="2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2EA5A2F2-AE15-4FA5-85A9-F7373F3251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7546" y="755049"/>
              <a:ext cx="245577" cy="276163"/>
            </a:xfrm>
            <a:custGeom>
              <a:avLst/>
              <a:gdLst>
                <a:gd name="T0" fmla="*/ 0 w 554"/>
                <a:gd name="T1" fmla="*/ 174 h 623"/>
                <a:gd name="T2" fmla="*/ 377 w 554"/>
                <a:gd name="T3" fmla="*/ 311 h 623"/>
                <a:gd name="T4" fmla="*/ 0 w 554"/>
                <a:gd name="T5" fmla="*/ 450 h 623"/>
                <a:gd name="T6" fmla="*/ 0 w 554"/>
                <a:gd name="T7" fmla="*/ 623 h 623"/>
                <a:gd name="T8" fmla="*/ 554 w 554"/>
                <a:gd name="T9" fmla="*/ 395 h 623"/>
                <a:gd name="T10" fmla="*/ 554 w 554"/>
                <a:gd name="T11" fmla="*/ 228 h 623"/>
                <a:gd name="T12" fmla="*/ 0 w 554"/>
                <a:gd name="T13" fmla="*/ 0 h 623"/>
                <a:gd name="T14" fmla="*/ 0 w 554"/>
                <a:gd name="T15" fmla="*/ 174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4" h="623">
                  <a:moveTo>
                    <a:pt x="0" y="174"/>
                  </a:moveTo>
                  <a:lnTo>
                    <a:pt x="377" y="311"/>
                  </a:lnTo>
                  <a:lnTo>
                    <a:pt x="0" y="450"/>
                  </a:lnTo>
                  <a:lnTo>
                    <a:pt x="0" y="623"/>
                  </a:lnTo>
                  <a:lnTo>
                    <a:pt x="554" y="395"/>
                  </a:lnTo>
                  <a:lnTo>
                    <a:pt x="554" y="228"/>
                  </a:lnTo>
                  <a:lnTo>
                    <a:pt x="0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F0E0D771-C362-479B-9362-0106024698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583096"/>
              <a:ext cx="253999" cy="256659"/>
            </a:xfrm>
            <a:custGeom>
              <a:avLst/>
              <a:gdLst>
                <a:gd name="T0" fmla="*/ 401 w 584"/>
                <a:gd name="T1" fmla="*/ 110 h 590"/>
                <a:gd name="T2" fmla="*/ 460 w 584"/>
                <a:gd name="T3" fmla="*/ 272 h 590"/>
                <a:gd name="T4" fmla="*/ 415 w 584"/>
                <a:gd name="T5" fmla="*/ 397 h 590"/>
                <a:gd name="T6" fmla="*/ 250 w 584"/>
                <a:gd name="T7" fmla="*/ 0 h 590"/>
                <a:gd name="T8" fmla="*/ 92 w 584"/>
                <a:gd name="T9" fmla="*/ 68 h 590"/>
                <a:gd name="T10" fmla="*/ 0 w 584"/>
                <a:gd name="T11" fmla="*/ 291 h 590"/>
                <a:gd name="T12" fmla="*/ 292 w 584"/>
                <a:gd name="T13" fmla="*/ 590 h 590"/>
                <a:gd name="T14" fmla="*/ 584 w 584"/>
                <a:gd name="T15" fmla="*/ 274 h 590"/>
                <a:gd name="T16" fmla="*/ 476 w 584"/>
                <a:gd name="T17" fmla="*/ 12 h 590"/>
                <a:gd name="T18" fmla="*/ 401 w 584"/>
                <a:gd name="T19" fmla="*/ 110 h 590"/>
                <a:gd name="T20" fmla="*/ 179 w 584"/>
                <a:gd name="T21" fmla="*/ 408 h 590"/>
                <a:gd name="T22" fmla="*/ 123 w 584"/>
                <a:gd name="T23" fmla="*/ 288 h 590"/>
                <a:gd name="T24" fmla="*/ 202 w 584"/>
                <a:gd name="T25" fmla="*/ 168 h 590"/>
                <a:gd name="T26" fmla="*/ 315 w 584"/>
                <a:gd name="T27" fmla="*/ 439 h 590"/>
                <a:gd name="T28" fmla="*/ 179 w 584"/>
                <a:gd name="T29" fmla="*/ 408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4" h="590">
                  <a:moveTo>
                    <a:pt x="401" y="110"/>
                  </a:moveTo>
                  <a:cubicBezTo>
                    <a:pt x="449" y="175"/>
                    <a:pt x="460" y="212"/>
                    <a:pt x="460" y="272"/>
                  </a:cubicBezTo>
                  <a:cubicBezTo>
                    <a:pt x="460" y="325"/>
                    <a:pt x="444" y="367"/>
                    <a:pt x="415" y="397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189" y="9"/>
                    <a:pt x="134" y="32"/>
                    <a:pt x="92" y="68"/>
                  </a:cubicBezTo>
                  <a:cubicBezTo>
                    <a:pt x="32" y="120"/>
                    <a:pt x="0" y="197"/>
                    <a:pt x="0" y="291"/>
                  </a:cubicBezTo>
                  <a:cubicBezTo>
                    <a:pt x="0" y="462"/>
                    <a:pt x="126" y="590"/>
                    <a:pt x="292" y="590"/>
                  </a:cubicBezTo>
                  <a:cubicBezTo>
                    <a:pt x="462" y="590"/>
                    <a:pt x="584" y="462"/>
                    <a:pt x="584" y="274"/>
                  </a:cubicBezTo>
                  <a:cubicBezTo>
                    <a:pt x="584" y="169"/>
                    <a:pt x="534" y="62"/>
                    <a:pt x="476" y="12"/>
                  </a:cubicBezTo>
                  <a:lnTo>
                    <a:pt x="401" y="110"/>
                  </a:lnTo>
                  <a:close/>
                  <a:moveTo>
                    <a:pt x="179" y="408"/>
                  </a:moveTo>
                  <a:cubicBezTo>
                    <a:pt x="144" y="381"/>
                    <a:pt x="123" y="339"/>
                    <a:pt x="123" y="288"/>
                  </a:cubicBezTo>
                  <a:cubicBezTo>
                    <a:pt x="123" y="232"/>
                    <a:pt x="155" y="190"/>
                    <a:pt x="202" y="168"/>
                  </a:cubicBezTo>
                  <a:cubicBezTo>
                    <a:pt x="315" y="439"/>
                    <a:pt x="315" y="439"/>
                    <a:pt x="315" y="439"/>
                  </a:cubicBezTo>
                  <a:cubicBezTo>
                    <a:pt x="257" y="447"/>
                    <a:pt x="212" y="432"/>
                    <a:pt x="179" y="4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D807C55-B428-4E3A-A768-FF2F2AA578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3961" y="1846404"/>
              <a:ext cx="319161" cy="221640"/>
            </a:xfrm>
            <a:custGeom>
              <a:avLst/>
              <a:gdLst>
                <a:gd name="T0" fmla="*/ 580 w 720"/>
                <a:gd name="T1" fmla="*/ 0 h 500"/>
                <a:gd name="T2" fmla="*/ 580 w 720"/>
                <a:gd name="T3" fmla="*/ 346 h 500"/>
                <a:gd name="T4" fmla="*/ 0 w 720"/>
                <a:gd name="T5" fmla="*/ 346 h 500"/>
                <a:gd name="T6" fmla="*/ 0 w 720"/>
                <a:gd name="T7" fmla="*/ 500 h 500"/>
                <a:gd name="T8" fmla="*/ 720 w 720"/>
                <a:gd name="T9" fmla="*/ 500 h 500"/>
                <a:gd name="T10" fmla="*/ 720 w 720"/>
                <a:gd name="T11" fmla="*/ 0 h 500"/>
                <a:gd name="T12" fmla="*/ 580 w 720"/>
                <a:gd name="T13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0" h="500">
                  <a:moveTo>
                    <a:pt x="580" y="0"/>
                  </a:moveTo>
                  <a:lnTo>
                    <a:pt x="580" y="346"/>
                  </a:lnTo>
                  <a:lnTo>
                    <a:pt x="0" y="346"/>
                  </a:lnTo>
                  <a:lnTo>
                    <a:pt x="0" y="500"/>
                  </a:lnTo>
                  <a:lnTo>
                    <a:pt x="720" y="500"/>
                  </a:lnTo>
                  <a:lnTo>
                    <a:pt x="720" y="0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46FC01F6-5587-4701-B3C6-0DC2032CAE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501936"/>
              <a:ext cx="253999" cy="263752"/>
            </a:xfrm>
            <a:custGeom>
              <a:avLst/>
              <a:gdLst>
                <a:gd name="T0" fmla="*/ 584 w 584"/>
                <a:gd name="T1" fmla="*/ 304 h 607"/>
                <a:gd name="T2" fmla="*/ 292 w 584"/>
                <a:gd name="T3" fmla="*/ 607 h 607"/>
                <a:gd name="T4" fmla="*/ 0 w 584"/>
                <a:gd name="T5" fmla="*/ 302 h 607"/>
                <a:gd name="T6" fmla="*/ 292 w 584"/>
                <a:gd name="T7" fmla="*/ 0 h 607"/>
                <a:gd name="T8" fmla="*/ 584 w 584"/>
                <a:gd name="T9" fmla="*/ 304 h 607"/>
                <a:gd name="T10" fmla="*/ 133 w 584"/>
                <a:gd name="T11" fmla="*/ 304 h 607"/>
                <a:gd name="T12" fmla="*/ 292 w 584"/>
                <a:gd name="T13" fmla="*/ 454 h 607"/>
                <a:gd name="T14" fmla="*/ 451 w 584"/>
                <a:gd name="T15" fmla="*/ 302 h 607"/>
                <a:gd name="T16" fmla="*/ 292 w 584"/>
                <a:gd name="T17" fmla="*/ 153 h 607"/>
                <a:gd name="T18" fmla="*/ 133 w 584"/>
                <a:gd name="T19" fmla="*/ 30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4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3"/>
                    <a:pt x="0" y="302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3"/>
                    <a:pt x="584" y="304"/>
                  </a:cubicBezTo>
                  <a:moveTo>
                    <a:pt x="133" y="304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7"/>
                    <a:pt x="451" y="302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19"/>
                    <a:pt x="133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C296814-EEBB-47E4-A1CC-8645F51DA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021017"/>
              <a:ext cx="253999" cy="263752"/>
            </a:xfrm>
            <a:custGeom>
              <a:avLst/>
              <a:gdLst>
                <a:gd name="T0" fmla="*/ 584 w 584"/>
                <a:gd name="T1" fmla="*/ 305 h 607"/>
                <a:gd name="T2" fmla="*/ 292 w 584"/>
                <a:gd name="T3" fmla="*/ 607 h 607"/>
                <a:gd name="T4" fmla="*/ 0 w 584"/>
                <a:gd name="T5" fmla="*/ 303 h 607"/>
                <a:gd name="T6" fmla="*/ 292 w 584"/>
                <a:gd name="T7" fmla="*/ 0 h 607"/>
                <a:gd name="T8" fmla="*/ 584 w 584"/>
                <a:gd name="T9" fmla="*/ 305 h 607"/>
                <a:gd name="T10" fmla="*/ 133 w 584"/>
                <a:gd name="T11" fmla="*/ 305 h 607"/>
                <a:gd name="T12" fmla="*/ 292 w 584"/>
                <a:gd name="T13" fmla="*/ 454 h 607"/>
                <a:gd name="T14" fmla="*/ 451 w 584"/>
                <a:gd name="T15" fmla="*/ 303 h 607"/>
                <a:gd name="T16" fmla="*/ 292 w 584"/>
                <a:gd name="T17" fmla="*/ 153 h 607"/>
                <a:gd name="T18" fmla="*/ 133 w 584"/>
                <a:gd name="T19" fmla="*/ 30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5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4"/>
                    <a:pt x="0" y="303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4"/>
                    <a:pt x="584" y="305"/>
                  </a:cubicBezTo>
                  <a:moveTo>
                    <a:pt x="133" y="305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8"/>
                    <a:pt x="451" y="303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20"/>
                    <a:pt x="133" y="3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CD9248-0A2C-4050-B347-2980229F11A8}"/>
              </a:ext>
            </a:extLst>
          </p:cNvPr>
          <p:cNvGrpSpPr/>
          <p:nvPr userDrawn="1"/>
        </p:nvGrpSpPr>
        <p:grpSpPr>
          <a:xfrm>
            <a:off x="1154741" y="3561911"/>
            <a:ext cx="7851377" cy="1769127"/>
            <a:chOff x="541049" y="2649538"/>
            <a:chExt cx="9285724" cy="2092325"/>
          </a:xfrm>
          <a:gradFill flip="none" rotWithShape="1">
            <a:gsLst>
              <a:gs pos="0">
                <a:srgbClr val="7C55A3"/>
              </a:gs>
              <a:gs pos="33000">
                <a:srgbClr val="4C8AC8"/>
              </a:gs>
              <a:gs pos="67000">
                <a:srgbClr val="47B98E"/>
              </a:gs>
              <a:gs pos="100000">
                <a:srgbClr val="64B951"/>
              </a:gs>
            </a:gsLst>
            <a:lin ang="18900000" scaled="1"/>
            <a:tileRect/>
          </a:gra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99FEE917-CD84-4C97-B4F9-73DFE2A473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C9364A-BFFF-4F94-9D90-8A71731D6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E572E624-9DE1-4F42-A7F5-36B7B8A2F6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DD8A238C-0295-48D1-8872-FE51165DDE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6849E95A-0C53-4220-85E0-6DFCEA7D1C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056EAF60-5381-416A-895C-D1FAED9FDF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60" name="Oval 11">
              <a:extLst>
                <a:ext uri="{FF2B5EF4-FFF2-40B4-BE49-F238E27FC236}">
                  <a16:creationId xmlns:a16="http://schemas.microsoft.com/office/drawing/2014/main" id="{0154DA0C-208D-4580-AFAD-81B221FB1E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4181554598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Color">
    <p:bg>
      <p:bgPr>
        <a:gradFill flip="none" rotWithShape="1">
          <a:gsLst>
            <a:gs pos="0">
              <a:srgbClr val="7C55A3"/>
            </a:gs>
            <a:gs pos="33000">
              <a:srgbClr val="4C8AC8"/>
            </a:gs>
            <a:gs pos="67000">
              <a:srgbClr val="47B98E"/>
            </a:gs>
            <a:gs pos="100000">
              <a:srgbClr val="64B951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4A528FCF-65A1-4B76-B528-87D9B0FBE527}"/>
              </a:ext>
            </a:extLst>
          </p:cNvPr>
          <p:cNvGrpSpPr/>
          <p:nvPr userDrawn="1"/>
        </p:nvGrpSpPr>
        <p:grpSpPr>
          <a:xfrm>
            <a:off x="9390326" y="1007069"/>
            <a:ext cx="1965963" cy="1042086"/>
            <a:chOff x="4988072" y="501936"/>
            <a:chExt cx="1978802" cy="1051017"/>
          </a:xfrm>
          <a:solidFill>
            <a:schemeClr val="accent6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950DA20-7427-46C1-BEA5-8D227DE3EA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9016" y="501936"/>
              <a:ext cx="218094" cy="282813"/>
            </a:xfrm>
            <a:custGeom>
              <a:avLst/>
              <a:gdLst>
                <a:gd name="T0" fmla="*/ 0 w 502"/>
                <a:gd name="T1" fmla="*/ 550 h 651"/>
                <a:gd name="T2" fmla="*/ 83 w 502"/>
                <a:gd name="T3" fmla="*/ 451 h 651"/>
                <a:gd name="T4" fmla="*/ 272 w 502"/>
                <a:gd name="T5" fmla="*/ 528 h 651"/>
                <a:gd name="T6" fmla="*/ 363 w 502"/>
                <a:gd name="T7" fmla="*/ 469 h 651"/>
                <a:gd name="T8" fmla="*/ 363 w 502"/>
                <a:gd name="T9" fmla="*/ 467 h 651"/>
                <a:gd name="T10" fmla="*/ 236 w 502"/>
                <a:gd name="T11" fmla="*/ 386 h 651"/>
                <a:gd name="T12" fmla="*/ 26 w 502"/>
                <a:gd name="T13" fmla="*/ 192 h 651"/>
                <a:gd name="T14" fmla="*/ 26 w 502"/>
                <a:gd name="T15" fmla="*/ 191 h 651"/>
                <a:gd name="T16" fmla="*/ 247 w 502"/>
                <a:gd name="T17" fmla="*/ 0 h 651"/>
                <a:gd name="T18" fmla="*/ 483 w 502"/>
                <a:gd name="T19" fmla="*/ 80 h 651"/>
                <a:gd name="T20" fmla="*/ 410 w 502"/>
                <a:gd name="T21" fmla="*/ 185 h 651"/>
                <a:gd name="T22" fmla="*/ 246 w 502"/>
                <a:gd name="T23" fmla="*/ 123 h 651"/>
                <a:gd name="T24" fmla="*/ 164 w 502"/>
                <a:gd name="T25" fmla="*/ 178 h 651"/>
                <a:gd name="T26" fmla="*/ 164 w 502"/>
                <a:gd name="T27" fmla="*/ 180 h 651"/>
                <a:gd name="T28" fmla="*/ 301 w 502"/>
                <a:gd name="T29" fmla="*/ 263 h 651"/>
                <a:gd name="T30" fmla="*/ 502 w 502"/>
                <a:gd name="T31" fmla="*/ 453 h 651"/>
                <a:gd name="T32" fmla="*/ 502 w 502"/>
                <a:gd name="T33" fmla="*/ 455 h 651"/>
                <a:gd name="T34" fmla="*/ 269 w 502"/>
                <a:gd name="T35" fmla="*/ 651 h 651"/>
                <a:gd name="T36" fmla="*/ 0 w 502"/>
                <a:gd name="T37" fmla="*/ 550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2" h="651">
                  <a:moveTo>
                    <a:pt x="0" y="550"/>
                  </a:moveTo>
                  <a:cubicBezTo>
                    <a:pt x="83" y="451"/>
                    <a:pt x="83" y="451"/>
                    <a:pt x="83" y="451"/>
                  </a:cubicBezTo>
                  <a:cubicBezTo>
                    <a:pt x="140" y="498"/>
                    <a:pt x="200" y="528"/>
                    <a:pt x="272" y="528"/>
                  </a:cubicBezTo>
                  <a:cubicBezTo>
                    <a:pt x="329" y="528"/>
                    <a:pt x="363" y="506"/>
                    <a:pt x="363" y="469"/>
                  </a:cubicBezTo>
                  <a:cubicBezTo>
                    <a:pt x="363" y="467"/>
                    <a:pt x="363" y="467"/>
                    <a:pt x="363" y="467"/>
                  </a:cubicBezTo>
                  <a:cubicBezTo>
                    <a:pt x="363" y="431"/>
                    <a:pt x="342" y="413"/>
                    <a:pt x="236" y="386"/>
                  </a:cubicBezTo>
                  <a:cubicBezTo>
                    <a:pt x="108" y="354"/>
                    <a:pt x="26" y="318"/>
                    <a:pt x="26" y="192"/>
                  </a:cubicBezTo>
                  <a:cubicBezTo>
                    <a:pt x="26" y="191"/>
                    <a:pt x="26" y="191"/>
                    <a:pt x="26" y="191"/>
                  </a:cubicBezTo>
                  <a:cubicBezTo>
                    <a:pt x="26" y="76"/>
                    <a:pt x="118" y="0"/>
                    <a:pt x="247" y="0"/>
                  </a:cubicBezTo>
                  <a:cubicBezTo>
                    <a:pt x="340" y="0"/>
                    <a:pt x="419" y="29"/>
                    <a:pt x="483" y="80"/>
                  </a:cubicBezTo>
                  <a:cubicBezTo>
                    <a:pt x="410" y="185"/>
                    <a:pt x="410" y="185"/>
                    <a:pt x="410" y="185"/>
                  </a:cubicBezTo>
                  <a:cubicBezTo>
                    <a:pt x="354" y="146"/>
                    <a:pt x="299" y="123"/>
                    <a:pt x="246" y="123"/>
                  </a:cubicBezTo>
                  <a:cubicBezTo>
                    <a:pt x="192" y="123"/>
                    <a:pt x="164" y="147"/>
                    <a:pt x="164" y="178"/>
                  </a:cubicBezTo>
                  <a:cubicBezTo>
                    <a:pt x="164" y="180"/>
                    <a:pt x="164" y="180"/>
                    <a:pt x="164" y="180"/>
                  </a:cubicBezTo>
                  <a:cubicBezTo>
                    <a:pt x="164" y="221"/>
                    <a:pt x="191" y="235"/>
                    <a:pt x="301" y="263"/>
                  </a:cubicBezTo>
                  <a:cubicBezTo>
                    <a:pt x="429" y="297"/>
                    <a:pt x="502" y="343"/>
                    <a:pt x="502" y="453"/>
                  </a:cubicBezTo>
                  <a:cubicBezTo>
                    <a:pt x="502" y="455"/>
                    <a:pt x="502" y="455"/>
                    <a:pt x="502" y="455"/>
                  </a:cubicBezTo>
                  <a:cubicBezTo>
                    <a:pt x="502" y="581"/>
                    <a:pt x="406" y="651"/>
                    <a:pt x="269" y="651"/>
                  </a:cubicBezTo>
                  <a:cubicBezTo>
                    <a:pt x="173" y="651"/>
                    <a:pt x="76" y="618"/>
                    <a:pt x="0" y="5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E66A364-6FA3-44DA-A21C-9F26B5A3F95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91295" y="566212"/>
              <a:ext cx="322264" cy="214547"/>
            </a:xfrm>
            <a:custGeom>
              <a:avLst/>
              <a:gdLst>
                <a:gd name="T0" fmla="*/ 0 w 741"/>
                <a:gd name="T1" fmla="*/ 9 h 494"/>
                <a:gd name="T2" fmla="*/ 138 w 741"/>
                <a:gd name="T3" fmla="*/ 9 h 494"/>
                <a:gd name="T4" fmla="*/ 138 w 741"/>
                <a:gd name="T5" fmla="*/ 78 h 494"/>
                <a:gd name="T6" fmla="*/ 281 w 741"/>
                <a:gd name="T7" fmla="*/ 0 h 494"/>
                <a:gd name="T8" fmla="*/ 418 w 741"/>
                <a:gd name="T9" fmla="*/ 77 h 494"/>
                <a:gd name="T10" fmla="*/ 577 w 741"/>
                <a:gd name="T11" fmla="*/ 0 h 494"/>
                <a:gd name="T12" fmla="*/ 741 w 741"/>
                <a:gd name="T13" fmla="*/ 178 h 494"/>
                <a:gd name="T14" fmla="*/ 741 w 741"/>
                <a:gd name="T15" fmla="*/ 494 h 494"/>
                <a:gd name="T16" fmla="*/ 603 w 741"/>
                <a:gd name="T17" fmla="*/ 494 h 494"/>
                <a:gd name="T18" fmla="*/ 603 w 741"/>
                <a:gd name="T19" fmla="*/ 224 h 494"/>
                <a:gd name="T20" fmla="*/ 523 w 741"/>
                <a:gd name="T21" fmla="*/ 125 h 494"/>
                <a:gd name="T22" fmla="*/ 439 w 741"/>
                <a:gd name="T23" fmla="*/ 224 h 494"/>
                <a:gd name="T24" fmla="*/ 439 w 741"/>
                <a:gd name="T25" fmla="*/ 494 h 494"/>
                <a:gd name="T26" fmla="*/ 302 w 741"/>
                <a:gd name="T27" fmla="*/ 494 h 494"/>
                <a:gd name="T28" fmla="*/ 302 w 741"/>
                <a:gd name="T29" fmla="*/ 224 h 494"/>
                <a:gd name="T30" fmla="*/ 221 w 741"/>
                <a:gd name="T31" fmla="*/ 125 h 494"/>
                <a:gd name="T32" fmla="*/ 138 w 741"/>
                <a:gd name="T33" fmla="*/ 224 h 494"/>
                <a:gd name="T34" fmla="*/ 138 w 741"/>
                <a:gd name="T35" fmla="*/ 494 h 494"/>
                <a:gd name="T36" fmla="*/ 0 w 741"/>
                <a:gd name="T37" fmla="*/ 494 h 494"/>
                <a:gd name="T38" fmla="*/ 0 w 741"/>
                <a:gd name="T39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41" h="494">
                  <a:moveTo>
                    <a:pt x="0" y="9"/>
                  </a:moveTo>
                  <a:cubicBezTo>
                    <a:pt x="138" y="9"/>
                    <a:pt x="138" y="9"/>
                    <a:pt x="138" y="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170" y="37"/>
                    <a:pt x="211" y="0"/>
                    <a:pt x="281" y="0"/>
                  </a:cubicBezTo>
                  <a:cubicBezTo>
                    <a:pt x="344" y="0"/>
                    <a:pt x="392" y="28"/>
                    <a:pt x="418" y="77"/>
                  </a:cubicBezTo>
                  <a:cubicBezTo>
                    <a:pt x="460" y="27"/>
                    <a:pt x="511" y="0"/>
                    <a:pt x="577" y="0"/>
                  </a:cubicBezTo>
                  <a:cubicBezTo>
                    <a:pt x="679" y="0"/>
                    <a:pt x="741" y="62"/>
                    <a:pt x="741" y="178"/>
                  </a:cubicBezTo>
                  <a:cubicBezTo>
                    <a:pt x="741" y="494"/>
                    <a:pt x="741" y="494"/>
                    <a:pt x="741" y="494"/>
                  </a:cubicBezTo>
                  <a:cubicBezTo>
                    <a:pt x="603" y="494"/>
                    <a:pt x="603" y="494"/>
                    <a:pt x="603" y="494"/>
                  </a:cubicBezTo>
                  <a:cubicBezTo>
                    <a:pt x="603" y="224"/>
                    <a:pt x="603" y="224"/>
                    <a:pt x="603" y="224"/>
                  </a:cubicBezTo>
                  <a:cubicBezTo>
                    <a:pt x="603" y="159"/>
                    <a:pt x="574" y="125"/>
                    <a:pt x="523" y="125"/>
                  </a:cubicBezTo>
                  <a:cubicBezTo>
                    <a:pt x="471" y="125"/>
                    <a:pt x="439" y="159"/>
                    <a:pt x="439" y="224"/>
                  </a:cubicBezTo>
                  <a:cubicBezTo>
                    <a:pt x="439" y="494"/>
                    <a:pt x="439" y="494"/>
                    <a:pt x="439" y="494"/>
                  </a:cubicBezTo>
                  <a:cubicBezTo>
                    <a:pt x="302" y="494"/>
                    <a:pt x="302" y="494"/>
                    <a:pt x="302" y="494"/>
                  </a:cubicBezTo>
                  <a:cubicBezTo>
                    <a:pt x="302" y="224"/>
                    <a:pt x="302" y="224"/>
                    <a:pt x="302" y="224"/>
                  </a:cubicBezTo>
                  <a:cubicBezTo>
                    <a:pt x="302" y="159"/>
                    <a:pt x="273" y="125"/>
                    <a:pt x="221" y="125"/>
                  </a:cubicBezTo>
                  <a:cubicBezTo>
                    <a:pt x="170" y="125"/>
                    <a:pt x="138" y="159"/>
                    <a:pt x="138" y="224"/>
                  </a:cubicBezTo>
                  <a:cubicBezTo>
                    <a:pt x="138" y="494"/>
                    <a:pt x="138" y="494"/>
                    <a:pt x="138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E0EB87D4-584F-4884-9809-2618B5F0BE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25971" y="567985"/>
              <a:ext cx="193713" cy="216764"/>
            </a:xfrm>
            <a:custGeom>
              <a:avLst/>
              <a:gdLst>
                <a:gd name="T0" fmla="*/ 0 w 446"/>
                <a:gd name="T1" fmla="*/ 351 h 499"/>
                <a:gd name="T2" fmla="*/ 0 w 446"/>
                <a:gd name="T3" fmla="*/ 349 h 499"/>
                <a:gd name="T4" fmla="*/ 195 w 446"/>
                <a:gd name="T5" fmla="*/ 194 h 499"/>
                <a:gd name="T6" fmla="*/ 314 w 446"/>
                <a:gd name="T7" fmla="*/ 214 h 499"/>
                <a:gd name="T8" fmla="*/ 314 w 446"/>
                <a:gd name="T9" fmla="*/ 206 h 499"/>
                <a:gd name="T10" fmla="*/ 210 w 446"/>
                <a:gd name="T11" fmla="*/ 117 h 499"/>
                <a:gd name="T12" fmla="*/ 76 w 446"/>
                <a:gd name="T13" fmla="*/ 144 h 499"/>
                <a:gd name="T14" fmla="*/ 42 w 446"/>
                <a:gd name="T15" fmla="*/ 39 h 499"/>
                <a:gd name="T16" fmla="*/ 230 w 446"/>
                <a:gd name="T17" fmla="*/ 0 h 499"/>
                <a:gd name="T18" fmla="*/ 394 w 446"/>
                <a:gd name="T19" fmla="*/ 54 h 499"/>
                <a:gd name="T20" fmla="*/ 446 w 446"/>
                <a:gd name="T21" fmla="*/ 209 h 499"/>
                <a:gd name="T22" fmla="*/ 446 w 446"/>
                <a:gd name="T23" fmla="*/ 490 h 499"/>
                <a:gd name="T24" fmla="*/ 313 w 446"/>
                <a:gd name="T25" fmla="*/ 490 h 499"/>
                <a:gd name="T26" fmla="*/ 313 w 446"/>
                <a:gd name="T27" fmla="*/ 438 h 499"/>
                <a:gd name="T28" fmla="*/ 166 w 446"/>
                <a:gd name="T29" fmla="*/ 499 h 499"/>
                <a:gd name="T30" fmla="*/ 0 w 446"/>
                <a:gd name="T31" fmla="*/ 351 h 499"/>
                <a:gd name="T32" fmla="*/ 316 w 446"/>
                <a:gd name="T33" fmla="*/ 319 h 499"/>
                <a:gd name="T34" fmla="*/ 316 w 446"/>
                <a:gd name="T35" fmla="*/ 295 h 499"/>
                <a:gd name="T36" fmla="*/ 228 w 446"/>
                <a:gd name="T37" fmla="*/ 277 h 499"/>
                <a:gd name="T38" fmla="*/ 133 w 446"/>
                <a:gd name="T39" fmla="*/ 344 h 499"/>
                <a:gd name="T40" fmla="*/ 133 w 446"/>
                <a:gd name="T41" fmla="*/ 346 h 499"/>
                <a:gd name="T42" fmla="*/ 208 w 446"/>
                <a:gd name="T43" fmla="*/ 404 h 499"/>
                <a:gd name="T44" fmla="*/ 316 w 446"/>
                <a:gd name="T45" fmla="*/ 319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499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3"/>
                    <a:pt x="80" y="194"/>
                    <a:pt x="195" y="194"/>
                  </a:cubicBezTo>
                  <a:cubicBezTo>
                    <a:pt x="244" y="194"/>
                    <a:pt x="280" y="202"/>
                    <a:pt x="314" y="214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7"/>
                    <a:pt x="210" y="117"/>
                  </a:cubicBezTo>
                  <a:cubicBezTo>
                    <a:pt x="157" y="117"/>
                    <a:pt x="120" y="127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7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0"/>
                    <a:pt x="446" y="144"/>
                    <a:pt x="446" y="209"/>
                  </a:cubicBezTo>
                  <a:cubicBezTo>
                    <a:pt x="446" y="490"/>
                    <a:pt x="446" y="490"/>
                    <a:pt x="446" y="490"/>
                  </a:cubicBezTo>
                  <a:cubicBezTo>
                    <a:pt x="313" y="490"/>
                    <a:pt x="313" y="490"/>
                    <a:pt x="313" y="490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3" y="499"/>
                    <a:pt x="166" y="499"/>
                  </a:cubicBezTo>
                  <a:cubicBezTo>
                    <a:pt x="75" y="499"/>
                    <a:pt x="0" y="447"/>
                    <a:pt x="0" y="351"/>
                  </a:cubicBezTo>
                  <a:close/>
                  <a:moveTo>
                    <a:pt x="316" y="319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0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4"/>
                    <a:pt x="208" y="404"/>
                  </a:cubicBezTo>
                  <a:cubicBezTo>
                    <a:pt x="272" y="404"/>
                    <a:pt x="316" y="369"/>
                    <a:pt x="316" y="3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51E8447-9E0F-4D78-B1FD-2CADDD3500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36529" y="564438"/>
              <a:ext cx="127665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7E48906-CF13-457A-BF96-6C8E516647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5719" y="516121"/>
              <a:ext cx="134757" cy="268184"/>
            </a:xfrm>
            <a:custGeom>
              <a:avLst/>
              <a:gdLst>
                <a:gd name="T0" fmla="*/ 58 w 310"/>
                <a:gd name="T1" fmla="*/ 472 h 617"/>
                <a:gd name="T2" fmla="*/ 58 w 310"/>
                <a:gd name="T3" fmla="*/ 242 h 617"/>
                <a:gd name="T4" fmla="*/ 0 w 310"/>
                <a:gd name="T5" fmla="*/ 242 h 617"/>
                <a:gd name="T6" fmla="*/ 0 w 310"/>
                <a:gd name="T7" fmla="*/ 124 h 617"/>
                <a:gd name="T8" fmla="*/ 58 w 310"/>
                <a:gd name="T9" fmla="*/ 124 h 617"/>
                <a:gd name="T10" fmla="*/ 58 w 310"/>
                <a:gd name="T11" fmla="*/ 0 h 617"/>
                <a:gd name="T12" fmla="*/ 196 w 310"/>
                <a:gd name="T13" fmla="*/ 0 h 617"/>
                <a:gd name="T14" fmla="*/ 196 w 310"/>
                <a:gd name="T15" fmla="*/ 124 h 617"/>
                <a:gd name="T16" fmla="*/ 310 w 310"/>
                <a:gd name="T17" fmla="*/ 124 h 617"/>
                <a:gd name="T18" fmla="*/ 310 w 310"/>
                <a:gd name="T19" fmla="*/ 242 h 617"/>
                <a:gd name="T20" fmla="*/ 196 w 310"/>
                <a:gd name="T21" fmla="*/ 242 h 617"/>
                <a:gd name="T22" fmla="*/ 196 w 310"/>
                <a:gd name="T23" fmla="*/ 449 h 617"/>
                <a:gd name="T24" fmla="*/ 240 w 310"/>
                <a:gd name="T25" fmla="*/ 496 h 617"/>
                <a:gd name="T26" fmla="*/ 308 w 310"/>
                <a:gd name="T27" fmla="*/ 479 h 617"/>
                <a:gd name="T28" fmla="*/ 308 w 310"/>
                <a:gd name="T29" fmla="*/ 589 h 617"/>
                <a:gd name="T30" fmla="*/ 199 w 310"/>
                <a:gd name="T31" fmla="*/ 617 h 617"/>
                <a:gd name="T32" fmla="*/ 58 w 310"/>
                <a:gd name="T33" fmla="*/ 472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7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96" y="124"/>
                    <a:pt x="196" y="124"/>
                    <a:pt x="196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6" y="242"/>
                    <a:pt x="196" y="242"/>
                    <a:pt x="196" y="242"/>
                  </a:cubicBezTo>
                  <a:cubicBezTo>
                    <a:pt x="196" y="449"/>
                    <a:pt x="196" y="449"/>
                    <a:pt x="196" y="449"/>
                  </a:cubicBezTo>
                  <a:cubicBezTo>
                    <a:pt x="196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89"/>
                    <a:pt x="308" y="589"/>
                    <a:pt x="308" y="589"/>
                  </a:cubicBezTo>
                  <a:cubicBezTo>
                    <a:pt x="279" y="607"/>
                    <a:pt x="245" y="617"/>
                    <a:pt x="199" y="617"/>
                  </a:cubicBezTo>
                  <a:cubicBezTo>
                    <a:pt x="115" y="617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F43AC6D-7838-4F37-88E8-52FEBACFE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18455" y="566212"/>
              <a:ext cx="207012" cy="219424"/>
            </a:xfrm>
            <a:custGeom>
              <a:avLst/>
              <a:gdLst>
                <a:gd name="T0" fmla="*/ 0 w 476"/>
                <a:gd name="T1" fmla="*/ 254 h 505"/>
                <a:gd name="T2" fmla="*/ 0 w 476"/>
                <a:gd name="T3" fmla="*/ 253 h 505"/>
                <a:gd name="T4" fmla="*/ 240 w 476"/>
                <a:gd name="T5" fmla="*/ 0 h 505"/>
                <a:gd name="T6" fmla="*/ 476 w 476"/>
                <a:gd name="T7" fmla="*/ 263 h 505"/>
                <a:gd name="T8" fmla="*/ 475 w 476"/>
                <a:gd name="T9" fmla="*/ 300 h 505"/>
                <a:gd name="T10" fmla="*/ 137 w 476"/>
                <a:gd name="T11" fmla="*/ 300 h 505"/>
                <a:gd name="T12" fmla="*/ 256 w 476"/>
                <a:gd name="T13" fmla="*/ 395 h 505"/>
                <a:gd name="T14" fmla="*/ 373 w 476"/>
                <a:gd name="T15" fmla="*/ 345 h 505"/>
                <a:gd name="T16" fmla="*/ 452 w 476"/>
                <a:gd name="T17" fmla="*/ 415 h 505"/>
                <a:gd name="T18" fmla="*/ 254 w 476"/>
                <a:gd name="T19" fmla="*/ 505 h 505"/>
                <a:gd name="T20" fmla="*/ 0 w 476"/>
                <a:gd name="T21" fmla="*/ 254 h 505"/>
                <a:gd name="T22" fmla="*/ 342 w 476"/>
                <a:gd name="T23" fmla="*/ 214 h 505"/>
                <a:gd name="T24" fmla="*/ 240 w 476"/>
                <a:gd name="T25" fmla="*/ 111 h 505"/>
                <a:gd name="T26" fmla="*/ 135 w 476"/>
                <a:gd name="T27" fmla="*/ 214 h 505"/>
                <a:gd name="T28" fmla="*/ 342 w 476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6" y="126"/>
                    <a:pt x="476" y="263"/>
                  </a:cubicBezTo>
                  <a:cubicBezTo>
                    <a:pt x="476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2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2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25B0672-DE59-4ECA-B0E7-B790066891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837879" y="564438"/>
              <a:ext cx="127221" cy="216321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1 h 498"/>
                <a:gd name="T6" fmla="*/ 293 w 293"/>
                <a:gd name="T7" fmla="*/ 4 h 498"/>
                <a:gd name="T8" fmla="*/ 293 w 293"/>
                <a:gd name="T9" fmla="*/ 148 h 498"/>
                <a:gd name="T10" fmla="*/ 285 w 293"/>
                <a:gd name="T11" fmla="*/ 148 h 498"/>
                <a:gd name="T12" fmla="*/ 138 w 293"/>
                <a:gd name="T13" fmla="*/ 319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1"/>
                    <a:pt x="138" y="111"/>
                    <a:pt x="138" y="111"/>
                  </a:cubicBezTo>
                  <a:cubicBezTo>
                    <a:pt x="166" y="44"/>
                    <a:pt x="211" y="0"/>
                    <a:pt x="293" y="4"/>
                  </a:cubicBezTo>
                  <a:cubicBezTo>
                    <a:pt x="293" y="148"/>
                    <a:pt x="293" y="148"/>
                    <a:pt x="293" y="148"/>
                  </a:cubicBezTo>
                  <a:cubicBezTo>
                    <a:pt x="285" y="148"/>
                    <a:pt x="285" y="148"/>
                    <a:pt x="285" y="148"/>
                  </a:cubicBezTo>
                  <a:cubicBezTo>
                    <a:pt x="194" y="148"/>
                    <a:pt x="138" y="203"/>
                    <a:pt x="138" y="319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8436D55-7005-4378-814F-D44CFE979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8072" y="888476"/>
              <a:ext cx="134757" cy="268628"/>
            </a:xfrm>
            <a:custGeom>
              <a:avLst/>
              <a:gdLst>
                <a:gd name="T0" fmla="*/ 58 w 310"/>
                <a:gd name="T1" fmla="*/ 472 h 618"/>
                <a:gd name="T2" fmla="*/ 58 w 310"/>
                <a:gd name="T3" fmla="*/ 242 h 618"/>
                <a:gd name="T4" fmla="*/ 0 w 310"/>
                <a:gd name="T5" fmla="*/ 242 h 618"/>
                <a:gd name="T6" fmla="*/ 0 w 310"/>
                <a:gd name="T7" fmla="*/ 124 h 618"/>
                <a:gd name="T8" fmla="*/ 58 w 310"/>
                <a:gd name="T9" fmla="*/ 124 h 618"/>
                <a:gd name="T10" fmla="*/ 58 w 310"/>
                <a:gd name="T11" fmla="*/ 0 h 618"/>
                <a:gd name="T12" fmla="*/ 195 w 310"/>
                <a:gd name="T13" fmla="*/ 0 h 618"/>
                <a:gd name="T14" fmla="*/ 195 w 310"/>
                <a:gd name="T15" fmla="*/ 124 h 618"/>
                <a:gd name="T16" fmla="*/ 310 w 310"/>
                <a:gd name="T17" fmla="*/ 124 h 618"/>
                <a:gd name="T18" fmla="*/ 310 w 310"/>
                <a:gd name="T19" fmla="*/ 242 h 618"/>
                <a:gd name="T20" fmla="*/ 195 w 310"/>
                <a:gd name="T21" fmla="*/ 242 h 618"/>
                <a:gd name="T22" fmla="*/ 195 w 310"/>
                <a:gd name="T23" fmla="*/ 449 h 618"/>
                <a:gd name="T24" fmla="*/ 240 w 310"/>
                <a:gd name="T25" fmla="*/ 496 h 618"/>
                <a:gd name="T26" fmla="*/ 308 w 310"/>
                <a:gd name="T27" fmla="*/ 479 h 618"/>
                <a:gd name="T28" fmla="*/ 308 w 310"/>
                <a:gd name="T29" fmla="*/ 590 h 618"/>
                <a:gd name="T30" fmla="*/ 199 w 310"/>
                <a:gd name="T31" fmla="*/ 618 h 618"/>
                <a:gd name="T32" fmla="*/ 58 w 310"/>
                <a:gd name="T33" fmla="*/ 472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0" h="618">
                  <a:moveTo>
                    <a:pt x="58" y="472"/>
                  </a:moveTo>
                  <a:cubicBezTo>
                    <a:pt x="58" y="242"/>
                    <a:pt x="58" y="242"/>
                    <a:pt x="58" y="242"/>
                  </a:cubicBezTo>
                  <a:cubicBezTo>
                    <a:pt x="0" y="242"/>
                    <a:pt x="0" y="242"/>
                    <a:pt x="0" y="24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8" y="124"/>
                    <a:pt x="58" y="124"/>
                    <a:pt x="58" y="124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310" y="124"/>
                    <a:pt x="310" y="124"/>
                    <a:pt x="310" y="124"/>
                  </a:cubicBezTo>
                  <a:cubicBezTo>
                    <a:pt x="310" y="242"/>
                    <a:pt x="310" y="242"/>
                    <a:pt x="310" y="242"/>
                  </a:cubicBezTo>
                  <a:cubicBezTo>
                    <a:pt x="195" y="242"/>
                    <a:pt x="195" y="242"/>
                    <a:pt x="195" y="242"/>
                  </a:cubicBezTo>
                  <a:cubicBezTo>
                    <a:pt x="195" y="449"/>
                    <a:pt x="195" y="449"/>
                    <a:pt x="195" y="449"/>
                  </a:cubicBezTo>
                  <a:cubicBezTo>
                    <a:pt x="195" y="481"/>
                    <a:pt x="209" y="496"/>
                    <a:pt x="240" y="496"/>
                  </a:cubicBezTo>
                  <a:cubicBezTo>
                    <a:pt x="265" y="496"/>
                    <a:pt x="288" y="490"/>
                    <a:pt x="308" y="479"/>
                  </a:cubicBezTo>
                  <a:cubicBezTo>
                    <a:pt x="308" y="590"/>
                    <a:pt x="308" y="590"/>
                    <a:pt x="308" y="590"/>
                  </a:cubicBezTo>
                  <a:cubicBezTo>
                    <a:pt x="279" y="607"/>
                    <a:pt x="245" y="618"/>
                    <a:pt x="199" y="618"/>
                  </a:cubicBezTo>
                  <a:cubicBezTo>
                    <a:pt x="115" y="618"/>
                    <a:pt x="58" y="584"/>
                    <a:pt x="58" y="4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E6A79EDF-5E61-4207-BE2D-FF92BBF80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131251" y="938123"/>
              <a:ext cx="207455" cy="219867"/>
            </a:xfrm>
            <a:custGeom>
              <a:avLst/>
              <a:gdLst>
                <a:gd name="T0" fmla="*/ 0 w 477"/>
                <a:gd name="T1" fmla="*/ 254 h 505"/>
                <a:gd name="T2" fmla="*/ 0 w 477"/>
                <a:gd name="T3" fmla="*/ 253 h 505"/>
                <a:gd name="T4" fmla="*/ 240 w 477"/>
                <a:gd name="T5" fmla="*/ 0 h 505"/>
                <a:gd name="T6" fmla="*/ 477 w 477"/>
                <a:gd name="T7" fmla="*/ 263 h 505"/>
                <a:gd name="T8" fmla="*/ 475 w 477"/>
                <a:gd name="T9" fmla="*/ 300 h 505"/>
                <a:gd name="T10" fmla="*/ 137 w 477"/>
                <a:gd name="T11" fmla="*/ 300 h 505"/>
                <a:gd name="T12" fmla="*/ 256 w 477"/>
                <a:gd name="T13" fmla="*/ 395 h 505"/>
                <a:gd name="T14" fmla="*/ 373 w 477"/>
                <a:gd name="T15" fmla="*/ 345 h 505"/>
                <a:gd name="T16" fmla="*/ 452 w 477"/>
                <a:gd name="T17" fmla="*/ 415 h 505"/>
                <a:gd name="T18" fmla="*/ 254 w 477"/>
                <a:gd name="T19" fmla="*/ 505 h 505"/>
                <a:gd name="T20" fmla="*/ 0 w 477"/>
                <a:gd name="T21" fmla="*/ 254 h 505"/>
                <a:gd name="T22" fmla="*/ 343 w 477"/>
                <a:gd name="T23" fmla="*/ 214 h 505"/>
                <a:gd name="T24" fmla="*/ 240 w 477"/>
                <a:gd name="T25" fmla="*/ 111 h 505"/>
                <a:gd name="T26" fmla="*/ 135 w 477"/>
                <a:gd name="T27" fmla="*/ 214 h 505"/>
                <a:gd name="T28" fmla="*/ 343 w 477"/>
                <a:gd name="T29" fmla="*/ 21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77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99" y="0"/>
                    <a:pt x="240" y="0"/>
                  </a:cubicBezTo>
                  <a:cubicBezTo>
                    <a:pt x="402" y="0"/>
                    <a:pt x="477" y="126"/>
                    <a:pt x="477" y="263"/>
                  </a:cubicBezTo>
                  <a:cubicBezTo>
                    <a:pt x="477" y="274"/>
                    <a:pt x="476" y="287"/>
                    <a:pt x="475" y="300"/>
                  </a:cubicBezTo>
                  <a:cubicBezTo>
                    <a:pt x="137" y="300"/>
                    <a:pt x="137" y="300"/>
                    <a:pt x="137" y="300"/>
                  </a:cubicBezTo>
                  <a:cubicBezTo>
                    <a:pt x="151" y="362"/>
                    <a:pt x="194" y="395"/>
                    <a:pt x="256" y="395"/>
                  </a:cubicBezTo>
                  <a:cubicBezTo>
                    <a:pt x="302" y="395"/>
                    <a:pt x="335" y="380"/>
                    <a:pt x="373" y="345"/>
                  </a:cubicBezTo>
                  <a:cubicBezTo>
                    <a:pt x="452" y="415"/>
                    <a:pt x="452" y="415"/>
                    <a:pt x="452" y="415"/>
                  </a:cubicBezTo>
                  <a:cubicBezTo>
                    <a:pt x="407" y="471"/>
                    <a:pt x="342" y="505"/>
                    <a:pt x="254" y="505"/>
                  </a:cubicBezTo>
                  <a:cubicBezTo>
                    <a:pt x="108" y="505"/>
                    <a:pt x="0" y="403"/>
                    <a:pt x="0" y="254"/>
                  </a:cubicBezTo>
                  <a:close/>
                  <a:moveTo>
                    <a:pt x="343" y="214"/>
                  </a:moveTo>
                  <a:cubicBezTo>
                    <a:pt x="334" y="152"/>
                    <a:pt x="298" y="111"/>
                    <a:pt x="240" y="111"/>
                  </a:cubicBezTo>
                  <a:cubicBezTo>
                    <a:pt x="183" y="111"/>
                    <a:pt x="146" y="151"/>
                    <a:pt x="135" y="214"/>
                  </a:cubicBezTo>
                  <a:lnTo>
                    <a:pt x="343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E8FC2BE-83D2-4E89-84B1-6204300EF80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348015" y="938123"/>
              <a:ext cx="195486" cy="219867"/>
            </a:xfrm>
            <a:custGeom>
              <a:avLst/>
              <a:gdLst>
                <a:gd name="T0" fmla="*/ 0 w 450"/>
                <a:gd name="T1" fmla="*/ 254 h 505"/>
                <a:gd name="T2" fmla="*/ 0 w 450"/>
                <a:gd name="T3" fmla="*/ 253 h 505"/>
                <a:gd name="T4" fmla="*/ 254 w 450"/>
                <a:gd name="T5" fmla="*/ 0 h 505"/>
                <a:gd name="T6" fmla="*/ 448 w 450"/>
                <a:gd name="T7" fmla="*/ 82 h 505"/>
                <a:gd name="T8" fmla="*/ 363 w 450"/>
                <a:gd name="T9" fmla="*/ 172 h 505"/>
                <a:gd name="T10" fmla="*/ 253 w 450"/>
                <a:gd name="T11" fmla="*/ 119 h 505"/>
                <a:gd name="T12" fmla="*/ 135 w 450"/>
                <a:gd name="T13" fmla="*/ 251 h 505"/>
                <a:gd name="T14" fmla="*/ 135 w 450"/>
                <a:gd name="T15" fmla="*/ 253 h 505"/>
                <a:gd name="T16" fmla="*/ 258 w 450"/>
                <a:gd name="T17" fmla="*/ 387 h 505"/>
                <a:gd name="T18" fmla="*/ 370 w 450"/>
                <a:gd name="T19" fmla="*/ 335 h 505"/>
                <a:gd name="T20" fmla="*/ 450 w 450"/>
                <a:gd name="T21" fmla="*/ 416 h 505"/>
                <a:gd name="T22" fmla="*/ 252 w 450"/>
                <a:gd name="T23" fmla="*/ 505 h 505"/>
                <a:gd name="T24" fmla="*/ 0 w 450"/>
                <a:gd name="T25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0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06" y="0"/>
                    <a:pt x="254" y="0"/>
                  </a:cubicBezTo>
                  <a:cubicBezTo>
                    <a:pt x="345" y="0"/>
                    <a:pt x="402" y="31"/>
                    <a:pt x="448" y="82"/>
                  </a:cubicBezTo>
                  <a:cubicBezTo>
                    <a:pt x="363" y="172"/>
                    <a:pt x="363" y="172"/>
                    <a:pt x="363" y="172"/>
                  </a:cubicBezTo>
                  <a:cubicBezTo>
                    <a:pt x="333" y="139"/>
                    <a:pt x="302" y="119"/>
                    <a:pt x="253" y="119"/>
                  </a:cubicBezTo>
                  <a:cubicBezTo>
                    <a:pt x="184" y="119"/>
                    <a:pt x="135" y="179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7"/>
                    <a:pt x="183" y="387"/>
                    <a:pt x="258" y="387"/>
                  </a:cubicBezTo>
                  <a:cubicBezTo>
                    <a:pt x="305" y="387"/>
                    <a:pt x="336" y="367"/>
                    <a:pt x="370" y="335"/>
                  </a:cubicBezTo>
                  <a:cubicBezTo>
                    <a:pt x="450" y="416"/>
                    <a:pt x="450" y="416"/>
                    <a:pt x="450" y="416"/>
                  </a:cubicBezTo>
                  <a:cubicBezTo>
                    <a:pt x="403" y="468"/>
                    <a:pt x="349" y="505"/>
                    <a:pt x="252" y="505"/>
                  </a:cubicBezTo>
                  <a:cubicBezTo>
                    <a:pt x="106" y="505"/>
                    <a:pt x="0" y="393"/>
                    <a:pt x="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20BF9710-84EF-48F3-83AC-79B8578452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553254" y="866312"/>
              <a:ext cx="193270" cy="286802"/>
            </a:xfrm>
            <a:custGeom>
              <a:avLst/>
              <a:gdLst>
                <a:gd name="T0" fmla="*/ 0 w 445"/>
                <a:gd name="T1" fmla="*/ 0 h 660"/>
                <a:gd name="T2" fmla="*/ 138 w 445"/>
                <a:gd name="T3" fmla="*/ 0 h 660"/>
                <a:gd name="T4" fmla="*/ 138 w 445"/>
                <a:gd name="T5" fmla="*/ 244 h 660"/>
                <a:gd name="T6" fmla="*/ 280 w 445"/>
                <a:gd name="T7" fmla="*/ 166 h 660"/>
                <a:gd name="T8" fmla="*/ 445 w 445"/>
                <a:gd name="T9" fmla="*/ 346 h 660"/>
                <a:gd name="T10" fmla="*/ 445 w 445"/>
                <a:gd name="T11" fmla="*/ 660 h 660"/>
                <a:gd name="T12" fmla="*/ 307 w 445"/>
                <a:gd name="T13" fmla="*/ 660 h 660"/>
                <a:gd name="T14" fmla="*/ 307 w 445"/>
                <a:gd name="T15" fmla="*/ 390 h 660"/>
                <a:gd name="T16" fmla="*/ 224 w 445"/>
                <a:gd name="T17" fmla="*/ 291 h 660"/>
                <a:gd name="T18" fmla="*/ 138 w 445"/>
                <a:gd name="T19" fmla="*/ 390 h 660"/>
                <a:gd name="T20" fmla="*/ 138 w 445"/>
                <a:gd name="T21" fmla="*/ 660 h 660"/>
                <a:gd name="T22" fmla="*/ 0 w 445"/>
                <a:gd name="T23" fmla="*/ 660 h 660"/>
                <a:gd name="T24" fmla="*/ 0 w 445"/>
                <a:gd name="T25" fmla="*/ 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5" h="660">
                  <a:moveTo>
                    <a:pt x="0" y="0"/>
                  </a:moveTo>
                  <a:cubicBezTo>
                    <a:pt x="138" y="0"/>
                    <a:pt x="138" y="0"/>
                    <a:pt x="138" y="0"/>
                  </a:cubicBezTo>
                  <a:cubicBezTo>
                    <a:pt x="138" y="244"/>
                    <a:pt x="138" y="244"/>
                    <a:pt x="138" y="244"/>
                  </a:cubicBezTo>
                  <a:cubicBezTo>
                    <a:pt x="169" y="203"/>
                    <a:pt x="210" y="166"/>
                    <a:pt x="280" y="166"/>
                  </a:cubicBezTo>
                  <a:cubicBezTo>
                    <a:pt x="384" y="166"/>
                    <a:pt x="445" y="235"/>
                    <a:pt x="445" y="346"/>
                  </a:cubicBezTo>
                  <a:cubicBezTo>
                    <a:pt x="445" y="660"/>
                    <a:pt x="445" y="660"/>
                    <a:pt x="445" y="660"/>
                  </a:cubicBezTo>
                  <a:cubicBezTo>
                    <a:pt x="307" y="660"/>
                    <a:pt x="307" y="660"/>
                    <a:pt x="307" y="660"/>
                  </a:cubicBezTo>
                  <a:cubicBezTo>
                    <a:pt x="307" y="390"/>
                    <a:pt x="307" y="390"/>
                    <a:pt x="307" y="390"/>
                  </a:cubicBezTo>
                  <a:cubicBezTo>
                    <a:pt x="307" y="324"/>
                    <a:pt x="276" y="291"/>
                    <a:pt x="224" y="291"/>
                  </a:cubicBezTo>
                  <a:cubicBezTo>
                    <a:pt x="171" y="291"/>
                    <a:pt x="138" y="324"/>
                    <a:pt x="138" y="390"/>
                  </a:cubicBezTo>
                  <a:cubicBezTo>
                    <a:pt x="138" y="660"/>
                    <a:pt x="138" y="660"/>
                    <a:pt x="138" y="660"/>
                  </a:cubicBezTo>
                  <a:cubicBezTo>
                    <a:pt x="0" y="660"/>
                    <a:pt x="0" y="660"/>
                    <a:pt x="0" y="66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1617563-0E5D-4304-8347-94091B18C6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762039" y="938123"/>
              <a:ext cx="192827" cy="214991"/>
            </a:xfrm>
            <a:custGeom>
              <a:avLst/>
              <a:gdLst>
                <a:gd name="T0" fmla="*/ 0 w 444"/>
                <a:gd name="T1" fmla="*/ 9 h 494"/>
                <a:gd name="T2" fmla="*/ 137 w 444"/>
                <a:gd name="T3" fmla="*/ 9 h 494"/>
                <a:gd name="T4" fmla="*/ 137 w 444"/>
                <a:gd name="T5" fmla="*/ 78 h 494"/>
                <a:gd name="T6" fmla="*/ 279 w 444"/>
                <a:gd name="T7" fmla="*/ 0 h 494"/>
                <a:gd name="T8" fmla="*/ 444 w 444"/>
                <a:gd name="T9" fmla="*/ 180 h 494"/>
                <a:gd name="T10" fmla="*/ 444 w 444"/>
                <a:gd name="T11" fmla="*/ 494 h 494"/>
                <a:gd name="T12" fmla="*/ 306 w 444"/>
                <a:gd name="T13" fmla="*/ 494 h 494"/>
                <a:gd name="T14" fmla="*/ 306 w 444"/>
                <a:gd name="T15" fmla="*/ 224 h 494"/>
                <a:gd name="T16" fmla="*/ 223 w 444"/>
                <a:gd name="T17" fmla="*/ 125 h 494"/>
                <a:gd name="T18" fmla="*/ 137 w 444"/>
                <a:gd name="T19" fmla="*/ 224 h 494"/>
                <a:gd name="T20" fmla="*/ 137 w 444"/>
                <a:gd name="T21" fmla="*/ 494 h 494"/>
                <a:gd name="T22" fmla="*/ 0 w 444"/>
                <a:gd name="T23" fmla="*/ 494 h 494"/>
                <a:gd name="T24" fmla="*/ 0 w 444"/>
                <a:gd name="T25" fmla="*/ 9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4" h="494">
                  <a:moveTo>
                    <a:pt x="0" y="9"/>
                  </a:moveTo>
                  <a:cubicBezTo>
                    <a:pt x="137" y="9"/>
                    <a:pt x="137" y="9"/>
                    <a:pt x="137" y="9"/>
                  </a:cubicBezTo>
                  <a:cubicBezTo>
                    <a:pt x="137" y="78"/>
                    <a:pt x="137" y="78"/>
                    <a:pt x="137" y="78"/>
                  </a:cubicBezTo>
                  <a:cubicBezTo>
                    <a:pt x="169" y="37"/>
                    <a:pt x="210" y="0"/>
                    <a:pt x="279" y="0"/>
                  </a:cubicBezTo>
                  <a:cubicBezTo>
                    <a:pt x="383" y="0"/>
                    <a:pt x="444" y="69"/>
                    <a:pt x="444" y="180"/>
                  </a:cubicBezTo>
                  <a:cubicBezTo>
                    <a:pt x="444" y="494"/>
                    <a:pt x="444" y="494"/>
                    <a:pt x="444" y="494"/>
                  </a:cubicBezTo>
                  <a:cubicBezTo>
                    <a:pt x="306" y="494"/>
                    <a:pt x="306" y="494"/>
                    <a:pt x="306" y="494"/>
                  </a:cubicBezTo>
                  <a:cubicBezTo>
                    <a:pt x="306" y="224"/>
                    <a:pt x="306" y="224"/>
                    <a:pt x="306" y="224"/>
                  </a:cubicBezTo>
                  <a:cubicBezTo>
                    <a:pt x="306" y="158"/>
                    <a:pt x="276" y="125"/>
                    <a:pt x="223" y="125"/>
                  </a:cubicBezTo>
                  <a:cubicBezTo>
                    <a:pt x="171" y="125"/>
                    <a:pt x="137" y="158"/>
                    <a:pt x="137" y="224"/>
                  </a:cubicBezTo>
                  <a:cubicBezTo>
                    <a:pt x="137" y="494"/>
                    <a:pt x="137" y="494"/>
                    <a:pt x="137" y="494"/>
                  </a:cubicBezTo>
                  <a:cubicBezTo>
                    <a:pt x="0" y="494"/>
                    <a:pt x="0" y="494"/>
                    <a:pt x="0" y="494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44BF847-C98F-4D2F-A010-37D3A26D4B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67277" y="938123"/>
              <a:ext cx="228289" cy="219867"/>
            </a:xfrm>
            <a:custGeom>
              <a:avLst/>
              <a:gdLst>
                <a:gd name="T0" fmla="*/ 0 w 525"/>
                <a:gd name="T1" fmla="*/ 254 h 505"/>
                <a:gd name="T2" fmla="*/ 0 w 525"/>
                <a:gd name="T3" fmla="*/ 253 h 505"/>
                <a:gd name="T4" fmla="*/ 263 w 525"/>
                <a:gd name="T5" fmla="*/ 0 h 505"/>
                <a:gd name="T6" fmla="*/ 525 w 525"/>
                <a:gd name="T7" fmla="*/ 251 h 505"/>
                <a:gd name="T8" fmla="*/ 525 w 525"/>
                <a:gd name="T9" fmla="*/ 253 h 505"/>
                <a:gd name="T10" fmla="*/ 262 w 525"/>
                <a:gd name="T11" fmla="*/ 505 h 505"/>
                <a:gd name="T12" fmla="*/ 0 w 525"/>
                <a:gd name="T13" fmla="*/ 254 h 505"/>
                <a:gd name="T14" fmla="*/ 389 w 525"/>
                <a:gd name="T15" fmla="*/ 254 h 505"/>
                <a:gd name="T16" fmla="*/ 389 w 525"/>
                <a:gd name="T17" fmla="*/ 253 h 505"/>
                <a:gd name="T18" fmla="*/ 262 w 525"/>
                <a:gd name="T19" fmla="*/ 119 h 505"/>
                <a:gd name="T20" fmla="*/ 136 w 525"/>
                <a:gd name="T21" fmla="*/ 251 h 505"/>
                <a:gd name="T22" fmla="*/ 136 w 525"/>
                <a:gd name="T23" fmla="*/ 253 h 505"/>
                <a:gd name="T24" fmla="*/ 263 w 525"/>
                <a:gd name="T25" fmla="*/ 387 h 505"/>
                <a:gd name="T26" fmla="*/ 389 w 525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2" y="0"/>
                    <a:pt x="263" y="0"/>
                  </a:cubicBezTo>
                  <a:cubicBezTo>
                    <a:pt x="414" y="0"/>
                    <a:pt x="525" y="111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3" y="505"/>
                    <a:pt x="262" y="505"/>
                  </a:cubicBezTo>
                  <a:cubicBezTo>
                    <a:pt x="111" y="505"/>
                    <a:pt x="0" y="394"/>
                    <a:pt x="0" y="254"/>
                  </a:cubicBezTo>
                  <a:close/>
                  <a:moveTo>
                    <a:pt x="389" y="254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424E75C9-AA44-4EC4-BB9E-BE47649AE0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207091" y="866312"/>
              <a:ext cx="59843" cy="28680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FEBDD19B-EA9E-403C-8765-67EC4F33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278460" y="938123"/>
              <a:ext cx="228732" cy="219867"/>
            </a:xfrm>
            <a:custGeom>
              <a:avLst/>
              <a:gdLst>
                <a:gd name="T0" fmla="*/ 0 w 526"/>
                <a:gd name="T1" fmla="*/ 254 h 505"/>
                <a:gd name="T2" fmla="*/ 0 w 526"/>
                <a:gd name="T3" fmla="*/ 253 h 505"/>
                <a:gd name="T4" fmla="*/ 264 w 526"/>
                <a:gd name="T5" fmla="*/ 0 h 505"/>
                <a:gd name="T6" fmla="*/ 526 w 526"/>
                <a:gd name="T7" fmla="*/ 251 h 505"/>
                <a:gd name="T8" fmla="*/ 526 w 526"/>
                <a:gd name="T9" fmla="*/ 253 h 505"/>
                <a:gd name="T10" fmla="*/ 262 w 526"/>
                <a:gd name="T11" fmla="*/ 505 h 505"/>
                <a:gd name="T12" fmla="*/ 0 w 526"/>
                <a:gd name="T13" fmla="*/ 254 h 505"/>
                <a:gd name="T14" fmla="*/ 390 w 526"/>
                <a:gd name="T15" fmla="*/ 254 h 505"/>
                <a:gd name="T16" fmla="*/ 390 w 526"/>
                <a:gd name="T17" fmla="*/ 253 h 505"/>
                <a:gd name="T18" fmla="*/ 262 w 526"/>
                <a:gd name="T19" fmla="*/ 119 h 505"/>
                <a:gd name="T20" fmla="*/ 136 w 526"/>
                <a:gd name="T21" fmla="*/ 251 h 505"/>
                <a:gd name="T22" fmla="*/ 136 w 526"/>
                <a:gd name="T23" fmla="*/ 253 h 505"/>
                <a:gd name="T24" fmla="*/ 264 w 526"/>
                <a:gd name="T25" fmla="*/ 387 h 505"/>
                <a:gd name="T26" fmla="*/ 390 w 526"/>
                <a:gd name="T27" fmla="*/ 254 h 5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6" h="505">
                  <a:moveTo>
                    <a:pt x="0" y="254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3"/>
                    <a:pt x="113" y="0"/>
                    <a:pt x="264" y="0"/>
                  </a:cubicBezTo>
                  <a:cubicBezTo>
                    <a:pt x="414" y="0"/>
                    <a:pt x="526" y="111"/>
                    <a:pt x="526" y="251"/>
                  </a:cubicBezTo>
                  <a:cubicBezTo>
                    <a:pt x="526" y="253"/>
                    <a:pt x="526" y="253"/>
                    <a:pt x="526" y="253"/>
                  </a:cubicBezTo>
                  <a:cubicBezTo>
                    <a:pt x="526" y="392"/>
                    <a:pt x="413" y="505"/>
                    <a:pt x="262" y="505"/>
                  </a:cubicBezTo>
                  <a:cubicBezTo>
                    <a:pt x="112" y="505"/>
                    <a:pt x="0" y="394"/>
                    <a:pt x="0" y="254"/>
                  </a:cubicBezTo>
                  <a:close/>
                  <a:moveTo>
                    <a:pt x="390" y="254"/>
                  </a:moveTo>
                  <a:cubicBezTo>
                    <a:pt x="390" y="253"/>
                    <a:pt x="390" y="253"/>
                    <a:pt x="390" y="253"/>
                  </a:cubicBezTo>
                  <a:cubicBezTo>
                    <a:pt x="390" y="181"/>
                    <a:pt x="338" y="119"/>
                    <a:pt x="262" y="119"/>
                  </a:cubicBezTo>
                  <a:cubicBezTo>
                    <a:pt x="183" y="119"/>
                    <a:pt x="136" y="179"/>
                    <a:pt x="136" y="251"/>
                  </a:cubicBezTo>
                  <a:cubicBezTo>
                    <a:pt x="136" y="253"/>
                    <a:pt x="136" y="253"/>
                    <a:pt x="136" y="253"/>
                  </a:cubicBezTo>
                  <a:cubicBezTo>
                    <a:pt x="136" y="324"/>
                    <a:pt x="188" y="387"/>
                    <a:pt x="264" y="387"/>
                  </a:cubicBezTo>
                  <a:cubicBezTo>
                    <a:pt x="343" y="387"/>
                    <a:pt x="390" y="326"/>
                    <a:pt x="390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7A373CE5-CD38-4DAB-8B96-B0968C2DF0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16057" y="938123"/>
              <a:ext cx="221197" cy="278823"/>
            </a:xfrm>
            <a:custGeom>
              <a:avLst/>
              <a:gdLst>
                <a:gd name="T0" fmla="*/ 24 w 509"/>
                <a:gd name="T1" fmla="*/ 590 h 641"/>
                <a:gd name="T2" fmla="*/ 71 w 509"/>
                <a:gd name="T3" fmla="*/ 487 h 641"/>
                <a:gd name="T4" fmla="*/ 235 w 509"/>
                <a:gd name="T5" fmla="*/ 531 h 641"/>
                <a:gd name="T6" fmla="*/ 373 w 509"/>
                <a:gd name="T7" fmla="*/ 399 h 641"/>
                <a:gd name="T8" fmla="*/ 373 w 509"/>
                <a:gd name="T9" fmla="*/ 376 h 641"/>
                <a:gd name="T10" fmla="*/ 215 w 509"/>
                <a:gd name="T11" fmla="*/ 454 h 641"/>
                <a:gd name="T12" fmla="*/ 0 w 509"/>
                <a:gd name="T13" fmla="*/ 228 h 641"/>
                <a:gd name="T14" fmla="*/ 0 w 509"/>
                <a:gd name="T15" fmla="*/ 226 h 641"/>
                <a:gd name="T16" fmla="*/ 215 w 509"/>
                <a:gd name="T17" fmla="*/ 0 h 641"/>
                <a:gd name="T18" fmla="*/ 372 w 509"/>
                <a:gd name="T19" fmla="*/ 72 h 641"/>
                <a:gd name="T20" fmla="*/ 372 w 509"/>
                <a:gd name="T21" fmla="*/ 9 h 641"/>
                <a:gd name="T22" fmla="*/ 509 w 509"/>
                <a:gd name="T23" fmla="*/ 9 h 641"/>
                <a:gd name="T24" fmla="*/ 509 w 509"/>
                <a:gd name="T25" fmla="*/ 385 h 641"/>
                <a:gd name="T26" fmla="*/ 448 w 509"/>
                <a:gd name="T27" fmla="*/ 576 h 641"/>
                <a:gd name="T28" fmla="*/ 239 w 509"/>
                <a:gd name="T29" fmla="*/ 641 h 641"/>
                <a:gd name="T30" fmla="*/ 24 w 509"/>
                <a:gd name="T31" fmla="*/ 590 h 641"/>
                <a:gd name="T32" fmla="*/ 373 w 509"/>
                <a:gd name="T33" fmla="*/ 228 h 641"/>
                <a:gd name="T34" fmla="*/ 373 w 509"/>
                <a:gd name="T35" fmla="*/ 226 h 641"/>
                <a:gd name="T36" fmla="*/ 255 w 509"/>
                <a:gd name="T37" fmla="*/ 114 h 641"/>
                <a:gd name="T38" fmla="*/ 137 w 509"/>
                <a:gd name="T39" fmla="*/ 226 h 641"/>
                <a:gd name="T40" fmla="*/ 137 w 509"/>
                <a:gd name="T41" fmla="*/ 228 h 641"/>
                <a:gd name="T42" fmla="*/ 255 w 509"/>
                <a:gd name="T43" fmla="*/ 340 h 641"/>
                <a:gd name="T44" fmla="*/ 373 w 509"/>
                <a:gd name="T45" fmla="*/ 228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09" h="641">
                  <a:moveTo>
                    <a:pt x="24" y="590"/>
                  </a:moveTo>
                  <a:cubicBezTo>
                    <a:pt x="71" y="487"/>
                    <a:pt x="71" y="487"/>
                    <a:pt x="71" y="487"/>
                  </a:cubicBezTo>
                  <a:cubicBezTo>
                    <a:pt x="121" y="515"/>
                    <a:pt x="171" y="531"/>
                    <a:pt x="235" y="531"/>
                  </a:cubicBezTo>
                  <a:cubicBezTo>
                    <a:pt x="329" y="531"/>
                    <a:pt x="373" y="486"/>
                    <a:pt x="373" y="399"/>
                  </a:cubicBezTo>
                  <a:cubicBezTo>
                    <a:pt x="373" y="376"/>
                    <a:pt x="373" y="376"/>
                    <a:pt x="373" y="376"/>
                  </a:cubicBezTo>
                  <a:cubicBezTo>
                    <a:pt x="333" y="425"/>
                    <a:pt x="288" y="454"/>
                    <a:pt x="215" y="454"/>
                  </a:cubicBezTo>
                  <a:cubicBezTo>
                    <a:pt x="102" y="454"/>
                    <a:pt x="0" y="372"/>
                    <a:pt x="0" y="228"/>
                  </a:cubicBezTo>
                  <a:cubicBezTo>
                    <a:pt x="0" y="226"/>
                    <a:pt x="0" y="226"/>
                    <a:pt x="0" y="226"/>
                  </a:cubicBezTo>
                  <a:cubicBezTo>
                    <a:pt x="0" y="82"/>
                    <a:pt x="104" y="0"/>
                    <a:pt x="215" y="0"/>
                  </a:cubicBezTo>
                  <a:cubicBezTo>
                    <a:pt x="290" y="0"/>
                    <a:pt x="334" y="32"/>
                    <a:pt x="372" y="72"/>
                  </a:cubicBezTo>
                  <a:cubicBezTo>
                    <a:pt x="372" y="9"/>
                    <a:pt x="372" y="9"/>
                    <a:pt x="372" y="9"/>
                  </a:cubicBezTo>
                  <a:cubicBezTo>
                    <a:pt x="509" y="9"/>
                    <a:pt x="509" y="9"/>
                    <a:pt x="509" y="9"/>
                  </a:cubicBezTo>
                  <a:cubicBezTo>
                    <a:pt x="509" y="385"/>
                    <a:pt x="509" y="385"/>
                    <a:pt x="509" y="385"/>
                  </a:cubicBezTo>
                  <a:cubicBezTo>
                    <a:pt x="509" y="472"/>
                    <a:pt x="488" y="535"/>
                    <a:pt x="448" y="576"/>
                  </a:cubicBezTo>
                  <a:cubicBezTo>
                    <a:pt x="402" y="621"/>
                    <a:pt x="333" y="641"/>
                    <a:pt x="239" y="641"/>
                  </a:cubicBezTo>
                  <a:cubicBezTo>
                    <a:pt x="160" y="641"/>
                    <a:pt x="86" y="623"/>
                    <a:pt x="24" y="590"/>
                  </a:cubicBezTo>
                  <a:close/>
                  <a:moveTo>
                    <a:pt x="373" y="228"/>
                  </a:moveTo>
                  <a:cubicBezTo>
                    <a:pt x="373" y="226"/>
                    <a:pt x="373" y="226"/>
                    <a:pt x="373" y="226"/>
                  </a:cubicBezTo>
                  <a:cubicBezTo>
                    <a:pt x="373" y="160"/>
                    <a:pt x="322" y="114"/>
                    <a:pt x="255" y="114"/>
                  </a:cubicBezTo>
                  <a:cubicBezTo>
                    <a:pt x="188" y="114"/>
                    <a:pt x="137" y="160"/>
                    <a:pt x="137" y="226"/>
                  </a:cubicBezTo>
                  <a:cubicBezTo>
                    <a:pt x="137" y="228"/>
                    <a:pt x="137" y="228"/>
                    <a:pt x="137" y="228"/>
                  </a:cubicBezTo>
                  <a:cubicBezTo>
                    <a:pt x="137" y="295"/>
                    <a:pt x="188" y="340"/>
                    <a:pt x="255" y="340"/>
                  </a:cubicBezTo>
                  <a:cubicBezTo>
                    <a:pt x="322" y="340"/>
                    <a:pt x="373" y="294"/>
                    <a:pt x="373" y="2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74D5EE84-9E16-4D88-9A9C-3A56ED3F3C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7450" y="942113"/>
              <a:ext cx="219424" cy="275277"/>
            </a:xfrm>
            <a:custGeom>
              <a:avLst/>
              <a:gdLst>
                <a:gd name="T0" fmla="*/ 362 w 505"/>
                <a:gd name="T1" fmla="*/ 0 h 633"/>
                <a:gd name="T2" fmla="*/ 505 w 505"/>
                <a:gd name="T3" fmla="*/ 0 h 633"/>
                <a:gd name="T4" fmla="*/ 319 w 505"/>
                <a:gd name="T5" fmla="*/ 497 h 633"/>
                <a:gd name="T6" fmla="*/ 159 w 505"/>
                <a:gd name="T7" fmla="*/ 633 h 633"/>
                <a:gd name="T8" fmla="*/ 37 w 505"/>
                <a:gd name="T9" fmla="*/ 599 h 633"/>
                <a:gd name="T10" fmla="*/ 83 w 505"/>
                <a:gd name="T11" fmla="*/ 500 h 633"/>
                <a:gd name="T12" fmla="*/ 142 w 505"/>
                <a:gd name="T13" fmla="*/ 519 h 633"/>
                <a:gd name="T14" fmla="*/ 190 w 505"/>
                <a:gd name="T15" fmla="*/ 487 h 633"/>
                <a:gd name="T16" fmla="*/ 0 w 505"/>
                <a:gd name="T17" fmla="*/ 0 h 633"/>
                <a:gd name="T18" fmla="*/ 146 w 505"/>
                <a:gd name="T19" fmla="*/ 0 h 633"/>
                <a:gd name="T20" fmla="*/ 256 w 505"/>
                <a:gd name="T21" fmla="*/ 331 h 633"/>
                <a:gd name="T22" fmla="*/ 362 w 505"/>
                <a:gd name="T23" fmla="*/ 0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05" h="633">
                  <a:moveTo>
                    <a:pt x="362" y="0"/>
                  </a:moveTo>
                  <a:cubicBezTo>
                    <a:pt x="505" y="0"/>
                    <a:pt x="505" y="0"/>
                    <a:pt x="505" y="0"/>
                  </a:cubicBezTo>
                  <a:cubicBezTo>
                    <a:pt x="319" y="497"/>
                    <a:pt x="319" y="497"/>
                    <a:pt x="319" y="497"/>
                  </a:cubicBezTo>
                  <a:cubicBezTo>
                    <a:pt x="282" y="596"/>
                    <a:pt x="242" y="633"/>
                    <a:pt x="159" y="633"/>
                  </a:cubicBezTo>
                  <a:cubicBezTo>
                    <a:pt x="110" y="633"/>
                    <a:pt x="73" y="620"/>
                    <a:pt x="37" y="599"/>
                  </a:cubicBezTo>
                  <a:cubicBezTo>
                    <a:pt x="83" y="500"/>
                    <a:pt x="83" y="500"/>
                    <a:pt x="83" y="500"/>
                  </a:cubicBezTo>
                  <a:cubicBezTo>
                    <a:pt x="101" y="511"/>
                    <a:pt x="124" y="519"/>
                    <a:pt x="142" y="519"/>
                  </a:cubicBezTo>
                  <a:cubicBezTo>
                    <a:pt x="166" y="519"/>
                    <a:pt x="178" y="512"/>
                    <a:pt x="190" y="48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256" y="331"/>
                    <a:pt x="256" y="331"/>
                    <a:pt x="256" y="331"/>
                  </a:cubicBezTo>
                  <a:lnTo>
                    <a:pt x="36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E09D81A6-0484-4291-A061-755878B9551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05842" y="1258171"/>
              <a:ext cx="132541" cy="290348"/>
            </a:xfrm>
            <a:custGeom>
              <a:avLst/>
              <a:gdLst>
                <a:gd name="T0" fmla="*/ 57 w 305"/>
                <a:gd name="T1" fmla="*/ 299 h 667"/>
                <a:gd name="T2" fmla="*/ 0 w 305"/>
                <a:gd name="T3" fmla="*/ 299 h 667"/>
                <a:gd name="T4" fmla="*/ 0 w 305"/>
                <a:gd name="T5" fmla="*/ 186 h 667"/>
                <a:gd name="T6" fmla="*/ 57 w 305"/>
                <a:gd name="T7" fmla="*/ 186 h 667"/>
                <a:gd name="T8" fmla="*/ 57 w 305"/>
                <a:gd name="T9" fmla="*/ 155 h 667"/>
                <a:gd name="T10" fmla="*/ 96 w 305"/>
                <a:gd name="T11" fmla="*/ 38 h 667"/>
                <a:gd name="T12" fmla="*/ 208 w 305"/>
                <a:gd name="T13" fmla="*/ 0 h 667"/>
                <a:gd name="T14" fmla="*/ 305 w 305"/>
                <a:gd name="T15" fmla="*/ 13 h 667"/>
                <a:gd name="T16" fmla="*/ 305 w 305"/>
                <a:gd name="T17" fmla="*/ 127 h 667"/>
                <a:gd name="T18" fmla="*/ 243 w 305"/>
                <a:gd name="T19" fmla="*/ 115 h 667"/>
                <a:gd name="T20" fmla="*/ 193 w 305"/>
                <a:gd name="T21" fmla="*/ 168 h 667"/>
                <a:gd name="T22" fmla="*/ 193 w 305"/>
                <a:gd name="T23" fmla="*/ 187 h 667"/>
                <a:gd name="T24" fmla="*/ 305 w 305"/>
                <a:gd name="T25" fmla="*/ 187 h 667"/>
                <a:gd name="T26" fmla="*/ 305 w 305"/>
                <a:gd name="T27" fmla="*/ 299 h 667"/>
                <a:gd name="T28" fmla="*/ 195 w 305"/>
                <a:gd name="T29" fmla="*/ 299 h 667"/>
                <a:gd name="T30" fmla="*/ 195 w 305"/>
                <a:gd name="T31" fmla="*/ 667 h 667"/>
                <a:gd name="T32" fmla="*/ 57 w 305"/>
                <a:gd name="T33" fmla="*/ 667 h 667"/>
                <a:gd name="T34" fmla="*/ 57 w 305"/>
                <a:gd name="T35" fmla="*/ 299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05" h="667">
                  <a:moveTo>
                    <a:pt x="57" y="299"/>
                  </a:moveTo>
                  <a:cubicBezTo>
                    <a:pt x="0" y="299"/>
                    <a:pt x="0" y="299"/>
                    <a:pt x="0" y="299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57" y="186"/>
                    <a:pt x="57" y="186"/>
                    <a:pt x="57" y="186"/>
                  </a:cubicBezTo>
                  <a:cubicBezTo>
                    <a:pt x="57" y="155"/>
                    <a:pt x="57" y="155"/>
                    <a:pt x="57" y="155"/>
                  </a:cubicBezTo>
                  <a:cubicBezTo>
                    <a:pt x="57" y="102"/>
                    <a:pt x="71" y="63"/>
                    <a:pt x="96" y="38"/>
                  </a:cubicBezTo>
                  <a:cubicBezTo>
                    <a:pt x="122" y="12"/>
                    <a:pt x="159" y="0"/>
                    <a:pt x="208" y="0"/>
                  </a:cubicBezTo>
                  <a:cubicBezTo>
                    <a:pt x="251" y="0"/>
                    <a:pt x="280" y="5"/>
                    <a:pt x="305" y="13"/>
                  </a:cubicBezTo>
                  <a:cubicBezTo>
                    <a:pt x="305" y="127"/>
                    <a:pt x="305" y="127"/>
                    <a:pt x="305" y="127"/>
                  </a:cubicBezTo>
                  <a:cubicBezTo>
                    <a:pt x="286" y="120"/>
                    <a:pt x="267" y="115"/>
                    <a:pt x="243" y="115"/>
                  </a:cubicBezTo>
                  <a:cubicBezTo>
                    <a:pt x="211" y="115"/>
                    <a:pt x="193" y="132"/>
                    <a:pt x="193" y="168"/>
                  </a:cubicBezTo>
                  <a:cubicBezTo>
                    <a:pt x="193" y="187"/>
                    <a:pt x="193" y="187"/>
                    <a:pt x="193" y="187"/>
                  </a:cubicBezTo>
                  <a:cubicBezTo>
                    <a:pt x="305" y="187"/>
                    <a:pt x="305" y="187"/>
                    <a:pt x="305" y="187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195" y="299"/>
                    <a:pt x="195" y="299"/>
                    <a:pt x="195" y="299"/>
                  </a:cubicBezTo>
                  <a:cubicBezTo>
                    <a:pt x="195" y="667"/>
                    <a:pt x="195" y="667"/>
                    <a:pt x="195" y="667"/>
                  </a:cubicBezTo>
                  <a:cubicBezTo>
                    <a:pt x="57" y="667"/>
                    <a:pt x="57" y="667"/>
                    <a:pt x="57" y="667"/>
                  </a:cubicBezTo>
                  <a:lnTo>
                    <a:pt x="57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790B3C9F-7941-47B7-8BBE-C9BE7DE89F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137497" y="1333086"/>
              <a:ext cx="228289" cy="219867"/>
            </a:xfrm>
            <a:custGeom>
              <a:avLst/>
              <a:gdLst>
                <a:gd name="T0" fmla="*/ 0 w 525"/>
                <a:gd name="T1" fmla="*/ 255 h 506"/>
                <a:gd name="T2" fmla="*/ 0 w 525"/>
                <a:gd name="T3" fmla="*/ 253 h 506"/>
                <a:gd name="T4" fmla="*/ 263 w 525"/>
                <a:gd name="T5" fmla="*/ 0 h 506"/>
                <a:gd name="T6" fmla="*/ 525 w 525"/>
                <a:gd name="T7" fmla="*/ 251 h 506"/>
                <a:gd name="T8" fmla="*/ 525 w 525"/>
                <a:gd name="T9" fmla="*/ 253 h 506"/>
                <a:gd name="T10" fmla="*/ 261 w 525"/>
                <a:gd name="T11" fmla="*/ 506 h 506"/>
                <a:gd name="T12" fmla="*/ 0 w 525"/>
                <a:gd name="T13" fmla="*/ 255 h 506"/>
                <a:gd name="T14" fmla="*/ 389 w 525"/>
                <a:gd name="T15" fmla="*/ 255 h 506"/>
                <a:gd name="T16" fmla="*/ 389 w 525"/>
                <a:gd name="T17" fmla="*/ 253 h 506"/>
                <a:gd name="T18" fmla="*/ 261 w 525"/>
                <a:gd name="T19" fmla="*/ 119 h 506"/>
                <a:gd name="T20" fmla="*/ 135 w 525"/>
                <a:gd name="T21" fmla="*/ 251 h 506"/>
                <a:gd name="T22" fmla="*/ 135 w 525"/>
                <a:gd name="T23" fmla="*/ 253 h 506"/>
                <a:gd name="T24" fmla="*/ 263 w 525"/>
                <a:gd name="T25" fmla="*/ 387 h 506"/>
                <a:gd name="T26" fmla="*/ 389 w 525"/>
                <a:gd name="T27" fmla="*/ 255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25" h="506">
                  <a:moveTo>
                    <a:pt x="0" y="255"/>
                  </a:moveTo>
                  <a:cubicBezTo>
                    <a:pt x="0" y="253"/>
                    <a:pt x="0" y="253"/>
                    <a:pt x="0" y="253"/>
                  </a:cubicBezTo>
                  <a:cubicBezTo>
                    <a:pt x="0" y="114"/>
                    <a:pt x="112" y="0"/>
                    <a:pt x="263" y="0"/>
                  </a:cubicBezTo>
                  <a:cubicBezTo>
                    <a:pt x="413" y="0"/>
                    <a:pt x="525" y="112"/>
                    <a:pt x="525" y="251"/>
                  </a:cubicBezTo>
                  <a:cubicBezTo>
                    <a:pt x="525" y="253"/>
                    <a:pt x="525" y="253"/>
                    <a:pt x="525" y="253"/>
                  </a:cubicBezTo>
                  <a:cubicBezTo>
                    <a:pt x="525" y="392"/>
                    <a:pt x="412" y="506"/>
                    <a:pt x="261" y="506"/>
                  </a:cubicBezTo>
                  <a:cubicBezTo>
                    <a:pt x="111" y="506"/>
                    <a:pt x="0" y="394"/>
                    <a:pt x="0" y="255"/>
                  </a:cubicBezTo>
                  <a:close/>
                  <a:moveTo>
                    <a:pt x="389" y="255"/>
                  </a:moveTo>
                  <a:cubicBezTo>
                    <a:pt x="389" y="253"/>
                    <a:pt x="389" y="253"/>
                    <a:pt x="389" y="253"/>
                  </a:cubicBezTo>
                  <a:cubicBezTo>
                    <a:pt x="389" y="182"/>
                    <a:pt x="337" y="119"/>
                    <a:pt x="261" y="119"/>
                  </a:cubicBezTo>
                  <a:cubicBezTo>
                    <a:pt x="183" y="119"/>
                    <a:pt x="135" y="180"/>
                    <a:pt x="135" y="251"/>
                  </a:cubicBezTo>
                  <a:cubicBezTo>
                    <a:pt x="135" y="253"/>
                    <a:pt x="135" y="253"/>
                    <a:pt x="135" y="253"/>
                  </a:cubicBezTo>
                  <a:cubicBezTo>
                    <a:pt x="135" y="325"/>
                    <a:pt x="187" y="387"/>
                    <a:pt x="263" y="387"/>
                  </a:cubicBezTo>
                  <a:cubicBezTo>
                    <a:pt x="342" y="387"/>
                    <a:pt x="389" y="326"/>
                    <a:pt x="389" y="2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E75BF800-A9FA-4FA5-B06E-00F909B5A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79084" y="1331756"/>
              <a:ext cx="127665" cy="216764"/>
            </a:xfrm>
            <a:custGeom>
              <a:avLst/>
              <a:gdLst>
                <a:gd name="T0" fmla="*/ 0 w 293"/>
                <a:gd name="T1" fmla="*/ 13 h 498"/>
                <a:gd name="T2" fmla="*/ 138 w 293"/>
                <a:gd name="T3" fmla="*/ 13 h 498"/>
                <a:gd name="T4" fmla="*/ 138 w 293"/>
                <a:gd name="T5" fmla="*/ 110 h 498"/>
                <a:gd name="T6" fmla="*/ 293 w 293"/>
                <a:gd name="T7" fmla="*/ 3 h 498"/>
                <a:gd name="T8" fmla="*/ 293 w 293"/>
                <a:gd name="T9" fmla="*/ 147 h 498"/>
                <a:gd name="T10" fmla="*/ 286 w 293"/>
                <a:gd name="T11" fmla="*/ 147 h 498"/>
                <a:gd name="T12" fmla="*/ 138 w 293"/>
                <a:gd name="T13" fmla="*/ 318 h 498"/>
                <a:gd name="T14" fmla="*/ 138 w 293"/>
                <a:gd name="T15" fmla="*/ 498 h 498"/>
                <a:gd name="T16" fmla="*/ 0 w 293"/>
                <a:gd name="T17" fmla="*/ 498 h 498"/>
                <a:gd name="T18" fmla="*/ 0 w 293"/>
                <a:gd name="T19" fmla="*/ 13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3" h="498">
                  <a:moveTo>
                    <a:pt x="0" y="13"/>
                  </a:moveTo>
                  <a:cubicBezTo>
                    <a:pt x="138" y="13"/>
                    <a:pt x="138" y="13"/>
                    <a:pt x="138" y="13"/>
                  </a:cubicBezTo>
                  <a:cubicBezTo>
                    <a:pt x="138" y="110"/>
                    <a:pt x="138" y="110"/>
                    <a:pt x="138" y="110"/>
                  </a:cubicBezTo>
                  <a:cubicBezTo>
                    <a:pt x="166" y="43"/>
                    <a:pt x="211" y="0"/>
                    <a:pt x="293" y="3"/>
                  </a:cubicBezTo>
                  <a:cubicBezTo>
                    <a:pt x="293" y="147"/>
                    <a:pt x="293" y="147"/>
                    <a:pt x="293" y="147"/>
                  </a:cubicBezTo>
                  <a:cubicBezTo>
                    <a:pt x="286" y="147"/>
                    <a:pt x="286" y="147"/>
                    <a:pt x="286" y="147"/>
                  </a:cubicBezTo>
                  <a:cubicBezTo>
                    <a:pt x="194" y="147"/>
                    <a:pt x="138" y="203"/>
                    <a:pt x="138" y="318"/>
                  </a:cubicBezTo>
                  <a:cubicBezTo>
                    <a:pt x="138" y="498"/>
                    <a:pt x="138" y="498"/>
                    <a:pt x="138" y="498"/>
                  </a:cubicBezTo>
                  <a:cubicBezTo>
                    <a:pt x="0" y="498"/>
                    <a:pt x="0" y="498"/>
                    <a:pt x="0" y="498"/>
                  </a:cubicBezTo>
                  <a:lnTo>
                    <a:pt x="0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31170700-1A5B-4233-9767-A27ACACA86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82993" y="1334859"/>
              <a:ext cx="194157" cy="217207"/>
            </a:xfrm>
            <a:custGeom>
              <a:avLst/>
              <a:gdLst>
                <a:gd name="T0" fmla="*/ 0 w 446"/>
                <a:gd name="T1" fmla="*/ 351 h 500"/>
                <a:gd name="T2" fmla="*/ 0 w 446"/>
                <a:gd name="T3" fmla="*/ 349 h 500"/>
                <a:gd name="T4" fmla="*/ 195 w 446"/>
                <a:gd name="T5" fmla="*/ 195 h 500"/>
                <a:gd name="T6" fmla="*/ 314 w 446"/>
                <a:gd name="T7" fmla="*/ 215 h 500"/>
                <a:gd name="T8" fmla="*/ 314 w 446"/>
                <a:gd name="T9" fmla="*/ 206 h 500"/>
                <a:gd name="T10" fmla="*/ 210 w 446"/>
                <a:gd name="T11" fmla="*/ 118 h 500"/>
                <a:gd name="T12" fmla="*/ 76 w 446"/>
                <a:gd name="T13" fmla="*/ 144 h 500"/>
                <a:gd name="T14" fmla="*/ 42 w 446"/>
                <a:gd name="T15" fmla="*/ 39 h 500"/>
                <a:gd name="T16" fmla="*/ 230 w 446"/>
                <a:gd name="T17" fmla="*/ 0 h 500"/>
                <a:gd name="T18" fmla="*/ 394 w 446"/>
                <a:gd name="T19" fmla="*/ 54 h 500"/>
                <a:gd name="T20" fmla="*/ 446 w 446"/>
                <a:gd name="T21" fmla="*/ 209 h 500"/>
                <a:gd name="T22" fmla="*/ 446 w 446"/>
                <a:gd name="T23" fmla="*/ 491 h 500"/>
                <a:gd name="T24" fmla="*/ 313 w 446"/>
                <a:gd name="T25" fmla="*/ 491 h 500"/>
                <a:gd name="T26" fmla="*/ 313 w 446"/>
                <a:gd name="T27" fmla="*/ 438 h 500"/>
                <a:gd name="T28" fmla="*/ 167 w 446"/>
                <a:gd name="T29" fmla="*/ 500 h 500"/>
                <a:gd name="T30" fmla="*/ 0 w 446"/>
                <a:gd name="T31" fmla="*/ 351 h 500"/>
                <a:gd name="T32" fmla="*/ 316 w 446"/>
                <a:gd name="T33" fmla="*/ 320 h 500"/>
                <a:gd name="T34" fmla="*/ 316 w 446"/>
                <a:gd name="T35" fmla="*/ 295 h 500"/>
                <a:gd name="T36" fmla="*/ 228 w 446"/>
                <a:gd name="T37" fmla="*/ 277 h 500"/>
                <a:gd name="T38" fmla="*/ 133 w 446"/>
                <a:gd name="T39" fmla="*/ 344 h 500"/>
                <a:gd name="T40" fmla="*/ 133 w 446"/>
                <a:gd name="T41" fmla="*/ 346 h 500"/>
                <a:gd name="T42" fmla="*/ 208 w 446"/>
                <a:gd name="T43" fmla="*/ 405 h 500"/>
                <a:gd name="T44" fmla="*/ 316 w 446"/>
                <a:gd name="T45" fmla="*/ 32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46" h="500">
                  <a:moveTo>
                    <a:pt x="0" y="351"/>
                  </a:moveTo>
                  <a:cubicBezTo>
                    <a:pt x="0" y="349"/>
                    <a:pt x="0" y="349"/>
                    <a:pt x="0" y="349"/>
                  </a:cubicBezTo>
                  <a:cubicBezTo>
                    <a:pt x="0" y="244"/>
                    <a:pt x="81" y="195"/>
                    <a:pt x="195" y="195"/>
                  </a:cubicBezTo>
                  <a:cubicBezTo>
                    <a:pt x="244" y="195"/>
                    <a:pt x="280" y="203"/>
                    <a:pt x="314" y="215"/>
                  </a:cubicBezTo>
                  <a:cubicBezTo>
                    <a:pt x="314" y="206"/>
                    <a:pt x="314" y="206"/>
                    <a:pt x="314" y="206"/>
                  </a:cubicBezTo>
                  <a:cubicBezTo>
                    <a:pt x="314" y="149"/>
                    <a:pt x="279" y="118"/>
                    <a:pt x="210" y="118"/>
                  </a:cubicBezTo>
                  <a:cubicBezTo>
                    <a:pt x="157" y="118"/>
                    <a:pt x="120" y="128"/>
                    <a:pt x="76" y="144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95" y="15"/>
                    <a:pt x="148" y="0"/>
                    <a:pt x="230" y="0"/>
                  </a:cubicBezTo>
                  <a:cubicBezTo>
                    <a:pt x="305" y="0"/>
                    <a:pt x="359" y="20"/>
                    <a:pt x="394" y="54"/>
                  </a:cubicBezTo>
                  <a:cubicBezTo>
                    <a:pt x="430" y="91"/>
                    <a:pt x="446" y="144"/>
                    <a:pt x="446" y="209"/>
                  </a:cubicBezTo>
                  <a:cubicBezTo>
                    <a:pt x="446" y="491"/>
                    <a:pt x="446" y="491"/>
                    <a:pt x="446" y="491"/>
                  </a:cubicBezTo>
                  <a:cubicBezTo>
                    <a:pt x="313" y="491"/>
                    <a:pt x="313" y="491"/>
                    <a:pt x="313" y="491"/>
                  </a:cubicBezTo>
                  <a:cubicBezTo>
                    <a:pt x="313" y="438"/>
                    <a:pt x="313" y="438"/>
                    <a:pt x="313" y="438"/>
                  </a:cubicBezTo>
                  <a:cubicBezTo>
                    <a:pt x="280" y="475"/>
                    <a:pt x="234" y="500"/>
                    <a:pt x="167" y="500"/>
                  </a:cubicBezTo>
                  <a:cubicBezTo>
                    <a:pt x="75" y="500"/>
                    <a:pt x="0" y="447"/>
                    <a:pt x="0" y="351"/>
                  </a:cubicBezTo>
                  <a:close/>
                  <a:moveTo>
                    <a:pt x="316" y="320"/>
                  </a:moveTo>
                  <a:cubicBezTo>
                    <a:pt x="316" y="295"/>
                    <a:pt x="316" y="295"/>
                    <a:pt x="316" y="295"/>
                  </a:cubicBezTo>
                  <a:cubicBezTo>
                    <a:pt x="292" y="284"/>
                    <a:pt x="262" y="277"/>
                    <a:pt x="228" y="277"/>
                  </a:cubicBezTo>
                  <a:cubicBezTo>
                    <a:pt x="169" y="277"/>
                    <a:pt x="133" y="301"/>
                    <a:pt x="133" y="344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83"/>
                    <a:pt x="164" y="405"/>
                    <a:pt x="208" y="405"/>
                  </a:cubicBezTo>
                  <a:cubicBezTo>
                    <a:pt x="272" y="405"/>
                    <a:pt x="316" y="369"/>
                    <a:pt x="316" y="3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5" name="Rectangle 26">
              <a:extLst>
                <a:ext uri="{FF2B5EF4-FFF2-40B4-BE49-F238E27FC236}">
                  <a16:creationId xmlns:a16="http://schemas.microsoft.com/office/drawing/2014/main" id="{9CF25159-7802-4E5B-8837-8E57F2A51E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01973" y="1260831"/>
              <a:ext cx="59843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6" name="Rectangle 27">
              <a:extLst>
                <a:ext uri="{FF2B5EF4-FFF2-40B4-BE49-F238E27FC236}">
                  <a16:creationId xmlns:a16="http://schemas.microsoft.com/office/drawing/2014/main" id="{8C48BAA6-002A-430B-9CD2-AF23AC05A73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886639" y="1260831"/>
              <a:ext cx="59399" cy="287689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sp>
        <p:nvSpPr>
          <p:cNvPr id="37" name="Rectangle 28">
            <a:extLst>
              <a:ext uri="{FF2B5EF4-FFF2-40B4-BE49-F238E27FC236}">
                <a16:creationId xmlns:a16="http://schemas.microsoft.com/office/drawing/2014/main" id="{4D872154-4275-422F-BF6F-C8ECDAFCF8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56232" y="837417"/>
            <a:ext cx="634181" cy="18986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392" tIns="45696" rIns="91392" bIns="45696" numCol="1" anchor="t" anchorCtr="0" compatLnSpc="1">
            <a:prstTxWarp prst="textNoShape">
              <a:avLst/>
            </a:prstTxWarp>
          </a:bodyPr>
          <a:lstStyle/>
          <a:p>
            <a:endParaRPr lang="en-US" sz="1798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BEE63C-C3F8-4C38-9BE5-7F464ABA10A0}"/>
              </a:ext>
            </a:extLst>
          </p:cNvPr>
          <p:cNvGrpSpPr/>
          <p:nvPr userDrawn="1"/>
        </p:nvGrpSpPr>
        <p:grpSpPr>
          <a:xfrm>
            <a:off x="11701122" y="1007069"/>
            <a:ext cx="321494" cy="1552800"/>
            <a:chOff x="7313961" y="501936"/>
            <a:chExt cx="323594" cy="1566108"/>
          </a:xfrm>
        </p:grpSpPr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0F6D2C1F-123F-4FC5-A8AF-9FD924E376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3556" y="1311808"/>
              <a:ext cx="249567" cy="247350"/>
            </a:xfrm>
            <a:custGeom>
              <a:avLst/>
              <a:gdLst>
                <a:gd name="T0" fmla="*/ 0 w 574"/>
                <a:gd name="T1" fmla="*/ 229 h 569"/>
                <a:gd name="T2" fmla="*/ 90 w 574"/>
                <a:gd name="T3" fmla="*/ 413 h 569"/>
                <a:gd name="T4" fmla="*/ 90 w 574"/>
                <a:gd name="T5" fmla="*/ 413 h 569"/>
                <a:gd name="T6" fmla="*/ 90 w 574"/>
                <a:gd name="T7" fmla="*/ 413 h 569"/>
                <a:gd name="T8" fmla="*/ 9 w 574"/>
                <a:gd name="T9" fmla="*/ 413 h 569"/>
                <a:gd name="T10" fmla="*/ 9 w 574"/>
                <a:gd name="T11" fmla="*/ 569 h 569"/>
                <a:gd name="T12" fmla="*/ 574 w 574"/>
                <a:gd name="T13" fmla="*/ 569 h 569"/>
                <a:gd name="T14" fmla="*/ 574 w 574"/>
                <a:gd name="T15" fmla="*/ 413 h 569"/>
                <a:gd name="T16" fmla="*/ 253 w 574"/>
                <a:gd name="T17" fmla="*/ 413 h 569"/>
                <a:gd name="T18" fmla="*/ 133 w 574"/>
                <a:gd name="T19" fmla="*/ 286 h 569"/>
                <a:gd name="T20" fmla="*/ 253 w 574"/>
                <a:gd name="T21" fmla="*/ 155 h 569"/>
                <a:gd name="T22" fmla="*/ 574 w 574"/>
                <a:gd name="T23" fmla="*/ 155 h 569"/>
                <a:gd name="T24" fmla="*/ 574 w 574"/>
                <a:gd name="T25" fmla="*/ 0 h 569"/>
                <a:gd name="T26" fmla="*/ 224 w 574"/>
                <a:gd name="T27" fmla="*/ 0 h 569"/>
                <a:gd name="T28" fmla="*/ 0 w 574"/>
                <a:gd name="T29" fmla="*/ 229 h 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74" h="569">
                  <a:moveTo>
                    <a:pt x="0" y="229"/>
                  </a:moveTo>
                  <a:cubicBezTo>
                    <a:pt x="0" y="294"/>
                    <a:pt x="30" y="368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0" y="413"/>
                    <a:pt x="90" y="413"/>
                    <a:pt x="90" y="413"/>
                  </a:cubicBezTo>
                  <a:cubicBezTo>
                    <a:pt x="9" y="413"/>
                    <a:pt x="9" y="413"/>
                    <a:pt x="9" y="413"/>
                  </a:cubicBezTo>
                  <a:cubicBezTo>
                    <a:pt x="9" y="569"/>
                    <a:pt x="9" y="569"/>
                    <a:pt x="9" y="569"/>
                  </a:cubicBezTo>
                  <a:cubicBezTo>
                    <a:pt x="574" y="569"/>
                    <a:pt x="574" y="569"/>
                    <a:pt x="574" y="569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253" y="413"/>
                    <a:pt x="253" y="413"/>
                    <a:pt x="253" y="413"/>
                  </a:cubicBezTo>
                  <a:cubicBezTo>
                    <a:pt x="195" y="413"/>
                    <a:pt x="133" y="369"/>
                    <a:pt x="133" y="286"/>
                  </a:cubicBezTo>
                  <a:cubicBezTo>
                    <a:pt x="133" y="221"/>
                    <a:pt x="178" y="155"/>
                    <a:pt x="253" y="155"/>
                  </a:cubicBezTo>
                  <a:cubicBezTo>
                    <a:pt x="574" y="155"/>
                    <a:pt x="574" y="155"/>
                    <a:pt x="574" y="155"/>
                  </a:cubicBezTo>
                  <a:cubicBezTo>
                    <a:pt x="574" y="0"/>
                    <a:pt x="574" y="0"/>
                    <a:pt x="574" y="0"/>
                  </a:cubicBezTo>
                  <a:cubicBezTo>
                    <a:pt x="224" y="0"/>
                    <a:pt x="224" y="0"/>
                    <a:pt x="224" y="0"/>
                  </a:cubicBezTo>
                  <a:cubicBezTo>
                    <a:pt x="94" y="0"/>
                    <a:pt x="0" y="93"/>
                    <a:pt x="0" y="2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2EA5A2F2-AE15-4FA5-85A9-F7373F3251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87546" y="755049"/>
              <a:ext cx="245577" cy="276163"/>
            </a:xfrm>
            <a:custGeom>
              <a:avLst/>
              <a:gdLst>
                <a:gd name="T0" fmla="*/ 0 w 554"/>
                <a:gd name="T1" fmla="*/ 174 h 623"/>
                <a:gd name="T2" fmla="*/ 377 w 554"/>
                <a:gd name="T3" fmla="*/ 311 h 623"/>
                <a:gd name="T4" fmla="*/ 0 w 554"/>
                <a:gd name="T5" fmla="*/ 450 h 623"/>
                <a:gd name="T6" fmla="*/ 0 w 554"/>
                <a:gd name="T7" fmla="*/ 623 h 623"/>
                <a:gd name="T8" fmla="*/ 554 w 554"/>
                <a:gd name="T9" fmla="*/ 395 h 623"/>
                <a:gd name="T10" fmla="*/ 554 w 554"/>
                <a:gd name="T11" fmla="*/ 228 h 623"/>
                <a:gd name="T12" fmla="*/ 0 w 554"/>
                <a:gd name="T13" fmla="*/ 0 h 623"/>
                <a:gd name="T14" fmla="*/ 0 w 554"/>
                <a:gd name="T15" fmla="*/ 174 h 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4" h="623">
                  <a:moveTo>
                    <a:pt x="0" y="174"/>
                  </a:moveTo>
                  <a:lnTo>
                    <a:pt x="377" y="311"/>
                  </a:lnTo>
                  <a:lnTo>
                    <a:pt x="0" y="450"/>
                  </a:lnTo>
                  <a:lnTo>
                    <a:pt x="0" y="623"/>
                  </a:lnTo>
                  <a:lnTo>
                    <a:pt x="554" y="395"/>
                  </a:lnTo>
                  <a:lnTo>
                    <a:pt x="554" y="228"/>
                  </a:lnTo>
                  <a:lnTo>
                    <a:pt x="0" y="0"/>
                  </a:lnTo>
                  <a:lnTo>
                    <a:pt x="0" y="1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F0E0D771-C362-479B-9362-0106024698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583096"/>
              <a:ext cx="253999" cy="256659"/>
            </a:xfrm>
            <a:custGeom>
              <a:avLst/>
              <a:gdLst>
                <a:gd name="T0" fmla="*/ 401 w 584"/>
                <a:gd name="T1" fmla="*/ 110 h 590"/>
                <a:gd name="T2" fmla="*/ 460 w 584"/>
                <a:gd name="T3" fmla="*/ 272 h 590"/>
                <a:gd name="T4" fmla="*/ 415 w 584"/>
                <a:gd name="T5" fmla="*/ 397 h 590"/>
                <a:gd name="T6" fmla="*/ 250 w 584"/>
                <a:gd name="T7" fmla="*/ 0 h 590"/>
                <a:gd name="T8" fmla="*/ 92 w 584"/>
                <a:gd name="T9" fmla="*/ 68 h 590"/>
                <a:gd name="T10" fmla="*/ 0 w 584"/>
                <a:gd name="T11" fmla="*/ 291 h 590"/>
                <a:gd name="T12" fmla="*/ 292 w 584"/>
                <a:gd name="T13" fmla="*/ 590 h 590"/>
                <a:gd name="T14" fmla="*/ 584 w 584"/>
                <a:gd name="T15" fmla="*/ 274 h 590"/>
                <a:gd name="T16" fmla="*/ 476 w 584"/>
                <a:gd name="T17" fmla="*/ 12 h 590"/>
                <a:gd name="T18" fmla="*/ 401 w 584"/>
                <a:gd name="T19" fmla="*/ 110 h 590"/>
                <a:gd name="T20" fmla="*/ 179 w 584"/>
                <a:gd name="T21" fmla="*/ 408 h 590"/>
                <a:gd name="T22" fmla="*/ 123 w 584"/>
                <a:gd name="T23" fmla="*/ 288 h 590"/>
                <a:gd name="T24" fmla="*/ 202 w 584"/>
                <a:gd name="T25" fmla="*/ 168 h 590"/>
                <a:gd name="T26" fmla="*/ 315 w 584"/>
                <a:gd name="T27" fmla="*/ 439 h 590"/>
                <a:gd name="T28" fmla="*/ 179 w 584"/>
                <a:gd name="T29" fmla="*/ 408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84" h="590">
                  <a:moveTo>
                    <a:pt x="401" y="110"/>
                  </a:moveTo>
                  <a:cubicBezTo>
                    <a:pt x="449" y="175"/>
                    <a:pt x="460" y="212"/>
                    <a:pt x="460" y="272"/>
                  </a:cubicBezTo>
                  <a:cubicBezTo>
                    <a:pt x="460" y="325"/>
                    <a:pt x="444" y="367"/>
                    <a:pt x="415" y="397"/>
                  </a:cubicBezTo>
                  <a:cubicBezTo>
                    <a:pt x="250" y="0"/>
                    <a:pt x="250" y="0"/>
                    <a:pt x="250" y="0"/>
                  </a:cubicBezTo>
                  <a:cubicBezTo>
                    <a:pt x="189" y="9"/>
                    <a:pt x="134" y="32"/>
                    <a:pt x="92" y="68"/>
                  </a:cubicBezTo>
                  <a:cubicBezTo>
                    <a:pt x="32" y="120"/>
                    <a:pt x="0" y="197"/>
                    <a:pt x="0" y="291"/>
                  </a:cubicBezTo>
                  <a:cubicBezTo>
                    <a:pt x="0" y="462"/>
                    <a:pt x="126" y="590"/>
                    <a:pt x="292" y="590"/>
                  </a:cubicBezTo>
                  <a:cubicBezTo>
                    <a:pt x="462" y="590"/>
                    <a:pt x="584" y="462"/>
                    <a:pt x="584" y="274"/>
                  </a:cubicBezTo>
                  <a:cubicBezTo>
                    <a:pt x="584" y="169"/>
                    <a:pt x="534" y="62"/>
                    <a:pt x="476" y="12"/>
                  </a:cubicBezTo>
                  <a:lnTo>
                    <a:pt x="401" y="110"/>
                  </a:lnTo>
                  <a:close/>
                  <a:moveTo>
                    <a:pt x="179" y="408"/>
                  </a:moveTo>
                  <a:cubicBezTo>
                    <a:pt x="144" y="381"/>
                    <a:pt x="123" y="339"/>
                    <a:pt x="123" y="288"/>
                  </a:cubicBezTo>
                  <a:cubicBezTo>
                    <a:pt x="123" y="232"/>
                    <a:pt x="155" y="190"/>
                    <a:pt x="202" y="168"/>
                  </a:cubicBezTo>
                  <a:cubicBezTo>
                    <a:pt x="315" y="439"/>
                    <a:pt x="315" y="439"/>
                    <a:pt x="315" y="439"/>
                  </a:cubicBezTo>
                  <a:cubicBezTo>
                    <a:pt x="257" y="447"/>
                    <a:pt x="212" y="432"/>
                    <a:pt x="179" y="4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1" name="Freeform 32">
              <a:extLst>
                <a:ext uri="{FF2B5EF4-FFF2-40B4-BE49-F238E27FC236}">
                  <a16:creationId xmlns:a16="http://schemas.microsoft.com/office/drawing/2014/main" id="{BD807C55-B428-4E3A-A768-FF2F2AA578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13961" y="1846404"/>
              <a:ext cx="319161" cy="221640"/>
            </a:xfrm>
            <a:custGeom>
              <a:avLst/>
              <a:gdLst>
                <a:gd name="T0" fmla="*/ 580 w 720"/>
                <a:gd name="T1" fmla="*/ 0 h 500"/>
                <a:gd name="T2" fmla="*/ 580 w 720"/>
                <a:gd name="T3" fmla="*/ 346 h 500"/>
                <a:gd name="T4" fmla="*/ 0 w 720"/>
                <a:gd name="T5" fmla="*/ 346 h 500"/>
                <a:gd name="T6" fmla="*/ 0 w 720"/>
                <a:gd name="T7" fmla="*/ 500 h 500"/>
                <a:gd name="T8" fmla="*/ 720 w 720"/>
                <a:gd name="T9" fmla="*/ 500 h 500"/>
                <a:gd name="T10" fmla="*/ 720 w 720"/>
                <a:gd name="T11" fmla="*/ 0 h 500"/>
                <a:gd name="T12" fmla="*/ 580 w 720"/>
                <a:gd name="T13" fmla="*/ 0 h 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0" h="500">
                  <a:moveTo>
                    <a:pt x="580" y="0"/>
                  </a:moveTo>
                  <a:lnTo>
                    <a:pt x="580" y="346"/>
                  </a:lnTo>
                  <a:lnTo>
                    <a:pt x="0" y="346"/>
                  </a:lnTo>
                  <a:lnTo>
                    <a:pt x="0" y="500"/>
                  </a:lnTo>
                  <a:lnTo>
                    <a:pt x="720" y="500"/>
                  </a:lnTo>
                  <a:lnTo>
                    <a:pt x="720" y="0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2" name="Freeform 33">
              <a:extLst>
                <a:ext uri="{FF2B5EF4-FFF2-40B4-BE49-F238E27FC236}">
                  <a16:creationId xmlns:a16="http://schemas.microsoft.com/office/drawing/2014/main" id="{46FC01F6-5587-4701-B3C6-0DC2032CAEC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501936"/>
              <a:ext cx="253999" cy="263752"/>
            </a:xfrm>
            <a:custGeom>
              <a:avLst/>
              <a:gdLst>
                <a:gd name="T0" fmla="*/ 584 w 584"/>
                <a:gd name="T1" fmla="*/ 304 h 607"/>
                <a:gd name="T2" fmla="*/ 292 w 584"/>
                <a:gd name="T3" fmla="*/ 607 h 607"/>
                <a:gd name="T4" fmla="*/ 0 w 584"/>
                <a:gd name="T5" fmla="*/ 302 h 607"/>
                <a:gd name="T6" fmla="*/ 292 w 584"/>
                <a:gd name="T7" fmla="*/ 0 h 607"/>
                <a:gd name="T8" fmla="*/ 584 w 584"/>
                <a:gd name="T9" fmla="*/ 304 h 607"/>
                <a:gd name="T10" fmla="*/ 133 w 584"/>
                <a:gd name="T11" fmla="*/ 304 h 607"/>
                <a:gd name="T12" fmla="*/ 292 w 584"/>
                <a:gd name="T13" fmla="*/ 454 h 607"/>
                <a:gd name="T14" fmla="*/ 451 w 584"/>
                <a:gd name="T15" fmla="*/ 302 h 607"/>
                <a:gd name="T16" fmla="*/ 292 w 584"/>
                <a:gd name="T17" fmla="*/ 153 h 607"/>
                <a:gd name="T18" fmla="*/ 133 w 584"/>
                <a:gd name="T19" fmla="*/ 30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4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3"/>
                    <a:pt x="0" y="302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3"/>
                    <a:pt x="584" y="304"/>
                  </a:cubicBezTo>
                  <a:moveTo>
                    <a:pt x="133" y="304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7"/>
                    <a:pt x="451" y="302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19"/>
                    <a:pt x="133" y="3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43" name="Freeform 34">
              <a:extLst>
                <a:ext uri="{FF2B5EF4-FFF2-40B4-BE49-F238E27FC236}">
                  <a16:creationId xmlns:a16="http://schemas.microsoft.com/office/drawing/2014/main" id="{DC296814-EEBB-47E4-A1CC-8645F51DA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383556" y="1021017"/>
              <a:ext cx="253999" cy="263752"/>
            </a:xfrm>
            <a:custGeom>
              <a:avLst/>
              <a:gdLst>
                <a:gd name="T0" fmla="*/ 584 w 584"/>
                <a:gd name="T1" fmla="*/ 305 h 607"/>
                <a:gd name="T2" fmla="*/ 292 w 584"/>
                <a:gd name="T3" fmla="*/ 607 h 607"/>
                <a:gd name="T4" fmla="*/ 0 w 584"/>
                <a:gd name="T5" fmla="*/ 303 h 607"/>
                <a:gd name="T6" fmla="*/ 292 w 584"/>
                <a:gd name="T7" fmla="*/ 0 h 607"/>
                <a:gd name="T8" fmla="*/ 584 w 584"/>
                <a:gd name="T9" fmla="*/ 305 h 607"/>
                <a:gd name="T10" fmla="*/ 133 w 584"/>
                <a:gd name="T11" fmla="*/ 305 h 607"/>
                <a:gd name="T12" fmla="*/ 292 w 584"/>
                <a:gd name="T13" fmla="*/ 454 h 607"/>
                <a:gd name="T14" fmla="*/ 451 w 584"/>
                <a:gd name="T15" fmla="*/ 303 h 607"/>
                <a:gd name="T16" fmla="*/ 292 w 584"/>
                <a:gd name="T17" fmla="*/ 153 h 607"/>
                <a:gd name="T18" fmla="*/ 133 w 584"/>
                <a:gd name="T19" fmla="*/ 305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4" h="607">
                  <a:moveTo>
                    <a:pt x="584" y="305"/>
                  </a:moveTo>
                  <a:cubicBezTo>
                    <a:pt x="584" y="474"/>
                    <a:pt x="457" y="607"/>
                    <a:pt x="292" y="607"/>
                  </a:cubicBezTo>
                  <a:cubicBezTo>
                    <a:pt x="128" y="607"/>
                    <a:pt x="0" y="474"/>
                    <a:pt x="0" y="303"/>
                  </a:cubicBezTo>
                  <a:cubicBezTo>
                    <a:pt x="0" y="133"/>
                    <a:pt x="126" y="0"/>
                    <a:pt x="292" y="0"/>
                  </a:cubicBezTo>
                  <a:cubicBezTo>
                    <a:pt x="455" y="0"/>
                    <a:pt x="584" y="134"/>
                    <a:pt x="584" y="305"/>
                  </a:cubicBezTo>
                  <a:moveTo>
                    <a:pt x="133" y="305"/>
                  </a:moveTo>
                  <a:cubicBezTo>
                    <a:pt x="133" y="391"/>
                    <a:pt x="198" y="454"/>
                    <a:pt x="292" y="454"/>
                  </a:cubicBezTo>
                  <a:cubicBezTo>
                    <a:pt x="381" y="454"/>
                    <a:pt x="451" y="388"/>
                    <a:pt x="451" y="303"/>
                  </a:cubicBezTo>
                  <a:cubicBezTo>
                    <a:pt x="451" y="216"/>
                    <a:pt x="383" y="153"/>
                    <a:pt x="292" y="153"/>
                  </a:cubicBezTo>
                  <a:cubicBezTo>
                    <a:pt x="203" y="153"/>
                    <a:pt x="133" y="220"/>
                    <a:pt x="133" y="30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0CD9248-0A2C-4050-B347-2980229F11A8}"/>
              </a:ext>
            </a:extLst>
          </p:cNvPr>
          <p:cNvGrpSpPr/>
          <p:nvPr userDrawn="1"/>
        </p:nvGrpSpPr>
        <p:grpSpPr>
          <a:xfrm>
            <a:off x="1154741" y="3561911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99FEE917-CD84-4C97-B4F9-73DFE2A473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78C9364A-BFFF-4F94-9D90-8A71731D63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E572E624-9DE1-4F42-A7F5-36B7B8A2F6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DD8A238C-0295-48D1-8872-FE51165DDE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6849E95A-0C53-4220-85E0-6DFCEA7D1C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056EAF60-5381-416A-895C-D1FAED9FDF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60" name="Oval 11">
              <a:extLst>
                <a:ext uri="{FF2B5EF4-FFF2-40B4-BE49-F238E27FC236}">
                  <a16:creationId xmlns:a16="http://schemas.microsoft.com/office/drawing/2014/main" id="{0154DA0C-208D-4580-AFAD-81B221FB1E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9263830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9" Type="http://schemas.openxmlformats.org/officeDocument/2006/relationships/slideLayout" Target="../slideLayouts/slideLayout79.xml"/><Relationship Id="rId21" Type="http://schemas.openxmlformats.org/officeDocument/2006/relationships/slideLayout" Target="../slideLayouts/slideLayout61.xml"/><Relationship Id="rId34" Type="http://schemas.openxmlformats.org/officeDocument/2006/relationships/slideLayout" Target="../slideLayouts/slideLayout74.xml"/><Relationship Id="rId42" Type="http://schemas.openxmlformats.org/officeDocument/2006/relationships/slideLayout" Target="../slideLayouts/slideLayout82.xml"/><Relationship Id="rId47" Type="http://schemas.openxmlformats.org/officeDocument/2006/relationships/oleObject" Target="../embeddings/oleObject1.bin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72.xml"/><Relationship Id="rId37" Type="http://schemas.openxmlformats.org/officeDocument/2006/relationships/slideLayout" Target="../slideLayouts/slideLayout77.xml"/><Relationship Id="rId40" Type="http://schemas.openxmlformats.org/officeDocument/2006/relationships/slideLayout" Target="../slideLayouts/slideLayout80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36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71.xml"/><Relationship Id="rId44" Type="http://schemas.openxmlformats.org/officeDocument/2006/relationships/slideLayout" Target="../slideLayouts/slideLayout84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slideLayout" Target="../slideLayouts/slideLayout70.xml"/><Relationship Id="rId35" Type="http://schemas.openxmlformats.org/officeDocument/2006/relationships/slideLayout" Target="../slideLayouts/slideLayout75.xml"/><Relationship Id="rId43" Type="http://schemas.openxmlformats.org/officeDocument/2006/relationships/slideLayout" Target="../slideLayouts/slideLayout83.xml"/><Relationship Id="rId48" Type="http://schemas.openxmlformats.org/officeDocument/2006/relationships/image" Target="../media/image9.emf"/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73.xml"/><Relationship Id="rId38" Type="http://schemas.openxmlformats.org/officeDocument/2006/relationships/slideLayout" Target="../slideLayouts/slideLayout78.xml"/><Relationship Id="rId46" Type="http://schemas.openxmlformats.org/officeDocument/2006/relationships/tags" Target="../tags/tag1.xml"/><Relationship Id="rId20" Type="http://schemas.openxmlformats.org/officeDocument/2006/relationships/slideLayout" Target="../slideLayouts/slideLayout60.xml"/><Relationship Id="rId41" Type="http://schemas.openxmlformats.org/officeDocument/2006/relationships/slideLayout" Target="../slideLayouts/slideLayout8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1602289" y="6401580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8E58A1D-41DA-DC58-93FB-1ED0F2D56A4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BC243CA-E9F6-42B7-4EBD-174C6A6167E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7">
              <a:extLst>
                <a:ext uri="{FF2B5EF4-FFF2-40B4-BE49-F238E27FC236}">
                  <a16:creationId xmlns:a16="http://schemas.microsoft.com/office/drawing/2014/main" id="{AF0893DC-4B4F-34BC-2BE3-54AE043B95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8">
              <a:extLst>
                <a:ext uri="{FF2B5EF4-FFF2-40B4-BE49-F238E27FC236}">
                  <a16:creationId xmlns:a16="http://schemas.microsoft.com/office/drawing/2014/main" id="{2E9ED647-0AE4-33D4-5156-46F4EDDDEC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9">
              <a:extLst>
                <a:ext uri="{FF2B5EF4-FFF2-40B4-BE49-F238E27FC236}">
                  <a16:creationId xmlns:a16="http://schemas.microsoft.com/office/drawing/2014/main" id="{05BD8F00-F164-080D-BE9D-F8D1C4DFAE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10">
              <a:extLst>
                <a:ext uri="{FF2B5EF4-FFF2-40B4-BE49-F238E27FC236}">
                  <a16:creationId xmlns:a16="http://schemas.microsoft.com/office/drawing/2014/main" id="{5270BA00-DD8B-D870-AA01-525F7B1325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10">
              <a:extLst>
                <a:ext uri="{FF2B5EF4-FFF2-40B4-BE49-F238E27FC236}">
                  <a16:creationId xmlns:a16="http://schemas.microsoft.com/office/drawing/2014/main" id="{8214A0A3-3CC6-58A0-8F76-87CEE5EF1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11">
              <a:extLst>
                <a:ext uri="{FF2B5EF4-FFF2-40B4-BE49-F238E27FC236}">
                  <a16:creationId xmlns:a16="http://schemas.microsoft.com/office/drawing/2014/main" id="{D4ACFFF1-B65B-C5F8-C71D-FED0359A3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57" r:id="rId14"/>
    <p:sldLayoutId id="2147483758" r:id="rId15"/>
    <p:sldLayoutId id="2147483759" r:id="rId16"/>
    <p:sldLayoutId id="2147483761" r:id="rId17"/>
    <p:sldLayoutId id="2147483726" r:id="rId18"/>
    <p:sldLayoutId id="2147483673" r:id="rId19"/>
    <p:sldLayoutId id="2147483727" r:id="rId20"/>
    <p:sldLayoutId id="2147483662" r:id="rId21"/>
    <p:sldLayoutId id="2147483728" r:id="rId22"/>
    <p:sldLayoutId id="2147483736" r:id="rId23"/>
    <p:sldLayoutId id="2147483737" r:id="rId24"/>
    <p:sldLayoutId id="2147483691" r:id="rId25"/>
    <p:sldLayoutId id="2147483729" r:id="rId26"/>
    <p:sldLayoutId id="2147483755" r:id="rId27"/>
    <p:sldLayoutId id="2147483749" r:id="rId28"/>
    <p:sldLayoutId id="2147483756" r:id="rId29"/>
    <p:sldLayoutId id="2147483711" r:id="rId30"/>
    <p:sldLayoutId id="2147483731" r:id="rId31"/>
    <p:sldLayoutId id="2147483746" r:id="rId32"/>
    <p:sldLayoutId id="2147483722" r:id="rId33"/>
    <p:sldLayoutId id="2147483732" r:id="rId34"/>
    <p:sldLayoutId id="2147483657" r:id="rId35"/>
    <p:sldLayoutId id="2147483733" r:id="rId36"/>
    <p:sldLayoutId id="2147483659" r:id="rId37"/>
    <p:sldLayoutId id="2147483734" r:id="rId38"/>
    <p:sldLayoutId id="2147483748" r:id="rId39"/>
    <p:sldLayoutId id="2147483747" r:id="rId40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D488F9D-0281-4CDB-998F-83456C45E7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26736098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7" imgW="395" imgH="396" progId="TCLayout.ActiveDocument.1">
                  <p:embed/>
                </p:oleObj>
              </mc:Choice>
              <mc:Fallback>
                <p:oleObj name="think-cell Slide" r:id="rId47" imgW="395" imgH="39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D488F9D-0281-4CDB-998F-83456C45E7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 userDrawn="1"/>
        </p:nvSpPr>
        <p:spPr>
          <a:xfrm>
            <a:off x="1396214" y="6473952"/>
            <a:ext cx="41148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>
                <a:latin typeface="Arial" pitchFamily="34" charset="0"/>
                <a:cs typeface="Arial" pitchFamily="34" charset="0"/>
              </a:rPr>
              <a:t>2024 Lenovo Internal. All rights reserved.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554340" y="6421482"/>
            <a:ext cx="734356" cy="245008"/>
            <a:chOff x="547688" y="952500"/>
            <a:chExt cx="12190413" cy="4067175"/>
          </a:xfrm>
        </p:grpSpPr>
        <p:sp>
          <p:nvSpPr>
            <p:cNvPr id="6" name="Rectangle 5"/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8" name="Freeform 7"/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9" name="Freeform 8"/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0" name="Freeform 9"/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2" name="Freeform 10"/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  <p:sp>
          <p:nvSpPr>
            <p:cNvPr id="13" name="Freeform 11"/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8"/>
            </a:p>
          </p:txBody>
        </p:sp>
      </p:grpSp>
    </p:spTree>
    <p:extLst>
      <p:ext uri="{BB962C8B-B14F-4D97-AF65-F5344CB8AC3E}">
        <p14:creationId xmlns:p14="http://schemas.microsoft.com/office/powerpoint/2010/main" val="385424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  <p:sldLayoutId id="2147483790" r:id="rId28"/>
    <p:sldLayoutId id="2147483791" r:id="rId29"/>
    <p:sldLayoutId id="2147483792" r:id="rId30"/>
    <p:sldLayoutId id="2147483793" r:id="rId31"/>
    <p:sldLayoutId id="2147483794" r:id="rId32"/>
    <p:sldLayoutId id="2147483795" r:id="rId33"/>
    <p:sldLayoutId id="2147483796" r:id="rId34"/>
    <p:sldLayoutId id="2147483797" r:id="rId35"/>
    <p:sldLayoutId id="2147483798" r:id="rId36"/>
    <p:sldLayoutId id="2147483799" r:id="rId37"/>
    <p:sldLayoutId id="2147483800" r:id="rId38"/>
    <p:sldLayoutId id="2147483801" r:id="rId39"/>
    <p:sldLayoutId id="2147483802" r:id="rId40"/>
    <p:sldLayoutId id="2147483803" r:id="rId41"/>
    <p:sldLayoutId id="2147483804" r:id="rId42"/>
    <p:sldLayoutId id="2147483805" r:id="rId43"/>
    <p:sldLayoutId id="2147483806" r:id="rId44"/>
  </p:sldLayoutIdLst>
  <p:transition spd="med"/>
  <p:hf hdr="0" ftr="0" dt="0"/>
  <p:txStyles>
    <p:titleStyle>
      <a:lvl1pPr algn="ctr" defTabSz="1218255" rtl="0" eaLnBrk="1" latinLnBrk="0" hangingPunct="1">
        <a:spcBef>
          <a:spcPct val="0"/>
        </a:spcBef>
        <a:buNone/>
        <a:defRPr sz="4298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6846" indent="-456846" algn="l" defTabSz="1218255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42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89833" indent="-380705" algn="l" defTabSz="1218255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6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2819" indent="-304565" algn="l" defTabSz="1218255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31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1947" indent="-304565" algn="l" defTabSz="1218255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1074" indent="-304565" algn="l" defTabSz="1218255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2698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0202" indent="-304565" algn="l" defTabSz="1218255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9330" indent="-304565" algn="l" defTabSz="1218255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8458" indent="-304565" algn="l" defTabSz="1218255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7585" indent="-304565" algn="l" defTabSz="1218255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127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255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383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511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639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766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893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022" algn="l" defTabSz="1218255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lenovo-my.sharepoint.com/:x:/r/personal/eyh1_lenovo_com/Documents/Dynamic%20Pricing%20Phase%202-%20Testing%20Reference.xlsx?d=w840b88255d124f67afa33da97bf9f263&amp;csf=1&amp;web=1&amp;e=4sfuNT" TargetMode="Externa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ECAC7-79C1-492F-8CA1-F267A9A9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33" y="2180802"/>
            <a:ext cx="10117691" cy="3269709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Pricing Phase 2 </a:t>
            </a:r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KUT</a:t>
            </a:r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LBP</a:t>
            </a:r>
            <a:b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B5F964-4638-10D7-C2BD-113F297DF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130" y="5093895"/>
            <a:ext cx="9912096" cy="356616"/>
          </a:xfrm>
        </p:spPr>
        <p:txBody>
          <a:bodyPr/>
          <a:lstStyle/>
          <a:p>
            <a:r>
              <a:rPr lang="en-US" altLang="zh-CN"/>
              <a:t>E Yihang - LBP IT Team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3766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BAD3F72-6EC0-BA69-0A77-0DE940B7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442528"/>
            <a:ext cx="10671048" cy="418576"/>
          </a:xfrm>
        </p:spPr>
        <p:txBody>
          <a:bodyPr/>
          <a:lstStyle/>
          <a:p>
            <a:r>
              <a:rPr 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graphicFrame>
        <p:nvGraphicFramePr>
          <p:cNvPr id="2" name="Table 6">
            <a:extLst>
              <a:ext uri="{FF2B5EF4-FFF2-40B4-BE49-F238E27FC236}">
                <a16:creationId xmlns:a16="http://schemas.microsoft.com/office/drawing/2014/main" id="{F61AE0C5-3317-5BF2-8021-9B27F91161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0899213"/>
              </p:ext>
            </p:extLst>
          </p:nvPr>
        </p:nvGraphicFramePr>
        <p:xfrm>
          <a:off x="760413" y="1096433"/>
          <a:ext cx="10671047" cy="1198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422310">
                  <a:extLst>
                    <a:ext uri="{9D8B030D-6E8A-4147-A177-3AD203B41FA5}">
                      <a16:colId xmlns:a16="http://schemas.microsoft.com/office/drawing/2014/main" val="666761415"/>
                    </a:ext>
                  </a:extLst>
                </a:gridCol>
                <a:gridCol w="2248737">
                  <a:extLst>
                    <a:ext uri="{9D8B030D-6E8A-4147-A177-3AD203B41FA5}">
                      <a16:colId xmlns:a16="http://schemas.microsoft.com/office/drawing/2014/main" val="28416062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anose="05000000000000000000" pitchFamily="2" charset="2"/>
                        <a:buNone/>
                      </a:pPr>
                      <a:r>
                        <a:rPr lang="en-US">
                          <a:latin typeface="Calibri"/>
                          <a:ea typeface="Calibri"/>
                          <a:cs typeface="Calibri"/>
                        </a:rPr>
                        <a:t>Duration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8265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>
                          <a:latin typeface="Calibri"/>
                          <a:ea typeface="Calibri"/>
                          <a:cs typeface="Calibri"/>
                        </a:rPr>
                        <a:t>System Operation Process </a:t>
                      </a:r>
                      <a:r>
                        <a:rPr lang="en-US" altLang="zh-CN" sz="1600">
                          <a:latin typeface="Calibri"/>
                          <a:ea typeface="Calibri"/>
                          <a:cs typeface="Calibri"/>
                        </a:rPr>
                        <a:t>for </a:t>
                      </a:r>
                      <a:r>
                        <a:rPr lang="en-US" altLang="zh-CN" sz="1600" err="1">
                          <a:latin typeface="Calibri"/>
                          <a:ea typeface="Calibri"/>
                          <a:cs typeface="Calibri"/>
                        </a:rPr>
                        <a:t>LBPi</a:t>
                      </a:r>
                      <a:r>
                        <a:rPr lang="en-US" altLang="zh-CN" sz="1600">
                          <a:latin typeface="Calibri"/>
                          <a:ea typeface="Calibri"/>
                          <a:cs typeface="Calibri"/>
                        </a:rPr>
                        <a:t> portion</a:t>
                      </a:r>
                      <a:endParaRPr lang="en-US" sz="16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/>
                          <a:ea typeface="Calibri"/>
                          <a:cs typeface="Calibri"/>
                        </a:rPr>
                        <a:t>45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755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600">
                          <a:latin typeface="Calibri"/>
                          <a:ea typeface="Calibri"/>
                          <a:cs typeface="Calibri"/>
                        </a:rPr>
                        <a:t>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/>
                          <a:ea typeface="Calibri"/>
                          <a:cs typeface="Calibri"/>
                        </a:rPr>
                        <a:t>10 Minutes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777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91657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B1466A-5E2A-47FA-1F41-0BC61FC9B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33" y="2539691"/>
            <a:ext cx="6263640" cy="1415003"/>
          </a:xfrm>
        </p:spPr>
        <p:txBody>
          <a:bodyPr>
            <a:spAutoFit/>
          </a:bodyPr>
          <a:lstStyle/>
          <a:p>
            <a:pPr lvl="0"/>
            <a:r>
              <a:rPr lang="en-US" altLang="zh-CN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Operation Process</a:t>
            </a:r>
            <a:endParaRPr lang="en-US" altLang="zh-CN" sz="6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Placeholder 11" descr="CPU with binary numbers and blueprint">
            <a:extLst>
              <a:ext uri="{FF2B5EF4-FFF2-40B4-BE49-F238E27FC236}">
                <a16:creationId xmlns:a16="http://schemas.microsoft.com/office/drawing/2014/main" id="{7A1B9D6B-FCB7-D519-9163-2F6815962C3A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/>
          <a:srcRect l="28132" r="28132"/>
          <a:stretch/>
        </p:blipFill>
        <p:spPr>
          <a:xfrm>
            <a:off x="6856413" y="0"/>
            <a:ext cx="53324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5775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F9C2808-67DC-549C-6E5A-75CA5473E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sz="3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Requirement Scope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977171FB-52C6-1D38-790D-96291BCDE5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162825"/>
              </p:ext>
            </p:extLst>
          </p:nvPr>
        </p:nvGraphicFramePr>
        <p:xfrm>
          <a:off x="760410" y="1136387"/>
          <a:ext cx="10671050" cy="2286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1065">
                  <a:extLst>
                    <a:ext uri="{9D8B030D-6E8A-4147-A177-3AD203B41FA5}">
                      <a16:colId xmlns:a16="http://schemas.microsoft.com/office/drawing/2014/main" val="2214360631"/>
                    </a:ext>
                  </a:extLst>
                </a:gridCol>
                <a:gridCol w="10129985">
                  <a:extLst>
                    <a:ext uri="{9D8B030D-6E8A-4147-A177-3AD203B41FA5}">
                      <a16:colId xmlns:a16="http://schemas.microsoft.com/office/drawing/2014/main" val="2194915091"/>
                    </a:ext>
                  </a:extLst>
                </a:gridCol>
              </a:tblGrid>
              <a:tr h="28952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411219"/>
                  </a:ext>
                </a:extLst>
              </a:tr>
              <a:tr h="28952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991896"/>
                  </a:ext>
                </a:extLst>
              </a:tr>
              <a:tr h="28952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716970"/>
                  </a:ext>
                </a:extLst>
              </a:tr>
              <a:tr h="28952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Need Pen-Rate Priority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5320287"/>
                  </a:ext>
                </a:extLst>
              </a:tr>
              <a:tr h="289527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kern="120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Pass Pen Rate information to LUDP/Magellan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7459508"/>
                  </a:ext>
                </a:extLst>
              </a:tr>
            </a:tbl>
          </a:graphicData>
        </a:graphic>
      </p:graphicFrame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2B73F01-1298-11E8-BEAD-444F453525C2}"/>
              </a:ext>
            </a:extLst>
          </p:cNvPr>
          <p:cNvSpPr txBox="1">
            <a:spLocks/>
          </p:cNvSpPr>
          <p:nvPr/>
        </p:nvSpPr>
        <p:spPr>
          <a:xfrm>
            <a:off x="168228" y="4247821"/>
            <a:ext cx="10909117" cy="1374757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Char char="•"/>
              <a:defRPr sz="43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990427" indent="-380933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Char char="–"/>
              <a:defRPr sz="3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523733" indent="-304747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Char char="-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2133227" indent="-304747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Char char="-"/>
              <a:defRPr sz="2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742720" indent="-304747" algn="l" defTabSz="1218987" rtl="0" eaLnBrk="1" latinLnBrk="0" hangingPunct="1">
              <a:spcBef>
                <a:spcPct val="20000"/>
              </a:spcBef>
              <a:buClrTx/>
              <a:buFont typeface="Arial" panose="020B0604020202020204" pitchFamily="34" charset="0"/>
              <a:buChar char="-"/>
              <a:defRPr sz="27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GEO: WW</a:t>
            </a:r>
          </a:p>
          <a:p>
            <a:pPr lvl="1"/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BU: ISG Only</a:t>
            </a:r>
          </a:p>
          <a:p>
            <a:pPr lvl="1"/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Quote type:  </a:t>
            </a:r>
            <a:r>
              <a:rPr lang="en-US" altLang="zh-CN" sz="16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LBPi</a:t>
            </a:r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(SC</a:t>
            </a:r>
            <a:r>
              <a:rPr lang="zh-CN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＆</a:t>
            </a:r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MC, Indirect</a:t>
            </a:r>
            <a:r>
              <a:rPr lang="zh-CN" alt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＆</a:t>
            </a:r>
            <a:r>
              <a:rPr lang="en-US" altLang="zh-CN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Direct, Standard quote).​</a:t>
            </a:r>
            <a:endParaRPr lang="en-US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6086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610557"/>
              </p:ext>
            </p:extLst>
          </p:nvPr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Open LBP Admin, click Pricing Grid-Pen Rate Delegation table, user can check Pen Rate delegations.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Input/Select filters, click &lt;Search&gt; button, user can search delegations based on filters.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check the delegation list on the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1547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1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0C14DF5B-3557-61D1-393C-2E28E5D6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13" y="1129617"/>
            <a:ext cx="6798893" cy="359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05128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Click &lt;Edit&gt; button on the line, it will jump to the delegation detail page, user can Edit the delegations on the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User can Edit the header information and the line information of the delegation.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&lt;Save&gt; button, the change will be saved and it will jump back to the delegation list page.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&lt;Back&gt; button, nothing will be changed and it will jump back to the delegation list page.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1547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ED4C95-FBF9-4AD4-0AF0-30F02E167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79" y="1130118"/>
            <a:ext cx="4855328" cy="252764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B378F7E-62DA-EFEF-3CC4-DFE31A569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503" y="3071342"/>
            <a:ext cx="5313944" cy="2775899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DF2571D-9A2B-E394-AC42-AE33CFC63459}"/>
              </a:ext>
            </a:extLst>
          </p:cNvPr>
          <p:cNvCxnSpPr/>
          <p:nvPr/>
        </p:nvCxnSpPr>
        <p:spPr>
          <a:xfrm>
            <a:off x="1976846" y="2229394"/>
            <a:ext cx="2473234" cy="1680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1F0A61-8692-EA25-CBDB-5AF807A932B7}"/>
              </a:ext>
            </a:extLst>
          </p:cNvPr>
          <p:cNvCxnSpPr>
            <a:cxnSpLocks/>
          </p:cNvCxnSpPr>
          <p:nvPr/>
        </p:nvCxnSpPr>
        <p:spPr>
          <a:xfrm flipH="1">
            <a:off x="4345577" y="4038317"/>
            <a:ext cx="1258509" cy="1352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52092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&lt;History&gt; button on the line, it will jump to the history detail page, user can check the history of the delegation.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check the history by pages.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the hyperlink under the &lt;Attachment&gt; column, user can check the file details.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3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CF5644-6FAA-6B33-6EAD-93C00C65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702" y="967608"/>
            <a:ext cx="4979729" cy="258842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5595F17-EDCC-0662-A61B-889BE6441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509" y="3274091"/>
            <a:ext cx="5839561" cy="2874159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DF2571D-9A2B-E394-AC42-AE33CFC63459}"/>
              </a:ext>
            </a:extLst>
          </p:cNvPr>
          <p:cNvCxnSpPr>
            <a:cxnSpLocks/>
          </p:cNvCxnSpPr>
          <p:nvPr/>
        </p:nvCxnSpPr>
        <p:spPr>
          <a:xfrm>
            <a:off x="1976846" y="2808756"/>
            <a:ext cx="539931" cy="694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1F0A61-8692-EA25-CBDB-5AF807A932B7}"/>
              </a:ext>
            </a:extLst>
          </p:cNvPr>
          <p:cNvCxnSpPr>
            <a:cxnSpLocks/>
          </p:cNvCxnSpPr>
          <p:nvPr/>
        </p:nvCxnSpPr>
        <p:spPr>
          <a:xfrm flipH="1">
            <a:off x="2699657" y="4322384"/>
            <a:ext cx="1079863" cy="1277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1459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&lt;Remove&gt; button on the line, user enable to remove the delegation. </a:t>
            </a: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System will pop up a warning message for double checking.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&lt;Cancel&gt; button in the pop-up, nothing will be changed and it will jump back to the delegation list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&lt;OK&gt; button, the delegation will be removed, user can check the removed delegation under &lt;Grid Archive&gt; table.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4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28F48F4-FA44-574C-5EBB-BBA0F2B43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68" y="1132894"/>
            <a:ext cx="6943485" cy="341749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95506E9-C053-E564-C788-12CC015F3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44" y="3470792"/>
            <a:ext cx="5518309" cy="2746105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7D0EB82F-EC16-843E-ABBF-3E3CB154EFDB}"/>
              </a:ext>
            </a:extLst>
          </p:cNvPr>
          <p:cNvCxnSpPr>
            <a:cxnSpLocks/>
          </p:cNvCxnSpPr>
          <p:nvPr/>
        </p:nvCxnSpPr>
        <p:spPr>
          <a:xfrm flipH="1">
            <a:off x="2508069" y="2131628"/>
            <a:ext cx="1976072" cy="2823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4016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the hyperlink of the Delegation Grid Name, it will enter the delegation detail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Export/Download Template the delegation information and Download the attachment file on the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&lt;Back&gt; button, it will jump back to the delegation list page.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1547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7A8E27-FC00-E8B5-A471-C9312436B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77" y="1161852"/>
            <a:ext cx="6035985" cy="313071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AABE26-85D2-4542-9D74-E031A918F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462" y="3386147"/>
            <a:ext cx="5562405" cy="2932211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DF2571D-9A2B-E394-AC42-AE33CFC63459}"/>
              </a:ext>
            </a:extLst>
          </p:cNvPr>
          <p:cNvCxnSpPr>
            <a:cxnSpLocks/>
          </p:cNvCxnSpPr>
          <p:nvPr/>
        </p:nvCxnSpPr>
        <p:spPr>
          <a:xfrm>
            <a:off x="3767455" y="3102343"/>
            <a:ext cx="923109" cy="791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1F0A61-8692-EA25-CBDB-5AF807A932B7}"/>
              </a:ext>
            </a:extLst>
          </p:cNvPr>
          <p:cNvCxnSpPr>
            <a:cxnSpLocks/>
          </p:cNvCxnSpPr>
          <p:nvPr/>
        </p:nvCxnSpPr>
        <p:spPr>
          <a:xfrm flipH="1">
            <a:off x="3594963" y="5004800"/>
            <a:ext cx="790803" cy="945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62993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>
            <a:extLst>
              <a:ext uri="{FF2B5EF4-FFF2-40B4-BE49-F238E27FC236}">
                <a16:creationId xmlns:a16="http://schemas.microsoft.com/office/drawing/2014/main" id="{FF259A9F-DD1D-6F97-717C-7EE352EE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44" y="3878138"/>
            <a:ext cx="4524459" cy="23927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3542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Click &lt;Add&gt; button, user can create delegations.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User can fill the basic information in the &lt;Add Delegation Grid&gt; pop-up. Click &lt;Cancel&gt; button, nothing will be saved and it will go back to the delegation list page. Click &lt;OK&gt; button,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it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will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go to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the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delegation detail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6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C8D6DC-225D-E44D-4B65-784BCF943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610" y="1132894"/>
            <a:ext cx="4850262" cy="25655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5A9F462-CB48-7B3C-6440-7B37F02EC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8741" y="1857800"/>
            <a:ext cx="4481843" cy="232962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DF2571D-9A2B-E394-AC42-AE33CFC63459}"/>
              </a:ext>
            </a:extLst>
          </p:cNvPr>
          <p:cNvCxnSpPr>
            <a:cxnSpLocks/>
          </p:cNvCxnSpPr>
          <p:nvPr/>
        </p:nvCxnSpPr>
        <p:spPr>
          <a:xfrm flipV="1">
            <a:off x="2580023" y="2307771"/>
            <a:ext cx="1687177" cy="442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2">
            <a:extLst>
              <a:ext uri="{FF2B5EF4-FFF2-40B4-BE49-F238E27FC236}">
                <a16:creationId xmlns:a16="http://schemas.microsoft.com/office/drawing/2014/main" id="{41DC6E0F-0E8C-D800-1BF5-28AF4D238D8F}"/>
              </a:ext>
            </a:extLst>
          </p:cNvPr>
          <p:cNvSpPr txBox="1"/>
          <p:nvPr/>
        </p:nvSpPr>
        <p:spPr>
          <a:xfrm>
            <a:off x="7980268" y="2468729"/>
            <a:ext cx="3753221" cy="32932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User can fill header and Pen Rate Delegation information on the delegation detail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&lt;Add Pen Rate Delegation&gt; button, user can add several lines.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&lt;Download Template&gt; button, user can download the Template to upload the file.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&lt;Delta Upload&gt; button, user can delta upload the delegation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&lt;Full Upload&gt; button, user can full upload the delegation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the &lt;Delete&gt; button on the line, user can delete the line.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&lt;Save&gt; button,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all the information will be saved, and it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will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go back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to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the</a:t>
            </a:r>
            <a:r>
              <a:rPr lang="zh-CN" altLang="en-US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delegation list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Click &lt;Back&gt; button, nothing will be saved, and it will go back to the delegation list page.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33" name="Oval 23">
            <a:extLst>
              <a:ext uri="{FF2B5EF4-FFF2-40B4-BE49-F238E27FC236}">
                <a16:creationId xmlns:a16="http://schemas.microsoft.com/office/drawing/2014/main" id="{FEDBE0BC-6C63-9A86-D043-22D809C6DAF5}"/>
              </a:ext>
            </a:extLst>
          </p:cNvPr>
          <p:cNvSpPr/>
          <p:nvPr/>
        </p:nvSpPr>
        <p:spPr>
          <a:xfrm>
            <a:off x="7559033" y="2548780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7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1F0A61-8692-EA25-CBDB-5AF807A932B7}"/>
              </a:ext>
            </a:extLst>
          </p:cNvPr>
          <p:cNvCxnSpPr>
            <a:cxnSpLocks/>
          </p:cNvCxnSpPr>
          <p:nvPr/>
        </p:nvCxnSpPr>
        <p:spPr>
          <a:xfrm flipH="1">
            <a:off x="4594045" y="3768624"/>
            <a:ext cx="1298487" cy="868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A956885-4A3E-29EE-E3EF-702B62130918}"/>
              </a:ext>
            </a:extLst>
          </p:cNvPr>
          <p:cNvCxnSpPr>
            <a:cxnSpLocks/>
          </p:cNvCxnSpPr>
          <p:nvPr/>
        </p:nvCxnSpPr>
        <p:spPr>
          <a:xfrm flipH="1">
            <a:off x="2516777" y="4912331"/>
            <a:ext cx="644434" cy="1061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44397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Click the &lt;Upload&gt; button, user can upload the delegation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&lt;Upload&gt; button, there will be a pop-up, select the file need to be uploaded, click the &lt;Open&gt; button, the file will be uploaded once all the validations are passed, click the &lt;Cancel&gt; button, nothing will be changed and it will go back to the delegation list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8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5AD6C5-F3AA-5AA1-875F-A6736ED9C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97" y="1007123"/>
            <a:ext cx="6503479" cy="345841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BC1DA4-74A2-FCCB-72A2-0DFA7612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844" y="3028727"/>
            <a:ext cx="5858930" cy="3063674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DF2571D-9A2B-E394-AC42-AE33CFC63459}"/>
              </a:ext>
            </a:extLst>
          </p:cNvPr>
          <p:cNvCxnSpPr>
            <a:cxnSpLocks/>
          </p:cNvCxnSpPr>
          <p:nvPr/>
        </p:nvCxnSpPr>
        <p:spPr>
          <a:xfrm>
            <a:off x="3595819" y="2919932"/>
            <a:ext cx="923109" cy="1018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81F0A61-8692-EA25-CBDB-5AF807A932B7}"/>
              </a:ext>
            </a:extLst>
          </p:cNvPr>
          <p:cNvCxnSpPr>
            <a:cxnSpLocks/>
          </p:cNvCxnSpPr>
          <p:nvPr/>
        </p:nvCxnSpPr>
        <p:spPr>
          <a:xfrm flipH="1">
            <a:off x="6134966" y="4267200"/>
            <a:ext cx="379045" cy="1048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5002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0464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Click the &lt;Export&gt; button, user can export the delegation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Click &lt;Export&gt; button, a file can be exported for checking.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9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CB7E5BB-ACEC-EBB2-D3A6-EE255D723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32" y="1052843"/>
            <a:ext cx="6904815" cy="36584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8FA8B3F-100C-7926-F457-5C948C0B36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6" y="4781007"/>
            <a:ext cx="6497130" cy="1376328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EEE124C-7027-56E3-9486-66E9A886659A}"/>
              </a:ext>
            </a:extLst>
          </p:cNvPr>
          <p:cNvCxnSpPr>
            <a:cxnSpLocks/>
          </p:cNvCxnSpPr>
          <p:nvPr/>
        </p:nvCxnSpPr>
        <p:spPr>
          <a:xfrm flipH="1">
            <a:off x="4763589" y="1593669"/>
            <a:ext cx="2063931" cy="3117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327131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delegation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52843"/>
            <a:ext cx="3753221" cy="1138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>
                <a:latin typeface="Arial"/>
                <a:ea typeface="黑体"/>
                <a:cs typeface="Arial"/>
              </a:rPr>
              <a:t>Click the &lt;Download Template&gt; button, user can download the template for uploading.</a:t>
            </a: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>
                <a:solidFill>
                  <a:prstClr val="white"/>
                </a:solidFill>
              </a:rPr>
              <a:t>10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9D7B33-D214-9137-4386-4CBCCED8B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98" y="1052842"/>
            <a:ext cx="6930854" cy="36410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A490AF-EEAC-A0D9-A426-C70F849E0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98" y="4907321"/>
            <a:ext cx="6843527" cy="501095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3FFD29F-0999-D928-2A7D-F59602354232}"/>
              </a:ext>
            </a:extLst>
          </p:cNvPr>
          <p:cNvCxnSpPr>
            <a:cxnSpLocks/>
          </p:cNvCxnSpPr>
          <p:nvPr/>
        </p:nvCxnSpPr>
        <p:spPr>
          <a:xfrm flipH="1">
            <a:off x="5381897" y="1280160"/>
            <a:ext cx="1532709" cy="3553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3951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0049663"/>
              </p:ext>
            </p:extLst>
          </p:nvPr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2">
            <a:extLst>
              <a:ext uri="{FF2B5EF4-FFF2-40B4-BE49-F238E27FC236}">
                <a16:creationId xmlns:a16="http://schemas.microsoft.com/office/drawing/2014/main" id="{40D2272A-9A42-99CB-4BE4-2AFCF4359908}"/>
              </a:ext>
            </a:extLst>
          </p:cNvPr>
          <p:cNvSpPr txBox="1"/>
          <p:nvPr/>
        </p:nvSpPr>
        <p:spPr>
          <a:xfrm>
            <a:off x="7980268" y="1052843"/>
            <a:ext cx="37532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Open LBP Admin, click Pricing Grid-Pen Rate Adjustment table, user can check Pen Rate Adjustment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check the Adjustment To Pen-Rate% list on the page.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check the upload files in the Attachment area, click &lt;Download&gt; button on the line, user can download the files.</a:t>
            </a:r>
          </a:p>
        </p:txBody>
      </p:sp>
      <p:sp>
        <p:nvSpPr>
          <p:cNvPr id="5" name="Oval 23">
            <a:extLst>
              <a:ext uri="{FF2B5EF4-FFF2-40B4-BE49-F238E27FC236}">
                <a16:creationId xmlns:a16="http://schemas.microsoft.com/office/drawing/2014/main" id="{1A461317-85CF-666D-4532-F40A34882801}"/>
              </a:ext>
            </a:extLst>
          </p:cNvPr>
          <p:cNvSpPr/>
          <p:nvPr/>
        </p:nvSpPr>
        <p:spPr>
          <a:xfrm>
            <a:off x="7559033" y="111547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1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96FF919-D8FD-611F-39AE-97ACE2184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21" y="1180744"/>
            <a:ext cx="6773931" cy="33798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5943E6B-9AB9-8432-5EC5-0AF63BDB7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641" y="3177801"/>
            <a:ext cx="5126076" cy="26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132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12">
            <a:extLst>
              <a:ext uri="{FF2B5EF4-FFF2-40B4-BE49-F238E27FC236}">
                <a16:creationId xmlns:a16="http://schemas.microsoft.com/office/drawing/2014/main" id="{7FAA8A8C-6719-9DB9-7AD7-C066E4900442}"/>
              </a:ext>
            </a:extLst>
          </p:cNvPr>
          <p:cNvSpPr txBox="1"/>
          <p:nvPr/>
        </p:nvSpPr>
        <p:spPr>
          <a:xfrm>
            <a:off x="7980268" y="1052843"/>
            <a:ext cx="3753221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&lt;Add&gt; button, user can create Pen-Rate Adjustment records.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fill the information in the &lt;Pen-Rate Adjustment&gt; pop-up. Click &lt;Cancel&gt; button, nothing will be saved and it will go back to the Adjustment list page. Click &lt;Submit&gt; button,</a:t>
            </a:r>
            <a:r>
              <a:rPr lang="zh-CN" altLang="en-US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 </a:t>
            </a: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the records will be saved if all the validations are passed.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6" name="Oval 23">
            <a:extLst>
              <a:ext uri="{FF2B5EF4-FFF2-40B4-BE49-F238E27FC236}">
                <a16:creationId xmlns:a16="http://schemas.microsoft.com/office/drawing/2014/main" id="{00F419B7-AA65-EAAF-DC33-331D9B8FBF28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A3440C6-1C2E-D53A-43AA-A88C7169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03" y="1132894"/>
            <a:ext cx="6755060" cy="335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29443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Oval 23">
            <a:extLst>
              <a:ext uri="{FF2B5EF4-FFF2-40B4-BE49-F238E27FC236}">
                <a16:creationId xmlns:a16="http://schemas.microsoft.com/office/drawing/2014/main" id="{00F419B7-AA65-EAAF-DC33-331D9B8FBF28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30B7E3BB-E671-9C14-C580-EE30637E3FC6}"/>
              </a:ext>
            </a:extLst>
          </p:cNvPr>
          <p:cNvSpPr txBox="1"/>
          <p:nvPr/>
        </p:nvSpPr>
        <p:spPr>
          <a:xfrm>
            <a:off x="7980268" y="1052843"/>
            <a:ext cx="375322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the &lt;Export&gt; button, user can export the delegation info.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&lt;Export&gt; button, a file can be exported for checking.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61A0DB4-8A42-4469-B17A-F8998A1BB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0" y="1052843"/>
            <a:ext cx="6574353" cy="322847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ED50899-173A-EE03-804A-BD8696E1D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779" y="4643752"/>
            <a:ext cx="3378374" cy="1124008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E5A40AE-2B65-70C2-19E1-F053402152E2}"/>
              </a:ext>
            </a:extLst>
          </p:cNvPr>
          <p:cNvCxnSpPr>
            <a:cxnSpLocks/>
          </p:cNvCxnSpPr>
          <p:nvPr/>
        </p:nvCxnSpPr>
        <p:spPr>
          <a:xfrm flipH="1">
            <a:off x="5199017" y="1236617"/>
            <a:ext cx="1532709" cy="3309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52292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Oval 23">
            <a:extLst>
              <a:ext uri="{FF2B5EF4-FFF2-40B4-BE49-F238E27FC236}">
                <a16:creationId xmlns:a16="http://schemas.microsoft.com/office/drawing/2014/main" id="{00F419B7-AA65-EAAF-DC33-331D9B8FBF28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4</a:t>
            </a: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75BB6DB8-2084-A645-B529-73C781A68582}"/>
              </a:ext>
            </a:extLst>
          </p:cNvPr>
          <p:cNvSpPr txBox="1"/>
          <p:nvPr/>
        </p:nvSpPr>
        <p:spPr>
          <a:xfrm>
            <a:off x="7980268" y="1052843"/>
            <a:ext cx="375322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the &lt;Download Template&gt; button, user can download the template for uploading.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8E8F9D7-629B-742D-FAEC-B03213C9C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77" y="1131222"/>
            <a:ext cx="6722482" cy="336477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9877FFE-72B8-550F-B75E-2942BA8EF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737" y="4893567"/>
            <a:ext cx="3346622" cy="64138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E5A40AE-2B65-70C2-19E1-F053402152E2}"/>
              </a:ext>
            </a:extLst>
          </p:cNvPr>
          <p:cNvCxnSpPr>
            <a:cxnSpLocks/>
          </p:cNvCxnSpPr>
          <p:nvPr/>
        </p:nvCxnSpPr>
        <p:spPr>
          <a:xfrm flipH="1">
            <a:off x="5991497" y="1446419"/>
            <a:ext cx="790909" cy="3309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62296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2">
            <a:extLst>
              <a:ext uri="{FF2B5EF4-FFF2-40B4-BE49-F238E27FC236}">
                <a16:creationId xmlns:a16="http://schemas.microsoft.com/office/drawing/2014/main" id="{B961A38D-4E43-0632-4AF0-64A1124FD282}"/>
              </a:ext>
            </a:extLst>
          </p:cNvPr>
          <p:cNvSpPr txBox="1"/>
          <p:nvPr/>
        </p:nvSpPr>
        <p:spPr>
          <a:xfrm>
            <a:off x="7980268" y="1052843"/>
            <a:ext cx="37532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Click &lt;Change History&gt; button on the line, it will jump to the history detail page, user can check the history of the Adjustment.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User can check the history by pages.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the hyperlink under the &lt;Attachment&gt; column, user can check the file details.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Click&lt;Back&gt; button, it will go back to the Adjustment list page.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5" name="Oval 23">
            <a:extLst>
              <a:ext uri="{FF2B5EF4-FFF2-40B4-BE49-F238E27FC236}">
                <a16:creationId xmlns:a16="http://schemas.microsoft.com/office/drawing/2014/main" id="{A2B3EB1B-AAC4-3072-A0DD-50FFEBDE8F23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  <a:cs typeface="Arial"/>
              </a:rPr>
              <a:t>5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F277DD-B1E6-977F-C408-25EA8037F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67" y="1091699"/>
            <a:ext cx="6770311" cy="334096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9280DC6-E106-39AC-B8CC-F472FC95B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94" y="2838554"/>
            <a:ext cx="5948439" cy="2927747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C199645-6226-907F-EB46-2BD80A42F046}"/>
              </a:ext>
            </a:extLst>
          </p:cNvPr>
          <p:cNvCxnSpPr>
            <a:cxnSpLocks/>
          </p:cNvCxnSpPr>
          <p:nvPr/>
        </p:nvCxnSpPr>
        <p:spPr>
          <a:xfrm>
            <a:off x="3788229" y="2011680"/>
            <a:ext cx="992777" cy="1417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60520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new Pen-Rate Adjustment table in Admin Center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2">
            <a:extLst>
              <a:ext uri="{FF2B5EF4-FFF2-40B4-BE49-F238E27FC236}">
                <a16:creationId xmlns:a16="http://schemas.microsoft.com/office/drawing/2014/main" id="{B961A38D-4E43-0632-4AF0-64A1124FD282}"/>
              </a:ext>
            </a:extLst>
          </p:cNvPr>
          <p:cNvSpPr txBox="1"/>
          <p:nvPr/>
        </p:nvSpPr>
        <p:spPr>
          <a:xfrm>
            <a:off x="7980268" y="1052843"/>
            <a:ext cx="375322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User enable to Delta Upload/Full upload the Adjustment records.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&lt;Delta Upload&gt; button, user can delta upload the Adjustment information.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Click &lt;Full Upload&gt; button, user can full upload the Adjustment information.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5" name="Oval 23">
            <a:extLst>
              <a:ext uri="{FF2B5EF4-FFF2-40B4-BE49-F238E27FC236}">
                <a16:creationId xmlns:a16="http://schemas.microsoft.com/office/drawing/2014/main" id="{A2B3EB1B-AAC4-3072-A0DD-50FFEBDE8F23}"/>
              </a:ext>
            </a:extLst>
          </p:cNvPr>
          <p:cNvSpPr/>
          <p:nvPr/>
        </p:nvSpPr>
        <p:spPr>
          <a:xfrm>
            <a:off x="7559033" y="1132894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6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6496F16-6C03-6BDD-953F-532641B0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82" y="1089349"/>
            <a:ext cx="6782566" cy="333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2715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4118899"/>
              </p:ext>
            </p:extLst>
          </p:nvPr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DYPC2-5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Pen-Rate Priority Logic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791854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959875"/>
            <a:ext cx="375322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When determine the Final Delegation, system will do the field mapping first.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 the Branding Mapping as the bridge to map the PN and PC :​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① Find the PN in quote.​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② Use the PN to map PN maintained in Brand Mapping table.​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③ Use the PN's Branding find in Brand Mapping table to map with the Brand Mapping field in Pen Rate Delegation table.​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④ Use PN to map in priority, if PN is not mapped, use PC to do the mapping, follow the step ①-③ to do the mapping.​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Priority:​ BU </a:t>
            </a:r>
            <a:r>
              <a:rPr lang="zh-CN" altLang="en-US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＞ </a:t>
            </a: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Country </a:t>
            </a:r>
            <a:r>
              <a:rPr lang="zh-CN" altLang="en-US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＞ </a:t>
            </a: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EU ID list </a:t>
            </a:r>
            <a:r>
              <a:rPr lang="zh-CN" altLang="en-US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＞ </a:t>
            </a: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GTM sub-segmentation </a:t>
            </a:r>
            <a:r>
              <a:rPr lang="zh-CN" altLang="en-US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＞ </a:t>
            </a: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RAD​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658291" y="103992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1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9F42F2-026B-4609-880C-55A9A5503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105" y="1121603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A60E14D-FB03-1377-229B-2DF94221032C}"/>
              </a:ext>
            </a:extLst>
          </p:cNvPr>
          <p:cNvSpPr txBox="1"/>
          <p:nvPr/>
        </p:nvSpPr>
        <p:spPr>
          <a:xfrm>
            <a:off x="429209" y="878669"/>
            <a:ext cx="6806940" cy="9848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228600" algn="l"/>
              </a:tabLst>
            </a:pPr>
            <a:r>
              <a:rPr lang="en-US" sz="1800" i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 the value of the 5 field between the field maintained in Pen Rate table and the field in quote.</a:t>
            </a:r>
            <a:endParaRPr lang="en-US" altLang="zh-CN" sz="1800" i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228600" algn="l"/>
              </a:tabLst>
            </a:pPr>
            <a:endParaRPr lang="en-US" sz="1100" i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tabLst>
                <a:tab pos="228600" algn="l"/>
              </a:tabLst>
            </a:pPr>
            <a:endParaRPr lang="en-US" sz="1100" i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996B416C-49DC-E7C5-CE2F-75B044E62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717836"/>
              </p:ext>
            </p:extLst>
          </p:nvPr>
        </p:nvGraphicFramePr>
        <p:xfrm>
          <a:off x="528571" y="1640443"/>
          <a:ext cx="7030461" cy="2392680"/>
        </p:xfrm>
        <a:graphic>
          <a:graphicData uri="http://schemas.openxmlformats.org/drawingml/2006/table">
            <a:tbl>
              <a:tblPr/>
              <a:tblGrid>
                <a:gridCol w="1050678">
                  <a:extLst>
                    <a:ext uri="{9D8B030D-6E8A-4147-A177-3AD203B41FA5}">
                      <a16:colId xmlns:a16="http://schemas.microsoft.com/office/drawing/2014/main" val="22213351"/>
                    </a:ext>
                  </a:extLst>
                </a:gridCol>
                <a:gridCol w="5979783">
                  <a:extLst>
                    <a:ext uri="{9D8B030D-6E8A-4147-A177-3AD203B41FA5}">
                      <a16:colId xmlns:a16="http://schemas.microsoft.com/office/drawing/2014/main" val="1135909295"/>
                    </a:ext>
                  </a:extLst>
                </a:gridCol>
              </a:tblGrid>
              <a:tr h="22879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Parameter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Mapping Approach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933634"/>
                  </a:ext>
                </a:extLst>
              </a:tr>
              <a:tr h="3768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Brand Mapping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The PC/PN of the Brand maintained in Pen Rate Delegation table is mapped with the Service PN's PC OR PN in quote exactly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922258"/>
                  </a:ext>
                </a:extLst>
              </a:tr>
              <a:tr h="3768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SDF code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The value of SDF code maintained in Pen Rate Delegation table is mapped with the Service PN's SDF code in quote exactly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984000"/>
                  </a:ext>
                </a:extLst>
              </a:tr>
              <a:tr h="3768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Base Warranty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The value of Base Warranty maintained in Pen Rate Delegation table is mapped with the HW's Base Warranty in quote exactly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344753"/>
                  </a:ext>
                </a:extLst>
              </a:tr>
              <a:tr h="3768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RAD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The value of Rad maintained in Pen Rate Delegation table is mapped with the Rad in quote exactly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024921"/>
                  </a:ext>
                </a:extLst>
              </a:tr>
              <a:tr h="376831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GTM Sub-Segmentation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等线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The value of GTM Sub-Segmentation maintained in Pen Rate Delegation table is mapped with the GTM Sub-Segmentation in quote exactly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80668"/>
                  </a:ext>
                </a:extLst>
              </a:tr>
            </a:tbl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EF9A6506-C233-D9C7-153A-6F465B7E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74" y="1897641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2">
            <a:extLst>
              <a:ext uri="{FF2B5EF4-FFF2-40B4-BE49-F238E27FC236}">
                <a16:creationId xmlns:a16="http://schemas.microsoft.com/office/drawing/2014/main" id="{5E2EC798-6051-0F14-D6B1-609B6ED8A8B6}"/>
              </a:ext>
            </a:extLst>
          </p:cNvPr>
          <p:cNvSpPr txBox="1"/>
          <p:nvPr/>
        </p:nvSpPr>
        <p:spPr>
          <a:xfrm>
            <a:off x="7980268" y="4126985"/>
            <a:ext cx="3753221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System will calculate the Adjustment Pen Rate value</a:t>
            </a: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Calculate the Adjustment Pen Rate value: Adjusted Pen Rate = Standard Pen Rate * Adjustment to Pen-Rate% ​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Use the HW's Unit Sales Price to find the Adjustment to Pen-Rate% value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E.g. 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Once the = HW's Unit Sales Price=$9,000, the standard Pen rate maintained in the Pen Rate Delegation table=11%, the Adjustment to Pen-Rate%=120%, ​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Then : Adjusted Pen Rate = 11% * 120%=13.2%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9" name="Oval 23">
            <a:extLst>
              <a:ext uri="{FF2B5EF4-FFF2-40B4-BE49-F238E27FC236}">
                <a16:creationId xmlns:a16="http://schemas.microsoft.com/office/drawing/2014/main" id="{B41245FB-03B5-0D3F-DB2E-7C6326CC6F20}"/>
              </a:ext>
            </a:extLst>
          </p:cNvPr>
          <p:cNvSpPr/>
          <p:nvPr/>
        </p:nvSpPr>
        <p:spPr>
          <a:xfrm>
            <a:off x="7658291" y="4207036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2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B7F850-00A5-E137-6D2F-80624519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1" y="4293227"/>
            <a:ext cx="5040383" cy="194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820706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DYPC2-5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Pen-Rate Priority Logic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7980268" y="1078964"/>
            <a:ext cx="375322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600">
                <a:latin typeface="Arial" pitchFamily="34" charset="0"/>
                <a:cs typeface="Arial" pitchFamily="34" charset="0"/>
              </a:rPr>
              <a:t>System will calculate the Pen Rate Delegation.</a:t>
            </a: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Calculate the Pen Rate Delegation Price: Pen Rate Delegation = HW's Unit Sales Price* Adjusted Pen Rate.​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E.g. 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Once the = HW's Unit Sales Price=$9,000, the standard Pen rate maintained in the Pen Rate Delegation table=11%, the Adjustment to Pen-Rate%=120%, Adjusted Pen Rate = 11% * 120%=13.2%​</a:t>
            </a: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Then: Pen Rate Delegation Price= 9,000*13.2%=1188​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7559033" y="1159015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</a:rPr>
              <a:t>3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9F42F2-026B-4609-880C-55A9A5503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105" y="1121603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F9A6506-C233-D9C7-153A-6F465B7E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74" y="1897641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3B7F850-00A5-E137-6D2F-806245193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15" y="1078964"/>
            <a:ext cx="6992676" cy="280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46327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1E3AE-0C9C-8165-311D-A853153D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A7371D-F418-DF4B-AB19-26D18A391A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46C6A226-4F90-D3D3-ECC3-81002848CD4D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DYPC2-5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Pen-Rate Priority Logic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289520EA-B6F0-2ACD-EFE9-087974DB53C3}"/>
              </a:ext>
            </a:extLst>
          </p:cNvPr>
          <p:cNvCxnSpPr>
            <a:cxnSpLocks/>
          </p:cNvCxnSpPr>
          <p:nvPr/>
        </p:nvCxnSpPr>
        <p:spPr>
          <a:xfrm>
            <a:off x="7692596" y="93595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A74A362-1FC7-9AB1-5C14-C4E5FC2712CC}"/>
              </a:ext>
            </a:extLst>
          </p:cNvPr>
          <p:cNvSpPr txBox="1"/>
          <p:nvPr/>
        </p:nvSpPr>
        <p:spPr>
          <a:xfrm>
            <a:off x="7980268" y="1078964"/>
            <a:ext cx="3753221" cy="166199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>
                <a:latin typeface="Arial"/>
                <a:ea typeface="Calibri"/>
                <a:cs typeface="Arial"/>
              </a:rPr>
              <a:t>Compare Original LBP Delegation and Pen Rate Delegation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Compare Original LBP Delegation and Pen Rate Delegation and then determine the Final Delegation Floor based on the table on the left.</a:t>
            </a:r>
            <a:endParaRPr lang="en-US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latin typeface="Arial"/>
              <a:ea typeface="黑体"/>
              <a:cs typeface="Arial"/>
            </a:endParaRP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 pitchFamily="34" charset="0"/>
                <a:ea typeface="黑体" panose="02010609060101010101" pitchFamily="49" charset="-122"/>
                <a:cs typeface="Arial" pitchFamily="34" charset="0"/>
              </a:rPr>
              <a:t>E.g. ​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3488E13-0BB8-0780-C985-B436F40FAE03}"/>
              </a:ext>
            </a:extLst>
          </p:cNvPr>
          <p:cNvSpPr/>
          <p:nvPr/>
        </p:nvSpPr>
        <p:spPr>
          <a:xfrm>
            <a:off x="7559033" y="1159015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  <a:cs typeface="Arial"/>
              </a:rPr>
              <a:t>4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7A7959-9568-813A-17E8-63EDA77F0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105" y="1121603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8AA5806-B880-1CEA-7584-9B5634A1E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74" y="1897641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AFD5B5-C662-A6CA-BFC5-746961C4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77" y="1129044"/>
            <a:ext cx="7020637" cy="41433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B8AFF6-6340-F0FF-5EE8-6D3CE78F7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026" y="2431617"/>
            <a:ext cx="3579380" cy="174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6884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DYPC2-5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 Pen-Rate Priority Logic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sp>
        <p:nvSpPr>
          <p:cNvPr id="17" name="Rectangle 2">
            <a:extLst>
              <a:ext uri="{FF2B5EF4-FFF2-40B4-BE49-F238E27FC236}">
                <a16:creationId xmlns:a16="http://schemas.microsoft.com/office/drawing/2014/main" id="{EF9A6506-C233-D9C7-153A-6F465B7E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374" y="1897641"/>
            <a:ext cx="121888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BE96533D-8F22-BE96-99E4-DA9853D3EB86}"/>
              </a:ext>
            </a:extLst>
          </p:cNvPr>
          <p:cNvSpPr txBox="1"/>
          <p:nvPr/>
        </p:nvSpPr>
        <p:spPr>
          <a:xfrm>
            <a:off x="472468" y="1029939"/>
            <a:ext cx="908853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en-US" altLang="zh-CN" sz="1600" u="sng">
                <a:latin typeface="Arial"/>
                <a:ea typeface="黑体"/>
                <a:cs typeface="Arial"/>
              </a:rPr>
              <a:t>Note: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Can use the file for reference to check the delegation value during the testing.</a:t>
            </a:r>
          </a:p>
          <a:p>
            <a:pPr>
              <a:defRPr/>
            </a:pPr>
            <a:r>
              <a:rPr lang="en-US" sz="1000">
                <a:solidFill>
                  <a:srgbClr val="000000"/>
                </a:solidFill>
                <a:ea typeface="+mn-lt"/>
                <a:cs typeface="+mn-lt"/>
                <a:hlinkClick r:id="rId2"/>
              </a:rPr>
              <a:t>Dynamic Pricing Phase 2- Testing Reference.xlsx</a:t>
            </a:r>
            <a:endParaRPr lang="en-US">
              <a:ea typeface="+mn-lt"/>
              <a:cs typeface="+mn-lt"/>
            </a:endParaRP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02028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F95F-3E51-C36C-E564-74330E19E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BDFAED-FCF7-AEF3-3B5C-9D2D674B7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F567E47-820A-B34B-B424-124FF06AB799}"/>
              </a:ext>
            </a:extLst>
          </p:cNvPr>
          <p:cNvGraphicFramePr>
            <a:graphicFrameLocks/>
          </p:cNvGraphicFramePr>
          <p:nvPr/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DYPC2-12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 Pen Rate information to LUDP/Magellan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30C96813-03C4-FAA1-59E4-AE313BB69484}"/>
              </a:ext>
            </a:extLst>
          </p:cNvPr>
          <p:cNvCxnSpPr>
            <a:cxnSpLocks/>
          </p:cNvCxnSpPr>
          <p:nvPr/>
        </p:nvCxnSpPr>
        <p:spPr>
          <a:xfrm>
            <a:off x="658802" y="100999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DCA305CE-944F-AAE2-9A6F-F8D03251EACC}"/>
              </a:ext>
            </a:extLst>
          </p:cNvPr>
          <p:cNvSpPr txBox="1"/>
          <p:nvPr/>
        </p:nvSpPr>
        <p:spPr>
          <a:xfrm>
            <a:off x="946474" y="1052843"/>
            <a:ext cx="10842544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>
                <a:latin typeface="Arial"/>
                <a:ea typeface="黑体"/>
                <a:cs typeface="Arial"/>
              </a:rPr>
              <a:t>LBP has passed all the Pen Rate related information to LUDP.</a:t>
            </a:r>
          </a:p>
          <a:p>
            <a:pPr algn="l"/>
            <a:endParaRPr lang="en-US" altLang="zh-CN" sz="16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information involved in 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Pen Rate Delegation table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to LUDP.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information involved in 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Pen-Rate Adjustment table 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to LUDP.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CA04A1E4-ED29-4DD8-3FD7-F1E7A47FDC28}"/>
              </a:ext>
            </a:extLst>
          </p:cNvPr>
          <p:cNvSpPr/>
          <p:nvPr/>
        </p:nvSpPr>
        <p:spPr>
          <a:xfrm>
            <a:off x="525239" y="1049598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  <a:cs typeface="Arial"/>
              </a:rPr>
              <a:t>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1D8124-22A3-ADA8-AE9A-013F4DA18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3906" y="2935511"/>
            <a:ext cx="1901632" cy="3853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271404-6EB3-7FD0-3B1C-2D57923C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603" y="1956172"/>
            <a:ext cx="1904986" cy="742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17EEC-8875-149E-3DC7-C2CFB3BA5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2385" y="4482418"/>
            <a:ext cx="1846719" cy="1206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5D471C-8B92-4E11-ECC4-7CE55FDC3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463" y="1957598"/>
            <a:ext cx="3306847" cy="1637842"/>
          </a:xfrm>
          <a:prstGeom prst="rect">
            <a:avLst/>
          </a:prstGeom>
        </p:spPr>
      </p:pic>
      <p:sp>
        <p:nvSpPr>
          <p:cNvPr id="11" name="TextBox 12">
            <a:extLst>
              <a:ext uri="{FF2B5EF4-FFF2-40B4-BE49-F238E27FC236}">
                <a16:creationId xmlns:a16="http://schemas.microsoft.com/office/drawing/2014/main" id="{9C72EEBA-E232-6D31-13F3-21A6E1E99E68}"/>
              </a:ext>
            </a:extLst>
          </p:cNvPr>
          <p:cNvSpPr txBox="1"/>
          <p:nvPr/>
        </p:nvSpPr>
        <p:spPr>
          <a:xfrm>
            <a:off x="6508731" y="1376769"/>
            <a:ext cx="483605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Base Warranty/SDF code/Final Delegation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with the PN information to LUDP.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5E5906-EFFB-6F68-7F9D-6D728763F9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4429" y="1959123"/>
            <a:ext cx="1947443" cy="374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0037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79EFEE-E86D-2C8D-13E9-15CF9B5FC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7" name="内容占位符 8">
            <a:extLst>
              <a:ext uri="{FF2B5EF4-FFF2-40B4-BE49-F238E27FC236}">
                <a16:creationId xmlns:a16="http://schemas.microsoft.com/office/drawing/2014/main" id="{9108C58B-7E1F-15EB-4C11-2A0CFBBD98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66786"/>
              </p:ext>
            </p:extLst>
          </p:nvPr>
        </p:nvGraphicFramePr>
        <p:xfrm>
          <a:off x="472468" y="269931"/>
          <a:ext cx="11324997" cy="569509"/>
        </p:xfrm>
        <a:graphic>
          <a:graphicData uri="http://schemas.openxmlformats.org/drawingml/2006/table">
            <a:tbl>
              <a:tblPr/>
              <a:tblGrid>
                <a:gridCol w="624827">
                  <a:extLst>
                    <a:ext uri="{9D8B030D-6E8A-4147-A177-3AD203B41FA5}">
                      <a16:colId xmlns:a16="http://schemas.microsoft.com/office/drawing/2014/main" val="3891889949"/>
                    </a:ext>
                  </a:extLst>
                </a:gridCol>
                <a:gridCol w="1263879">
                  <a:extLst>
                    <a:ext uri="{9D8B030D-6E8A-4147-A177-3AD203B41FA5}">
                      <a16:colId xmlns:a16="http://schemas.microsoft.com/office/drawing/2014/main" val="1814305801"/>
                    </a:ext>
                  </a:extLst>
                </a:gridCol>
                <a:gridCol w="9436291">
                  <a:extLst>
                    <a:ext uri="{9D8B030D-6E8A-4147-A177-3AD203B41FA5}">
                      <a16:colId xmlns:a16="http://schemas.microsoft.com/office/drawing/2014/main" val="1944798144"/>
                    </a:ext>
                  </a:extLst>
                </a:gridCol>
              </a:tblGrid>
              <a:tr h="30580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#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Story Number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Key Delivery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D14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342280"/>
                  </a:ext>
                </a:extLst>
              </a:tr>
              <a:tr h="154361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CN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DYPC2-12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Pass Pen Rate information to LUDP/Magellan</a:t>
                      </a:r>
                    </a:p>
                  </a:txBody>
                  <a:tcPr marL="6140" marR="6140" marT="6140" marB="44207" anchor="b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C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452466"/>
                  </a:ext>
                </a:extLst>
              </a:tr>
            </a:tbl>
          </a:graphicData>
        </a:graphic>
      </p:graphicFrame>
      <p:cxnSp>
        <p:nvCxnSpPr>
          <p:cNvPr id="8" name="Straight Connector 17">
            <a:extLst>
              <a:ext uri="{FF2B5EF4-FFF2-40B4-BE49-F238E27FC236}">
                <a16:creationId xmlns:a16="http://schemas.microsoft.com/office/drawing/2014/main" id="{991ED73D-002F-2585-752C-8BDBA8867C00}"/>
              </a:ext>
            </a:extLst>
          </p:cNvPr>
          <p:cNvCxnSpPr>
            <a:cxnSpLocks/>
          </p:cNvCxnSpPr>
          <p:nvPr/>
        </p:nvCxnSpPr>
        <p:spPr>
          <a:xfrm>
            <a:off x="658802" y="1009998"/>
            <a:ext cx="0" cy="5455577"/>
          </a:xfrm>
          <a:prstGeom prst="line">
            <a:avLst/>
          </a:prstGeom>
          <a:ln w="19050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12">
            <a:extLst>
              <a:ext uri="{FF2B5EF4-FFF2-40B4-BE49-F238E27FC236}">
                <a16:creationId xmlns:a16="http://schemas.microsoft.com/office/drawing/2014/main" id="{85A65942-F3AF-F328-EE6F-60A342814AC3}"/>
              </a:ext>
            </a:extLst>
          </p:cNvPr>
          <p:cNvSpPr txBox="1"/>
          <p:nvPr/>
        </p:nvSpPr>
        <p:spPr>
          <a:xfrm>
            <a:off x="946474" y="1052843"/>
            <a:ext cx="10842544" cy="44319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zh-CN" sz="1600">
                <a:latin typeface="Arial"/>
                <a:ea typeface="黑体"/>
                <a:cs typeface="Arial"/>
              </a:rPr>
              <a:t>LBP has passed all the Pen Rate related information to Magellan.</a:t>
            </a:r>
          </a:p>
          <a:p>
            <a:pPr algn="l"/>
            <a:endParaRPr lang="en-US" altLang="zh-CN" sz="16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information involved in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Pen Rate Delegation table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to Magellan.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information involved in 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Pen-Rate Adjustment table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to Magellan.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/>
              <a:ea typeface="黑体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LBP has passed </a:t>
            </a:r>
            <a:r>
              <a:rPr lang="en-US" altLang="zh-CN" sz="1000" b="1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Base Warranty/SDF code/Final Delegation</a:t>
            </a:r>
            <a:r>
              <a:rPr lang="en-US" altLang="zh-CN" sz="1000" i="1">
                <a:solidFill>
                  <a:srgbClr val="000000"/>
                </a:solidFill>
                <a:latin typeface="Arial"/>
                <a:ea typeface="黑体"/>
                <a:cs typeface="Arial"/>
              </a:rPr>
              <a:t> with the PN information to Magellan.</a:t>
            </a:r>
          </a:p>
          <a:p>
            <a:pPr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CN" sz="1000" i="1">
              <a:solidFill>
                <a:srgbClr val="000000"/>
              </a:solidFill>
              <a:latin typeface="Arial" pitchFamily="34" charset="0"/>
              <a:ea typeface="黑体" panose="02010609060101010101" pitchFamily="49" charset="-122"/>
              <a:cs typeface="Arial" pitchFamily="34" charset="0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F701720E-7635-528D-65E5-8BC25F1F2BEE}"/>
              </a:ext>
            </a:extLst>
          </p:cNvPr>
          <p:cNvSpPr/>
          <p:nvPr/>
        </p:nvSpPr>
        <p:spPr>
          <a:xfrm>
            <a:off x="525239" y="1049598"/>
            <a:ext cx="257150" cy="258388"/>
          </a:xfrm>
          <a:prstGeom prst="ellipse">
            <a:avLst/>
          </a:prstGeom>
          <a:solidFill>
            <a:srgbClr val="4D144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solidFill>
                  <a:prstClr val="white"/>
                </a:solidFill>
                <a:cs typeface="Arial"/>
              </a:rPr>
              <a:t>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57F63E-B6F8-57A4-0FB5-A0095F0F9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599" y="3207642"/>
            <a:ext cx="7212455" cy="12386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FC1D71-354E-67D6-0DE1-072D907EC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599" y="1862990"/>
            <a:ext cx="5352201" cy="10033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F1468A-6811-73AA-DC84-6F25F1296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044" y="1869117"/>
            <a:ext cx="5102316" cy="10096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1424F0-CF8A-BC6E-2A0A-AB25A8D444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361" y="4814288"/>
            <a:ext cx="4769136" cy="133867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0627E9-14C5-B402-209F-7718928597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0599" y="4815893"/>
            <a:ext cx="3454927" cy="133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07621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EB1466A-5E2A-47FA-1F41-0BC61FC9B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r>
              <a:rPr lang="en-US" sz="480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1584824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511970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60BB071F-E7D1-4421-AF81-2CF57012C880}" vid="{8251E528-6DB1-4299-95F8-8F9C038F57B5}"/>
    </a:ext>
  </a:extLst>
</a:theme>
</file>

<file path=ppt/theme/theme2.xml><?xml version="1.0" encoding="utf-8"?>
<a:theme xmlns:a="http://schemas.openxmlformats.org/drawingml/2006/main" name="14_Lenovo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F7170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 smtClean="0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" id="{FDB50310-B91E-4D31-A9D1-EFBF39E0682C}" vid="{D05733FC-7B19-467F-A7D7-68C0330DB66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E42197E072814B8E773365E8BAE020" ma:contentTypeVersion="14" ma:contentTypeDescription="Create a new document." ma:contentTypeScope="" ma:versionID="60b4f5d0ab574c0f12e7c2cd87ecb758">
  <xsd:schema xmlns:xsd="http://www.w3.org/2001/XMLSchema" xmlns:xs="http://www.w3.org/2001/XMLSchema" xmlns:p="http://schemas.microsoft.com/office/2006/metadata/properties" xmlns:ns2="22e0307d-9ec6-4fda-8e6a-89feae867d0b" xmlns:ns3="e1b5cefd-0a81-402e-bd5e-834adb7d0490" targetNamespace="http://schemas.microsoft.com/office/2006/metadata/properties" ma:root="true" ma:fieldsID="8b5540a5800d78d38a522fa058fe8c8b" ns2:_="" ns3:_="">
    <xsd:import namespace="22e0307d-9ec6-4fda-8e6a-89feae867d0b"/>
    <xsd:import namespace="e1b5cefd-0a81-402e-bd5e-834adb7d049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e0307d-9ec6-4fda-8e6a-89feae867d0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c4ff27c-0a7e-4888-93c5-7f2346a1d148}" ma:internalName="TaxCatchAll" ma:showField="CatchAllData" ma:web="22e0307d-9ec6-4fda-8e6a-89feae867d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b5cefd-0a81-402e-bd5e-834adb7d04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0b2ab70-381d-4de1-873d-678182fc59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22e0307d-9ec6-4fda-8e6a-89feae867d0b">
      <UserInfo>
        <DisplayName>Xinghua XH39 Wang</DisplayName>
        <AccountId>19</AccountId>
        <AccountType/>
      </UserInfo>
      <UserInfo>
        <DisplayName>Cuicui CC6 Fan</DisplayName>
        <AccountId>20</AccountId>
        <AccountType/>
      </UserInfo>
      <UserInfo>
        <DisplayName>Tiago Skora1</DisplayName>
        <AccountId>12</AccountId>
        <AccountType/>
      </UserInfo>
      <UserInfo>
        <DisplayName>Limited Access System Group For Web 22e0307d-9ec6-4fda-8e6a-89feae867d0b</DisplayName>
        <AccountId>18</AccountId>
        <AccountType/>
      </UserInfo>
      <UserInfo>
        <DisplayName>Ting Ting10 Lu</DisplayName>
        <AccountId>21</AccountId>
        <AccountType/>
      </UserInfo>
      <UserInfo>
        <DisplayName>Chris Combs</DisplayName>
        <AccountId>24</AccountId>
        <AccountType/>
      </UserInfo>
      <UserInfo>
        <DisplayName>SharingLinks.aa9b8fa6-07d0-4908-ad51-8c485bbe91e9.Flexible.daf4e43e-78a6-4178-a89b-dd6133d66290</DisplayName>
        <AccountId>25</AccountId>
        <AccountType/>
      </UserInfo>
      <UserInfo>
        <DisplayName>Li Li8 Peng | 彭丽</DisplayName>
        <AccountId>26</AccountId>
        <AccountType/>
      </UserInfo>
      <UserInfo>
        <DisplayName>Thomas Troshynski</DisplayName>
        <AccountId>27</AccountId>
        <AccountType/>
      </UserInfo>
      <UserInfo>
        <DisplayName>David Hume2</DisplayName>
        <AccountId>28</AccountId>
        <AccountType/>
      </UserInfo>
      <UserInfo>
        <DisplayName>SharingLinks.aa9b8fa6-07d0-4908-ad51-8c485bbe91e9.Flexible.52928f8f-1e5f-4920-9dc3-098a0422e6cc</DisplayName>
        <AccountId>29</AccountId>
        <AccountType/>
      </UserInfo>
      <UserInfo>
        <DisplayName>Nikole Rampersad</DisplayName>
        <AccountId>30</AccountId>
        <AccountType/>
      </UserInfo>
      <UserInfo>
        <DisplayName>SharingLinks.1b32e953-1fad-4e19-ab08-3267faf9fdd9.OrganizationView.bc1882df-f972-4144-b5e6-2a87f90031c6</DisplayName>
        <AccountId>31</AccountId>
        <AccountType/>
      </UserInfo>
      <UserInfo>
        <DisplayName>Xin Xin7 Xin</DisplayName>
        <AccountId>22</AccountId>
        <AccountType/>
      </UserInfo>
      <UserInfo>
        <DisplayName>Chen Chen7 Liu</DisplayName>
        <AccountId>13</AccountId>
        <AccountType/>
      </UserInfo>
      <UserInfo>
        <DisplayName>SharingLinks.1a44e0a1-986d-460c-b25c-184404041e7c.OrganizationEdit.a25108bb-3749-4e29-a2f9-e7e6d9f8b13e</DisplayName>
        <AccountId>23</AccountId>
        <AccountType/>
      </UserInfo>
      <UserInfo>
        <DisplayName>Andrea Durante1</DisplayName>
        <AccountId>32</AccountId>
        <AccountType/>
      </UserInfo>
      <UserInfo>
        <DisplayName>ELISA MANIERO</DisplayName>
        <AccountId>33</AccountId>
        <AccountType/>
      </UserInfo>
      <UserInfo>
        <DisplayName>Thomas Tran1</DisplayName>
        <AccountId>34</AccountId>
        <AccountType/>
      </UserInfo>
      <UserInfo>
        <DisplayName>Elizabeth Sandra</DisplayName>
        <AccountId>37</AccountId>
        <AccountType/>
      </UserInfo>
      <UserInfo>
        <DisplayName>Emily SL Wong</DisplayName>
        <AccountId>38</AccountId>
        <AccountType/>
      </UserInfo>
      <UserInfo>
        <DisplayName>Sharon Jet Wei Tan</DisplayName>
        <AccountId>39</AccountId>
        <AccountType/>
      </UserInfo>
      <UserInfo>
        <DisplayName>SharingLinks.13beb25b-3bda-44ff-9b4e-794a8bcbbb8b.OrganizationView.3e52f3d9-6676-4777-aba7-787bd8d38fa6</DisplayName>
        <AccountId>35</AccountId>
        <AccountType/>
      </UserInfo>
      <UserInfo>
        <DisplayName>Anne Britz</DisplayName>
        <AccountId>36</AccountId>
        <AccountType/>
      </UserInfo>
      <UserInfo>
        <DisplayName>Pranab Das6</DisplayName>
        <AccountId>40</AccountId>
        <AccountType/>
      </UserInfo>
      <UserInfo>
        <DisplayName>Tyler Magdanz</DisplayName>
        <AccountId>41</AccountId>
        <AccountType/>
      </UserInfo>
      <UserInfo>
        <DisplayName>Bryan A Davis</DisplayName>
        <AccountId>9</AccountId>
        <AccountType/>
      </UserInfo>
      <UserInfo>
        <DisplayName>Brett Weaver1</DisplayName>
        <AccountId>46</AccountId>
        <AccountType/>
      </UserInfo>
      <UserInfo>
        <DisplayName>Rodrigo Alfaro</DisplayName>
        <AccountId>45</AccountId>
        <AccountType/>
      </UserInfo>
      <UserInfo>
        <DisplayName>Yiu hung Chan</DisplayName>
        <AccountId>62</AccountId>
        <AccountType/>
      </UserInfo>
      <UserInfo>
        <DisplayName>SharingLinks.29641fb4-e03a-4ae9-afd9-69bb21ffa08a.Flexible.6a6bdde3-2c48-4180-ab74-9114623391a6</DisplayName>
        <AccountId>55</AccountId>
        <AccountType/>
      </UserInfo>
      <UserInfo>
        <DisplayName>Rebeca XH15 Zhang</DisplayName>
        <AccountId>61</AccountId>
        <AccountType/>
      </UserInfo>
      <UserInfo>
        <DisplayName>Jase McQuivey</DisplayName>
        <AccountId>56</AccountId>
        <AccountType/>
      </UserInfo>
      <UserInfo>
        <DisplayName>Nelson Pesce</DisplayName>
        <AccountId>63</AccountId>
        <AccountType/>
      </UserInfo>
      <UserInfo>
        <DisplayName>Matthias Kraemer</DisplayName>
        <AccountId>64</AccountId>
        <AccountType/>
      </UserInfo>
      <UserInfo>
        <DisplayName>Marcus Alexander Mac Dougall</DisplayName>
        <AccountId>65</AccountId>
        <AccountType/>
      </UserInfo>
      <UserInfo>
        <DisplayName>SharingLinks.1a44e0a1-986d-460c-b25c-184404041e7c.Flexible.faea7435-21a4-4ec9-8432-60e4b5ae3dc1</DisplayName>
        <AccountId>49</AccountId>
        <AccountType/>
      </UserInfo>
      <UserInfo>
        <DisplayName>SharingLinks.96b6e6c5-3558-4816-bcc2-7c7723a0e2ae.Flexible.a63350c3-fbab-4331-9d99-f6e9348fdca1</DisplayName>
        <AccountId>54</AccountId>
        <AccountType/>
      </UserInfo>
      <UserInfo>
        <DisplayName>Nathan Hatchett</DisplayName>
        <AccountId>60</AccountId>
        <AccountType/>
      </UserInfo>
      <UserInfo>
        <DisplayName>SharingLinks.a4044443-caaf-45ae-90b1-18f25f549fe1.Flexible.cf67f392-8d8f-4893-abd8-6377754be8cc</DisplayName>
        <AccountId>50</AccountId>
        <AccountType/>
      </UserInfo>
      <UserInfo>
        <DisplayName>Paul John Scaini</DisplayName>
        <AccountId>66</AccountId>
        <AccountType/>
      </UserInfo>
      <UserInfo>
        <DisplayName>Jason Charette</DisplayName>
        <AccountId>67</AccountId>
        <AccountType/>
      </UserInfo>
      <UserInfo>
        <DisplayName>Roberta Marchini</DisplayName>
        <AccountId>68</AccountId>
        <AccountType/>
      </UserInfo>
      <UserInfo>
        <DisplayName>Ruisi RS4 Chen</DisplayName>
        <AccountId>47</AccountId>
        <AccountType/>
      </UserInfo>
      <UserInfo>
        <DisplayName>Brian Pitterle</DisplayName>
        <AccountId>57</AccountId>
        <AccountType/>
      </UserInfo>
      <UserInfo>
        <DisplayName>Ganesh Selvaraj</DisplayName>
        <AccountId>58</AccountId>
        <AccountType/>
      </UserInfo>
      <UserInfo>
        <DisplayName>Shanise Deveaux</DisplayName>
        <AccountId>59</AccountId>
        <AccountType/>
      </UserInfo>
      <UserInfo>
        <DisplayName>elisa.jin-wang@amd.com</DisplayName>
        <AccountId>51</AccountId>
        <AccountType/>
      </UserInfo>
      <UserInfo>
        <DisplayName>Limited Access System Group</DisplayName>
        <AccountId>52</AccountId>
        <AccountType/>
      </UserInfo>
      <UserInfo>
        <DisplayName>Yihang YH1 E</DisplayName>
        <AccountId>48</AccountId>
        <AccountType/>
      </UserInfo>
      <UserInfo>
        <DisplayName>SharingLinks.b9905739-f2b0-4b9f-8a32-852a0b5dfa6a.Flexible.1cf29191-2b3c-47e3-9eaf-d65ad3faf227</DisplayName>
        <AccountId>53</AccountId>
        <AccountType/>
      </UserInfo>
      <UserInfo>
        <DisplayName>Anastasia Ryabina1</DisplayName>
        <AccountId>69</AccountId>
        <AccountType/>
      </UserInfo>
      <UserInfo>
        <DisplayName>Anna Rizzo1</DisplayName>
        <AccountId>14</AccountId>
        <AccountType/>
      </UserInfo>
      <UserInfo>
        <DisplayName>Eric Labbato</DisplayName>
        <AccountId>70</AccountId>
        <AccountType/>
      </UserInfo>
      <UserInfo>
        <DisplayName>Tony Donnelly</DisplayName>
        <AccountId>15</AccountId>
        <AccountType/>
      </UserInfo>
      <UserInfo>
        <DisplayName>Divya Ravindran1</DisplayName>
        <AccountId>71</AccountId>
        <AccountType/>
      </UserInfo>
      <UserInfo>
        <DisplayName>Elaine Woods</DisplayName>
        <AccountId>72</AccountId>
        <AccountType/>
      </UserInfo>
    </SharedWithUsers>
    <lcf76f155ced4ddcb4097134ff3c332f xmlns="e1b5cefd-0a81-402e-bd5e-834adb7d0490">
      <Terms xmlns="http://schemas.microsoft.com/office/infopath/2007/PartnerControls"/>
    </lcf76f155ced4ddcb4097134ff3c332f>
    <TaxCatchAll xmlns="22e0307d-9ec6-4fda-8e6a-89feae867d0b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7C360E-129B-4171-BE45-A19FE6E607CB}">
  <ds:schemaRefs>
    <ds:schemaRef ds:uri="22e0307d-9ec6-4fda-8e6a-89feae867d0b"/>
    <ds:schemaRef ds:uri="e1b5cefd-0a81-402e-bd5e-834adb7d0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22e0307d-9ec6-4fda-8e6a-89feae867d0b"/>
    <ds:schemaRef ds:uri="3ce94985-238e-4f50-b367-c934feb2e6dd"/>
    <ds:schemaRef ds:uri="cc859d2a-7ea7-4361-ac5d-b78c0269f82b"/>
    <ds:schemaRef ds:uri="e1b5cefd-0a81-402e-bd5e-834adb7d04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Custom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29" baseType="lpstr">
      <vt:lpstr>Lenovo Master</vt:lpstr>
      <vt:lpstr>14_Lenovo Master</vt:lpstr>
      <vt:lpstr>Dynamic Pricing Phase 2 KUT-LBP  </vt:lpstr>
      <vt:lpstr>Agenda</vt:lpstr>
      <vt:lpstr>System Operation Process</vt:lpstr>
      <vt:lpstr>Requirement Scope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ISG Meets Comp Project Kickoff</dc:title>
  <dc:creator>Bryan A Davis</dc:creator>
  <cp:revision>2</cp:revision>
  <dcterms:created xsi:type="dcterms:W3CDTF">2023-07-24T15:53:04Z</dcterms:created>
  <dcterms:modified xsi:type="dcterms:W3CDTF">2026-07-16T03:03:46Z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0x01010077E42197E072814B8E773365E8BAE020</vt:lpwstr>
  </property>
</Properties>
</file>